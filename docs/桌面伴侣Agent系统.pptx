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80" r:id="rId22"/>
    <p:sldId id="271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78" d="100"/>
          <a:sy n="78" d="100"/>
        </p:scale>
        <p:origin x="65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D05C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8766" cy="6858000"/>
            <a:chOff x="0" y="0"/>
            <a:chExt cx="12198766" cy="6858000"/>
          </a:xfrm>
        </p:grpSpPr>
        <p:sp>
          <p:nvSpPr>
            <p:cNvPr id="3" name="AutoShape 3"/>
            <p:cNvSpPr/>
            <p:nvPr/>
          </p:nvSpPr>
          <p:spPr>
            <a:xfrm>
              <a:off x="6429043" y="2829043"/>
              <a:ext cx="5762957" cy="4025328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 rot="10800000">
              <a:off x="0" y="2218"/>
              <a:ext cx="3558454" cy="2459955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2198766" cy="6858000"/>
              <a:chOff x="0" y="0"/>
              <a:chExt cx="12198766" cy="685800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0" y="5226715"/>
                <a:ext cx="1245392" cy="1631285"/>
              </a:xfrm>
              <a:custGeom>
                <a:avLst/>
                <a:gdLst/>
                <a:ahLst/>
                <a:cxnLst/>
                <a:rect l="l" t="t" r="r" b="b"/>
                <a:pathLst>
                  <a:path w="1166907" h="1528481">
                    <a:moveTo>
                      <a:pt x="1039463" y="982413"/>
                    </a:moveTo>
                    <a:cubicBezTo>
                      <a:pt x="1104995" y="956124"/>
                      <a:pt x="1166908" y="931359"/>
                      <a:pt x="1166908" y="893926"/>
                    </a:cubicBezTo>
                    <a:cubicBezTo>
                      <a:pt x="1166908" y="856493"/>
                      <a:pt x="1104995" y="831727"/>
                      <a:pt x="1039463" y="805439"/>
                    </a:cubicBezTo>
                    <a:cubicBezTo>
                      <a:pt x="989171" y="785341"/>
                      <a:pt x="932212" y="762481"/>
                      <a:pt x="926973" y="739525"/>
                    </a:cubicBezTo>
                    <a:cubicBezTo>
                      <a:pt x="921449" y="715141"/>
                      <a:pt x="963930" y="668755"/>
                      <a:pt x="1001459" y="627702"/>
                    </a:cubicBezTo>
                    <a:cubicBezTo>
                      <a:pt x="1047940" y="576839"/>
                      <a:pt x="1091946" y="528737"/>
                      <a:pt x="1076325" y="496352"/>
                    </a:cubicBezTo>
                    <a:cubicBezTo>
                      <a:pt x="1060418" y="463300"/>
                      <a:pt x="994601" y="467873"/>
                      <a:pt x="924878" y="472635"/>
                    </a:cubicBezTo>
                    <a:cubicBezTo>
                      <a:pt x="870204" y="476445"/>
                      <a:pt x="808196" y="480636"/>
                      <a:pt x="793052" y="461777"/>
                    </a:cubicBezTo>
                    <a:cubicBezTo>
                      <a:pt x="777812" y="442631"/>
                      <a:pt x="795719" y="382814"/>
                      <a:pt x="811625" y="330141"/>
                    </a:cubicBezTo>
                    <a:cubicBezTo>
                      <a:pt x="831723" y="263466"/>
                      <a:pt x="850583" y="200601"/>
                      <a:pt x="822103" y="177836"/>
                    </a:cubicBezTo>
                    <a:cubicBezTo>
                      <a:pt x="793813" y="155262"/>
                      <a:pt x="736854" y="187456"/>
                      <a:pt x="676561" y="221747"/>
                    </a:cubicBezTo>
                    <a:cubicBezTo>
                      <a:pt x="628460" y="248988"/>
                      <a:pt x="573977" y="279849"/>
                      <a:pt x="551783" y="269181"/>
                    </a:cubicBezTo>
                    <a:cubicBezTo>
                      <a:pt x="530162" y="258704"/>
                      <a:pt x="520541" y="197648"/>
                      <a:pt x="512064" y="143737"/>
                    </a:cubicBezTo>
                    <a:cubicBezTo>
                      <a:pt x="501110" y="74395"/>
                      <a:pt x="490823" y="8958"/>
                      <a:pt x="454724" y="766"/>
                    </a:cubicBezTo>
                    <a:cubicBezTo>
                      <a:pt x="420053" y="-7044"/>
                      <a:pt x="383286" y="46106"/>
                      <a:pt x="344234" y="102494"/>
                    </a:cubicBezTo>
                    <a:cubicBezTo>
                      <a:pt x="312420" y="148499"/>
                      <a:pt x="276320" y="200696"/>
                      <a:pt x="250984" y="200696"/>
                    </a:cubicBezTo>
                    <a:cubicBezTo>
                      <a:pt x="225647" y="200696"/>
                      <a:pt x="189452" y="148499"/>
                      <a:pt x="157639" y="102494"/>
                    </a:cubicBezTo>
                    <a:cubicBezTo>
                      <a:pt x="118682" y="46106"/>
                      <a:pt x="81820" y="-7044"/>
                      <a:pt x="47149" y="766"/>
                    </a:cubicBezTo>
                    <a:cubicBezTo>
                      <a:pt x="21717" y="6577"/>
                      <a:pt x="9049" y="40772"/>
                      <a:pt x="0" y="84777"/>
                    </a:cubicBezTo>
                    <a:lnTo>
                      <a:pt x="0" y="186695"/>
                    </a:lnTo>
                    <a:cubicBezTo>
                      <a:pt x="2381" y="173740"/>
                      <a:pt x="4477" y="160120"/>
                      <a:pt x="6668" y="146404"/>
                    </a:cubicBezTo>
                    <a:cubicBezTo>
                      <a:pt x="15716" y="88587"/>
                      <a:pt x="26099" y="22960"/>
                      <a:pt x="50959" y="17340"/>
                    </a:cubicBezTo>
                    <a:cubicBezTo>
                      <a:pt x="74295" y="11911"/>
                      <a:pt x="111252" y="65156"/>
                      <a:pt x="143732" y="112114"/>
                    </a:cubicBezTo>
                    <a:cubicBezTo>
                      <a:pt x="181166" y="166406"/>
                      <a:pt x="216694" y="217651"/>
                      <a:pt x="250984" y="217651"/>
                    </a:cubicBezTo>
                    <a:cubicBezTo>
                      <a:pt x="285274" y="217651"/>
                      <a:pt x="320707" y="166406"/>
                      <a:pt x="358235" y="112114"/>
                    </a:cubicBezTo>
                    <a:cubicBezTo>
                      <a:pt x="390716" y="65156"/>
                      <a:pt x="427577" y="12006"/>
                      <a:pt x="450914" y="17340"/>
                    </a:cubicBezTo>
                    <a:cubicBezTo>
                      <a:pt x="475869" y="22960"/>
                      <a:pt x="486156" y="88587"/>
                      <a:pt x="495300" y="146404"/>
                    </a:cubicBezTo>
                    <a:cubicBezTo>
                      <a:pt x="505301" y="210031"/>
                      <a:pt x="514826" y="270134"/>
                      <a:pt x="544354" y="284421"/>
                    </a:cubicBezTo>
                    <a:cubicBezTo>
                      <a:pt x="574643" y="298994"/>
                      <a:pt x="628174" y="268610"/>
                      <a:pt x="684943" y="236510"/>
                    </a:cubicBezTo>
                    <a:cubicBezTo>
                      <a:pt x="735235" y="207935"/>
                      <a:pt x="792194" y="175646"/>
                      <a:pt x="811530" y="191076"/>
                    </a:cubicBezTo>
                    <a:cubicBezTo>
                      <a:pt x="831056" y="206697"/>
                      <a:pt x="812102" y="269657"/>
                      <a:pt x="795338" y="325188"/>
                    </a:cubicBezTo>
                    <a:cubicBezTo>
                      <a:pt x="776669" y="387481"/>
                      <a:pt x="758952" y="446251"/>
                      <a:pt x="779717" y="472349"/>
                    </a:cubicBezTo>
                    <a:cubicBezTo>
                      <a:pt x="800386" y="498258"/>
                      <a:pt x="861441" y="494067"/>
                      <a:pt x="926116" y="489589"/>
                    </a:cubicBezTo>
                    <a:cubicBezTo>
                      <a:pt x="984218" y="485589"/>
                      <a:pt x="1050131" y="481112"/>
                      <a:pt x="1061085" y="503782"/>
                    </a:cubicBezTo>
                    <a:cubicBezTo>
                      <a:pt x="1071658" y="525784"/>
                      <a:pt x="1027652" y="573886"/>
                      <a:pt x="988886" y="616272"/>
                    </a:cubicBezTo>
                    <a:cubicBezTo>
                      <a:pt x="944690" y="664659"/>
                      <a:pt x="902875" y="710284"/>
                      <a:pt x="910400" y="743336"/>
                    </a:cubicBezTo>
                    <a:cubicBezTo>
                      <a:pt x="917638" y="774959"/>
                      <a:pt x="973741" y="797438"/>
                      <a:pt x="1033177" y="821250"/>
                    </a:cubicBezTo>
                    <a:cubicBezTo>
                      <a:pt x="1087946" y="843157"/>
                      <a:pt x="1149953" y="868018"/>
                      <a:pt x="1149953" y="893926"/>
                    </a:cubicBezTo>
                    <a:cubicBezTo>
                      <a:pt x="1149953" y="919834"/>
                      <a:pt x="1087946" y="944694"/>
                      <a:pt x="1033177" y="966602"/>
                    </a:cubicBezTo>
                    <a:cubicBezTo>
                      <a:pt x="973741" y="990414"/>
                      <a:pt x="917638" y="1012893"/>
                      <a:pt x="910400" y="1044611"/>
                    </a:cubicBezTo>
                    <a:cubicBezTo>
                      <a:pt x="902875" y="1077568"/>
                      <a:pt x="944690" y="1123288"/>
                      <a:pt x="988886" y="1171580"/>
                    </a:cubicBezTo>
                    <a:cubicBezTo>
                      <a:pt x="1027652" y="1214061"/>
                      <a:pt x="1071658" y="1262067"/>
                      <a:pt x="1061085" y="1284165"/>
                    </a:cubicBezTo>
                    <a:cubicBezTo>
                      <a:pt x="1050131" y="1306834"/>
                      <a:pt x="984218" y="1302263"/>
                      <a:pt x="926116" y="1298262"/>
                    </a:cubicBezTo>
                    <a:cubicBezTo>
                      <a:pt x="861441" y="1293881"/>
                      <a:pt x="800386" y="1289594"/>
                      <a:pt x="779717" y="1315503"/>
                    </a:cubicBezTo>
                    <a:cubicBezTo>
                      <a:pt x="758952" y="1341601"/>
                      <a:pt x="776669" y="1400370"/>
                      <a:pt x="795338" y="1462664"/>
                    </a:cubicBezTo>
                    <a:cubicBezTo>
                      <a:pt x="801910" y="1484571"/>
                      <a:pt x="808863" y="1507622"/>
                      <a:pt x="813626" y="1528481"/>
                    </a:cubicBezTo>
                    <a:lnTo>
                      <a:pt x="831056" y="1528481"/>
                    </a:lnTo>
                    <a:cubicBezTo>
                      <a:pt x="826294" y="1506669"/>
                      <a:pt x="819055" y="1482380"/>
                      <a:pt x="811625" y="1457711"/>
                    </a:cubicBezTo>
                    <a:cubicBezTo>
                      <a:pt x="795719" y="1405037"/>
                      <a:pt x="777812" y="1345220"/>
                      <a:pt x="793052" y="1326170"/>
                    </a:cubicBezTo>
                    <a:cubicBezTo>
                      <a:pt x="808196" y="1307216"/>
                      <a:pt x="870204" y="1311502"/>
                      <a:pt x="924878" y="1315216"/>
                    </a:cubicBezTo>
                    <a:cubicBezTo>
                      <a:pt x="994601" y="1319979"/>
                      <a:pt x="1060418" y="1324551"/>
                      <a:pt x="1076325" y="1291499"/>
                    </a:cubicBezTo>
                    <a:cubicBezTo>
                      <a:pt x="1091946" y="1259114"/>
                      <a:pt x="1047940" y="1211013"/>
                      <a:pt x="1001459" y="1160150"/>
                    </a:cubicBezTo>
                    <a:cubicBezTo>
                      <a:pt x="963930" y="1119097"/>
                      <a:pt x="921449" y="1072710"/>
                      <a:pt x="926973" y="1048326"/>
                    </a:cubicBezTo>
                    <a:cubicBezTo>
                      <a:pt x="932212" y="1025371"/>
                      <a:pt x="989171" y="1002511"/>
                      <a:pt x="1039463" y="982413"/>
                    </a:cubicBezTo>
                    <a:close/>
                    <a:moveTo>
                      <a:pt x="544354" y="1503431"/>
                    </a:moveTo>
                    <a:cubicBezTo>
                      <a:pt x="535210" y="1507812"/>
                      <a:pt x="528066" y="1516575"/>
                      <a:pt x="522256" y="1528481"/>
                    </a:cubicBezTo>
                    <a:lnTo>
                      <a:pt x="541592" y="1528481"/>
                    </a:lnTo>
                    <a:cubicBezTo>
                      <a:pt x="544640" y="1523910"/>
                      <a:pt x="548069" y="1520575"/>
                      <a:pt x="551783" y="1518766"/>
                    </a:cubicBezTo>
                    <a:cubicBezTo>
                      <a:pt x="563023" y="1513336"/>
                      <a:pt x="582454" y="1518480"/>
                      <a:pt x="605123" y="1528481"/>
                    </a:cubicBezTo>
                    <a:lnTo>
                      <a:pt x="643604" y="1528481"/>
                    </a:lnTo>
                    <a:cubicBezTo>
                      <a:pt x="603028" y="1506955"/>
                      <a:pt x="567119" y="1492477"/>
                      <a:pt x="544354" y="1503431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20000"/>
                  <a:lumOff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8412270" y="0"/>
                <a:ext cx="1955156" cy="1008657"/>
              </a:xfrm>
              <a:custGeom>
                <a:avLst/>
                <a:gdLst/>
                <a:ahLst/>
                <a:cxnLst/>
                <a:rect l="l" t="t" r="r" b="b"/>
                <a:pathLst>
                  <a:path w="1831942" h="945091">
                    <a:moveTo>
                      <a:pt x="1704498" y="139637"/>
                    </a:moveTo>
                    <a:cubicBezTo>
                      <a:pt x="1770030" y="113348"/>
                      <a:pt x="1831943" y="88583"/>
                      <a:pt x="1831943" y="51149"/>
                    </a:cubicBezTo>
                    <a:cubicBezTo>
                      <a:pt x="1831943" y="31242"/>
                      <a:pt x="1814322" y="14859"/>
                      <a:pt x="1788033" y="0"/>
                    </a:cubicBezTo>
                    <a:lnTo>
                      <a:pt x="1749837" y="0"/>
                    </a:lnTo>
                    <a:cubicBezTo>
                      <a:pt x="1785842" y="16097"/>
                      <a:pt x="1814989" y="33433"/>
                      <a:pt x="1814989" y="51149"/>
                    </a:cubicBezTo>
                    <a:cubicBezTo>
                      <a:pt x="1814989" y="77057"/>
                      <a:pt x="1752886" y="101918"/>
                      <a:pt x="1698212" y="123825"/>
                    </a:cubicBezTo>
                    <a:cubicBezTo>
                      <a:pt x="1638776" y="147638"/>
                      <a:pt x="1582578" y="170117"/>
                      <a:pt x="1575435" y="201740"/>
                    </a:cubicBezTo>
                    <a:cubicBezTo>
                      <a:pt x="1567910" y="234791"/>
                      <a:pt x="1609630" y="280416"/>
                      <a:pt x="1653921" y="328803"/>
                    </a:cubicBezTo>
                    <a:cubicBezTo>
                      <a:pt x="1692687" y="371189"/>
                      <a:pt x="1736693" y="419291"/>
                      <a:pt x="1726025" y="441293"/>
                    </a:cubicBezTo>
                    <a:cubicBezTo>
                      <a:pt x="1715072" y="463963"/>
                      <a:pt x="1649253" y="459486"/>
                      <a:pt x="1591056" y="455486"/>
                    </a:cubicBezTo>
                    <a:cubicBezTo>
                      <a:pt x="1526477" y="451009"/>
                      <a:pt x="1465421" y="446818"/>
                      <a:pt x="1444752" y="472726"/>
                    </a:cubicBezTo>
                    <a:cubicBezTo>
                      <a:pt x="1423988" y="498824"/>
                      <a:pt x="1441609" y="557594"/>
                      <a:pt x="1460373" y="619887"/>
                    </a:cubicBezTo>
                    <a:cubicBezTo>
                      <a:pt x="1477042" y="675418"/>
                      <a:pt x="1495997" y="738378"/>
                      <a:pt x="1476565" y="753999"/>
                    </a:cubicBezTo>
                    <a:cubicBezTo>
                      <a:pt x="1458849" y="768001"/>
                      <a:pt x="1410176" y="742569"/>
                      <a:pt x="1363694" y="716375"/>
                    </a:cubicBezTo>
                    <a:cubicBezTo>
                      <a:pt x="1359122" y="713708"/>
                      <a:pt x="1354550" y="711137"/>
                      <a:pt x="1349978" y="708565"/>
                    </a:cubicBezTo>
                    <a:cubicBezTo>
                      <a:pt x="1293209" y="676465"/>
                      <a:pt x="1239583" y="646081"/>
                      <a:pt x="1209389" y="660654"/>
                    </a:cubicBezTo>
                    <a:cubicBezTo>
                      <a:pt x="1199959" y="665226"/>
                      <a:pt x="1192530" y="674465"/>
                      <a:pt x="1186529" y="687038"/>
                    </a:cubicBezTo>
                    <a:cubicBezTo>
                      <a:pt x="1184434" y="691325"/>
                      <a:pt x="1182528" y="696087"/>
                      <a:pt x="1180719" y="701135"/>
                    </a:cubicBezTo>
                    <a:cubicBezTo>
                      <a:pt x="1177957" y="709041"/>
                      <a:pt x="1175480" y="717804"/>
                      <a:pt x="1173289" y="727138"/>
                    </a:cubicBezTo>
                    <a:cubicBezTo>
                      <a:pt x="1172147" y="731711"/>
                      <a:pt x="1171098" y="736378"/>
                      <a:pt x="1170146" y="741236"/>
                    </a:cubicBezTo>
                    <a:cubicBezTo>
                      <a:pt x="1166527" y="758952"/>
                      <a:pt x="1163478" y="778288"/>
                      <a:pt x="1160336" y="798005"/>
                    </a:cubicBezTo>
                    <a:cubicBezTo>
                      <a:pt x="1160336" y="798195"/>
                      <a:pt x="1160240" y="798481"/>
                      <a:pt x="1160240" y="798671"/>
                    </a:cubicBezTo>
                    <a:cubicBezTo>
                      <a:pt x="1159573" y="803243"/>
                      <a:pt x="1158811" y="807911"/>
                      <a:pt x="1158049" y="812578"/>
                    </a:cubicBezTo>
                    <a:cubicBezTo>
                      <a:pt x="1155478" y="828675"/>
                      <a:pt x="1152715" y="844963"/>
                      <a:pt x="1149572" y="860012"/>
                    </a:cubicBezTo>
                    <a:cubicBezTo>
                      <a:pt x="1148906" y="863060"/>
                      <a:pt x="1148239" y="866013"/>
                      <a:pt x="1147572" y="868871"/>
                    </a:cubicBezTo>
                    <a:cubicBezTo>
                      <a:pt x="1145762" y="876586"/>
                      <a:pt x="1143857" y="883825"/>
                      <a:pt x="1141762" y="890492"/>
                    </a:cubicBezTo>
                    <a:cubicBezTo>
                      <a:pt x="1135189" y="910876"/>
                      <a:pt x="1126998" y="925163"/>
                      <a:pt x="1115949" y="927735"/>
                    </a:cubicBezTo>
                    <a:cubicBezTo>
                      <a:pt x="1113282" y="928307"/>
                      <a:pt x="1110519" y="928211"/>
                      <a:pt x="1107567" y="927449"/>
                    </a:cubicBezTo>
                    <a:cubicBezTo>
                      <a:pt x="1103947" y="926497"/>
                      <a:pt x="1100042" y="924497"/>
                      <a:pt x="1096042" y="921639"/>
                    </a:cubicBezTo>
                    <a:cubicBezTo>
                      <a:pt x="1091279" y="918496"/>
                      <a:pt x="1086326" y="914114"/>
                      <a:pt x="1081278" y="908971"/>
                    </a:cubicBezTo>
                    <a:cubicBezTo>
                      <a:pt x="1073848" y="901446"/>
                      <a:pt x="1066038" y="892112"/>
                      <a:pt x="1058227" y="881920"/>
                    </a:cubicBezTo>
                    <a:cubicBezTo>
                      <a:pt x="1052703" y="874681"/>
                      <a:pt x="1047179" y="867061"/>
                      <a:pt x="1041654" y="859346"/>
                    </a:cubicBezTo>
                    <a:cubicBezTo>
                      <a:pt x="1039082" y="855726"/>
                      <a:pt x="1036511" y="852107"/>
                      <a:pt x="1034034" y="848487"/>
                    </a:cubicBezTo>
                    <a:cubicBezTo>
                      <a:pt x="1030414" y="843248"/>
                      <a:pt x="1026795" y="838105"/>
                      <a:pt x="1023271" y="832961"/>
                    </a:cubicBezTo>
                    <a:cubicBezTo>
                      <a:pt x="1019842" y="828008"/>
                      <a:pt x="1016412" y="822960"/>
                      <a:pt x="1012888" y="818102"/>
                    </a:cubicBezTo>
                    <a:cubicBezTo>
                      <a:pt x="1004602" y="806006"/>
                      <a:pt x="996219" y="794385"/>
                      <a:pt x="988028" y="783622"/>
                    </a:cubicBezTo>
                    <a:cubicBezTo>
                      <a:pt x="963358" y="751237"/>
                      <a:pt x="939355" y="727424"/>
                      <a:pt x="915924" y="727424"/>
                    </a:cubicBezTo>
                    <a:cubicBezTo>
                      <a:pt x="881634" y="727424"/>
                      <a:pt x="846201" y="778669"/>
                      <a:pt x="808672" y="832961"/>
                    </a:cubicBezTo>
                    <a:cubicBezTo>
                      <a:pt x="776192" y="879920"/>
                      <a:pt x="739426" y="932974"/>
                      <a:pt x="715994" y="927735"/>
                    </a:cubicBezTo>
                    <a:cubicBezTo>
                      <a:pt x="691134" y="922115"/>
                      <a:pt x="680752" y="856488"/>
                      <a:pt x="671608" y="798671"/>
                    </a:cubicBezTo>
                    <a:cubicBezTo>
                      <a:pt x="661606" y="735044"/>
                      <a:pt x="652177" y="674942"/>
                      <a:pt x="622554" y="660654"/>
                    </a:cubicBezTo>
                    <a:cubicBezTo>
                      <a:pt x="617220" y="658082"/>
                      <a:pt x="611124" y="656844"/>
                      <a:pt x="604361" y="656844"/>
                    </a:cubicBezTo>
                    <a:cubicBezTo>
                      <a:pt x="573214" y="656844"/>
                      <a:pt x="528638" y="682085"/>
                      <a:pt x="481965" y="708565"/>
                    </a:cubicBezTo>
                    <a:cubicBezTo>
                      <a:pt x="431673" y="737140"/>
                      <a:pt x="374713" y="769430"/>
                      <a:pt x="355378" y="753999"/>
                    </a:cubicBezTo>
                    <a:cubicBezTo>
                      <a:pt x="335852" y="738378"/>
                      <a:pt x="354806" y="675418"/>
                      <a:pt x="371570" y="619887"/>
                    </a:cubicBezTo>
                    <a:cubicBezTo>
                      <a:pt x="390334" y="557594"/>
                      <a:pt x="407955" y="498824"/>
                      <a:pt x="387191" y="472726"/>
                    </a:cubicBezTo>
                    <a:cubicBezTo>
                      <a:pt x="366522" y="446818"/>
                      <a:pt x="305467" y="451009"/>
                      <a:pt x="240792" y="455486"/>
                    </a:cubicBezTo>
                    <a:cubicBezTo>
                      <a:pt x="182689" y="459486"/>
                      <a:pt x="116777" y="464058"/>
                      <a:pt x="105823" y="441293"/>
                    </a:cubicBezTo>
                    <a:cubicBezTo>
                      <a:pt x="95250" y="419291"/>
                      <a:pt x="139255" y="371189"/>
                      <a:pt x="178022" y="328803"/>
                    </a:cubicBezTo>
                    <a:cubicBezTo>
                      <a:pt x="222218" y="280416"/>
                      <a:pt x="264033" y="234791"/>
                      <a:pt x="256508" y="201740"/>
                    </a:cubicBezTo>
                    <a:cubicBezTo>
                      <a:pt x="249269" y="170117"/>
                      <a:pt x="193167" y="147638"/>
                      <a:pt x="133731" y="123825"/>
                    </a:cubicBezTo>
                    <a:cubicBezTo>
                      <a:pt x="79057" y="101918"/>
                      <a:pt x="16954" y="77057"/>
                      <a:pt x="16954" y="51149"/>
                    </a:cubicBezTo>
                    <a:cubicBezTo>
                      <a:pt x="16954" y="33433"/>
                      <a:pt x="46101" y="16193"/>
                      <a:pt x="82010" y="0"/>
                    </a:cubicBezTo>
                    <a:lnTo>
                      <a:pt x="44005" y="0"/>
                    </a:lnTo>
                    <a:cubicBezTo>
                      <a:pt x="17621" y="14859"/>
                      <a:pt x="0" y="31147"/>
                      <a:pt x="0" y="51149"/>
                    </a:cubicBezTo>
                    <a:cubicBezTo>
                      <a:pt x="0" y="88583"/>
                      <a:pt x="61913" y="113348"/>
                      <a:pt x="127445" y="139637"/>
                    </a:cubicBezTo>
                    <a:cubicBezTo>
                      <a:pt x="177736" y="159734"/>
                      <a:pt x="234696" y="182594"/>
                      <a:pt x="239935" y="205550"/>
                    </a:cubicBezTo>
                    <a:cubicBezTo>
                      <a:pt x="245459" y="229934"/>
                      <a:pt x="202978" y="276320"/>
                      <a:pt x="165545" y="317373"/>
                    </a:cubicBezTo>
                    <a:cubicBezTo>
                      <a:pt x="118967" y="368237"/>
                      <a:pt x="74962" y="416338"/>
                      <a:pt x="90583" y="448723"/>
                    </a:cubicBezTo>
                    <a:cubicBezTo>
                      <a:pt x="106489" y="481775"/>
                      <a:pt x="172307" y="477203"/>
                      <a:pt x="242030" y="472440"/>
                    </a:cubicBezTo>
                    <a:cubicBezTo>
                      <a:pt x="296703" y="468630"/>
                      <a:pt x="358807" y="464439"/>
                      <a:pt x="373856" y="483299"/>
                    </a:cubicBezTo>
                    <a:cubicBezTo>
                      <a:pt x="389191" y="502444"/>
                      <a:pt x="371189" y="562261"/>
                      <a:pt x="355282" y="614934"/>
                    </a:cubicBezTo>
                    <a:cubicBezTo>
                      <a:pt x="335280" y="681609"/>
                      <a:pt x="316325" y="744474"/>
                      <a:pt x="344805" y="767239"/>
                    </a:cubicBezTo>
                    <a:cubicBezTo>
                      <a:pt x="373094" y="789908"/>
                      <a:pt x="430053" y="757523"/>
                      <a:pt x="490347" y="723329"/>
                    </a:cubicBezTo>
                    <a:cubicBezTo>
                      <a:pt x="538448" y="696087"/>
                      <a:pt x="592931" y="665226"/>
                      <a:pt x="615124" y="675894"/>
                    </a:cubicBezTo>
                    <a:cubicBezTo>
                      <a:pt x="636746" y="686372"/>
                      <a:pt x="646366" y="747427"/>
                      <a:pt x="654844" y="801338"/>
                    </a:cubicBezTo>
                    <a:cubicBezTo>
                      <a:pt x="665797" y="870680"/>
                      <a:pt x="676084" y="936117"/>
                      <a:pt x="712184" y="944309"/>
                    </a:cubicBezTo>
                    <a:cubicBezTo>
                      <a:pt x="746855" y="952214"/>
                      <a:pt x="783717" y="898970"/>
                      <a:pt x="822674" y="842582"/>
                    </a:cubicBezTo>
                    <a:cubicBezTo>
                      <a:pt x="854487" y="796576"/>
                      <a:pt x="890588" y="744379"/>
                      <a:pt x="915924" y="744379"/>
                    </a:cubicBezTo>
                    <a:cubicBezTo>
                      <a:pt x="932973" y="744379"/>
                      <a:pt x="954977" y="768001"/>
                      <a:pt x="977169" y="797433"/>
                    </a:cubicBezTo>
                    <a:cubicBezTo>
                      <a:pt x="985456" y="808387"/>
                      <a:pt x="993838" y="820198"/>
                      <a:pt x="1001935" y="832009"/>
                    </a:cubicBezTo>
                    <a:cubicBezTo>
                      <a:pt x="1004411" y="835533"/>
                      <a:pt x="1006887" y="839057"/>
                      <a:pt x="1009269" y="842582"/>
                    </a:cubicBezTo>
                    <a:cubicBezTo>
                      <a:pt x="1013841" y="849249"/>
                      <a:pt x="1018413" y="855821"/>
                      <a:pt x="1022889" y="862298"/>
                    </a:cubicBezTo>
                    <a:cubicBezTo>
                      <a:pt x="1025557" y="865918"/>
                      <a:pt x="1028033" y="869537"/>
                      <a:pt x="1030605" y="873062"/>
                    </a:cubicBezTo>
                    <a:cubicBezTo>
                      <a:pt x="1036320" y="880967"/>
                      <a:pt x="1041845" y="888587"/>
                      <a:pt x="1047464" y="895636"/>
                    </a:cubicBezTo>
                    <a:cubicBezTo>
                      <a:pt x="1055370" y="905828"/>
                      <a:pt x="1063276" y="914972"/>
                      <a:pt x="1070991" y="922592"/>
                    </a:cubicBezTo>
                    <a:cubicBezTo>
                      <a:pt x="1075944" y="927354"/>
                      <a:pt x="1080897" y="931640"/>
                      <a:pt x="1085755" y="935069"/>
                    </a:cubicBezTo>
                    <a:cubicBezTo>
                      <a:pt x="1089470" y="937641"/>
                      <a:pt x="1093184" y="939832"/>
                      <a:pt x="1096899" y="941451"/>
                    </a:cubicBezTo>
                    <a:cubicBezTo>
                      <a:pt x="1102233" y="943832"/>
                      <a:pt x="1107567" y="945071"/>
                      <a:pt x="1112805" y="945071"/>
                    </a:cubicBezTo>
                    <a:cubicBezTo>
                      <a:pt x="1115092" y="945071"/>
                      <a:pt x="1117378" y="944880"/>
                      <a:pt x="1119759" y="944309"/>
                    </a:cubicBezTo>
                    <a:cubicBezTo>
                      <a:pt x="1122807" y="943642"/>
                      <a:pt x="1125760" y="942499"/>
                      <a:pt x="1128427" y="940975"/>
                    </a:cubicBezTo>
                    <a:cubicBezTo>
                      <a:pt x="1139190" y="935069"/>
                      <a:pt x="1147286" y="923163"/>
                      <a:pt x="1153668" y="907256"/>
                    </a:cubicBezTo>
                    <a:cubicBezTo>
                      <a:pt x="1154335" y="905542"/>
                      <a:pt x="1155002" y="903827"/>
                      <a:pt x="1155668" y="902018"/>
                    </a:cubicBezTo>
                    <a:cubicBezTo>
                      <a:pt x="1158049" y="895445"/>
                      <a:pt x="1160240" y="888302"/>
                      <a:pt x="1162145" y="880682"/>
                    </a:cubicBezTo>
                    <a:cubicBezTo>
                      <a:pt x="1163098" y="877253"/>
                      <a:pt x="1163955" y="873633"/>
                      <a:pt x="1164812" y="870013"/>
                    </a:cubicBezTo>
                    <a:cubicBezTo>
                      <a:pt x="1167956" y="856012"/>
                      <a:pt x="1170718" y="840867"/>
                      <a:pt x="1173194" y="825151"/>
                    </a:cubicBezTo>
                    <a:cubicBezTo>
                      <a:pt x="1174052" y="820388"/>
                      <a:pt x="1174813" y="815435"/>
                      <a:pt x="1175575" y="810578"/>
                    </a:cubicBezTo>
                    <a:cubicBezTo>
                      <a:pt x="1176147" y="807530"/>
                      <a:pt x="1176623" y="804386"/>
                      <a:pt x="1177099" y="801338"/>
                    </a:cubicBezTo>
                    <a:cubicBezTo>
                      <a:pt x="1179576" y="785717"/>
                      <a:pt x="1182052" y="769430"/>
                      <a:pt x="1185005" y="753999"/>
                    </a:cubicBezTo>
                    <a:cubicBezTo>
                      <a:pt x="1185958" y="749141"/>
                      <a:pt x="1186910" y="744284"/>
                      <a:pt x="1187862" y="739712"/>
                    </a:cubicBezTo>
                    <a:cubicBezTo>
                      <a:pt x="1189958" y="729996"/>
                      <a:pt x="1192244" y="720852"/>
                      <a:pt x="1194816" y="712661"/>
                    </a:cubicBezTo>
                    <a:cubicBezTo>
                      <a:pt x="1196435" y="707327"/>
                      <a:pt x="1198150" y="702374"/>
                      <a:pt x="1200055" y="697992"/>
                    </a:cubicBezTo>
                    <a:cubicBezTo>
                      <a:pt x="1204722" y="687038"/>
                      <a:pt x="1210151" y="679133"/>
                      <a:pt x="1216723" y="675894"/>
                    </a:cubicBezTo>
                    <a:cubicBezTo>
                      <a:pt x="1238917" y="665226"/>
                      <a:pt x="1293495" y="696087"/>
                      <a:pt x="1341596" y="723424"/>
                    </a:cubicBezTo>
                    <a:cubicBezTo>
                      <a:pt x="1345311" y="725519"/>
                      <a:pt x="1349121" y="727710"/>
                      <a:pt x="1352836" y="729710"/>
                    </a:cubicBezTo>
                    <a:cubicBezTo>
                      <a:pt x="1408843" y="761333"/>
                      <a:pt x="1460563" y="788480"/>
                      <a:pt x="1487138" y="767239"/>
                    </a:cubicBezTo>
                    <a:cubicBezTo>
                      <a:pt x="1515618" y="744569"/>
                      <a:pt x="1496663" y="681609"/>
                      <a:pt x="1476661" y="614934"/>
                    </a:cubicBezTo>
                    <a:cubicBezTo>
                      <a:pt x="1460754" y="562261"/>
                      <a:pt x="1442752" y="502444"/>
                      <a:pt x="1457992" y="483299"/>
                    </a:cubicBezTo>
                    <a:cubicBezTo>
                      <a:pt x="1473136" y="464439"/>
                      <a:pt x="1535239" y="468630"/>
                      <a:pt x="1589913" y="472440"/>
                    </a:cubicBezTo>
                    <a:cubicBezTo>
                      <a:pt x="1659541" y="477203"/>
                      <a:pt x="1725453" y="481775"/>
                      <a:pt x="1741361" y="448723"/>
                    </a:cubicBezTo>
                    <a:cubicBezTo>
                      <a:pt x="1756981" y="416338"/>
                      <a:pt x="1712976" y="368237"/>
                      <a:pt x="1666398" y="317373"/>
                    </a:cubicBezTo>
                    <a:cubicBezTo>
                      <a:pt x="1628965" y="276320"/>
                      <a:pt x="1586484" y="229934"/>
                      <a:pt x="1592008" y="205550"/>
                    </a:cubicBezTo>
                    <a:cubicBezTo>
                      <a:pt x="1597247" y="182594"/>
                      <a:pt x="1654207" y="159734"/>
                      <a:pt x="1704498" y="139637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20000"/>
                  <a:lumOff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AutoShape 8"/>
              <p:cNvSpPr/>
              <p:nvPr/>
            </p:nvSpPr>
            <p:spPr>
              <a:xfrm>
                <a:off x="11221137" y="5903933"/>
                <a:ext cx="977629" cy="954067"/>
              </a:xfrm>
              <a:custGeom>
                <a:avLst/>
                <a:gdLst/>
                <a:ahLst/>
                <a:cxnLst/>
                <a:rect l="l" t="t" r="r" b="b"/>
                <a:pathLst>
                  <a:path w="916019" h="893942">
                    <a:moveTo>
                      <a:pt x="822770" y="102510"/>
                    </a:moveTo>
                    <a:cubicBezTo>
                      <a:pt x="783717" y="46122"/>
                      <a:pt x="746760" y="-7122"/>
                      <a:pt x="712280" y="783"/>
                    </a:cubicBezTo>
                    <a:cubicBezTo>
                      <a:pt x="676180" y="8975"/>
                      <a:pt x="665798" y="74412"/>
                      <a:pt x="654939" y="143753"/>
                    </a:cubicBezTo>
                    <a:cubicBezTo>
                      <a:pt x="646462" y="197665"/>
                      <a:pt x="636841" y="258720"/>
                      <a:pt x="615221" y="269103"/>
                    </a:cubicBezTo>
                    <a:cubicBezTo>
                      <a:pt x="593027" y="279866"/>
                      <a:pt x="538544" y="249004"/>
                      <a:pt x="490442" y="221668"/>
                    </a:cubicBezTo>
                    <a:cubicBezTo>
                      <a:pt x="430149" y="187473"/>
                      <a:pt x="373190" y="155279"/>
                      <a:pt x="344901" y="177853"/>
                    </a:cubicBezTo>
                    <a:cubicBezTo>
                      <a:pt x="316421" y="200522"/>
                      <a:pt x="335281" y="263483"/>
                      <a:pt x="355378" y="330158"/>
                    </a:cubicBezTo>
                    <a:cubicBezTo>
                      <a:pt x="371190" y="382831"/>
                      <a:pt x="389191" y="442648"/>
                      <a:pt x="373952" y="461698"/>
                    </a:cubicBezTo>
                    <a:cubicBezTo>
                      <a:pt x="358807" y="480652"/>
                      <a:pt x="296799" y="476366"/>
                      <a:pt x="242031" y="472652"/>
                    </a:cubicBezTo>
                    <a:cubicBezTo>
                      <a:pt x="172403" y="467889"/>
                      <a:pt x="106585" y="463317"/>
                      <a:pt x="90583" y="496369"/>
                    </a:cubicBezTo>
                    <a:cubicBezTo>
                      <a:pt x="74962" y="528754"/>
                      <a:pt x="118967" y="576855"/>
                      <a:pt x="165545" y="627719"/>
                    </a:cubicBezTo>
                    <a:cubicBezTo>
                      <a:pt x="203074" y="668771"/>
                      <a:pt x="245555" y="715158"/>
                      <a:pt x="240031" y="739542"/>
                    </a:cubicBezTo>
                    <a:cubicBezTo>
                      <a:pt x="234791" y="762498"/>
                      <a:pt x="177737" y="785357"/>
                      <a:pt x="127445" y="805455"/>
                    </a:cubicBezTo>
                    <a:cubicBezTo>
                      <a:pt x="61913" y="831744"/>
                      <a:pt x="0" y="856509"/>
                      <a:pt x="0" y="893942"/>
                    </a:cubicBezTo>
                    <a:lnTo>
                      <a:pt x="17050" y="893942"/>
                    </a:lnTo>
                    <a:cubicBezTo>
                      <a:pt x="17050" y="868035"/>
                      <a:pt x="79058" y="843174"/>
                      <a:pt x="133827" y="821267"/>
                    </a:cubicBezTo>
                    <a:cubicBezTo>
                      <a:pt x="193263" y="797454"/>
                      <a:pt x="249365" y="774975"/>
                      <a:pt x="256604" y="743257"/>
                    </a:cubicBezTo>
                    <a:cubicBezTo>
                      <a:pt x="264034" y="710300"/>
                      <a:pt x="222314" y="664580"/>
                      <a:pt x="178118" y="616288"/>
                    </a:cubicBezTo>
                    <a:cubicBezTo>
                      <a:pt x="139255" y="573807"/>
                      <a:pt x="95345" y="525801"/>
                      <a:pt x="105918" y="503798"/>
                    </a:cubicBezTo>
                    <a:cubicBezTo>
                      <a:pt x="116872" y="481034"/>
                      <a:pt x="182785" y="485606"/>
                      <a:pt x="240888" y="489606"/>
                    </a:cubicBezTo>
                    <a:cubicBezTo>
                      <a:pt x="305563" y="494083"/>
                      <a:pt x="366523" y="498274"/>
                      <a:pt x="387191" y="472366"/>
                    </a:cubicBezTo>
                    <a:cubicBezTo>
                      <a:pt x="408052" y="446267"/>
                      <a:pt x="390335" y="387498"/>
                      <a:pt x="371666" y="325204"/>
                    </a:cubicBezTo>
                    <a:cubicBezTo>
                      <a:pt x="354902" y="269674"/>
                      <a:pt x="335947" y="206619"/>
                      <a:pt x="355474" y="191093"/>
                    </a:cubicBezTo>
                    <a:cubicBezTo>
                      <a:pt x="374810" y="175662"/>
                      <a:pt x="431769" y="207952"/>
                      <a:pt x="482060" y="236527"/>
                    </a:cubicBezTo>
                    <a:cubicBezTo>
                      <a:pt x="538735" y="268626"/>
                      <a:pt x="592360" y="299011"/>
                      <a:pt x="622649" y="284438"/>
                    </a:cubicBezTo>
                    <a:cubicBezTo>
                      <a:pt x="652178" y="270150"/>
                      <a:pt x="661703" y="210047"/>
                      <a:pt x="671703" y="146421"/>
                    </a:cubicBezTo>
                    <a:cubicBezTo>
                      <a:pt x="680848" y="88508"/>
                      <a:pt x="691135" y="22976"/>
                      <a:pt x="715995" y="17356"/>
                    </a:cubicBezTo>
                    <a:cubicBezTo>
                      <a:pt x="739426" y="11928"/>
                      <a:pt x="776288" y="65172"/>
                      <a:pt x="808768" y="112130"/>
                    </a:cubicBezTo>
                    <a:cubicBezTo>
                      <a:pt x="846297" y="166423"/>
                      <a:pt x="881730" y="217667"/>
                      <a:pt x="916020" y="217667"/>
                    </a:cubicBezTo>
                    <a:lnTo>
                      <a:pt x="916020" y="200713"/>
                    </a:lnTo>
                    <a:cubicBezTo>
                      <a:pt x="890588" y="200713"/>
                      <a:pt x="854584" y="148516"/>
                      <a:pt x="822770" y="102510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20000"/>
                  <a:lumOff val="8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" name="Group 9"/>
              <p:cNvGrpSpPr/>
              <p:nvPr/>
            </p:nvGrpSpPr>
            <p:grpSpPr>
              <a:xfrm>
                <a:off x="236119" y="1202548"/>
                <a:ext cx="11580795" cy="4697746"/>
                <a:chOff x="236119" y="1202548"/>
                <a:chExt cx="11580795" cy="4697746"/>
              </a:xfrm>
            </p:grpSpPr>
            <p:grpSp>
              <p:nvGrpSpPr>
                <p:cNvPr id="10" name="Group 10"/>
                <p:cNvGrpSpPr/>
                <p:nvPr/>
              </p:nvGrpSpPr>
              <p:grpSpPr>
                <a:xfrm>
                  <a:off x="236119" y="1283255"/>
                  <a:ext cx="2887682" cy="4315598"/>
                  <a:chOff x="294226" y="452879"/>
                  <a:chExt cx="3837623" cy="5735270"/>
                </a:xfrm>
              </p:grpSpPr>
              <p:sp>
                <p:nvSpPr>
                  <p:cNvPr id="11" name="AutoShape 11"/>
                  <p:cNvSpPr/>
                  <p:nvPr/>
                </p:nvSpPr>
                <p:spPr>
                  <a:xfrm>
                    <a:off x="948353" y="2201400"/>
                    <a:ext cx="2812832" cy="27442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67" h="2571311">
                        <a:moveTo>
                          <a:pt x="2635568" y="1285656"/>
                        </a:moveTo>
                        <a:cubicBezTo>
                          <a:pt x="2635568" y="1374048"/>
                          <a:pt x="2306288" y="1424340"/>
                          <a:pt x="2287429" y="1507112"/>
                        </a:cubicBezTo>
                        <a:cubicBezTo>
                          <a:pt x="2267998" y="1592551"/>
                          <a:pt x="2542413" y="1780479"/>
                          <a:pt x="2505266" y="1857537"/>
                        </a:cubicBezTo>
                        <a:cubicBezTo>
                          <a:pt x="2467451" y="1935927"/>
                          <a:pt x="2149126" y="1838201"/>
                          <a:pt x="2095309" y="1905447"/>
                        </a:cubicBezTo>
                        <a:cubicBezTo>
                          <a:pt x="2041303" y="1973075"/>
                          <a:pt x="2207133" y="2261778"/>
                          <a:pt x="2139506" y="2315784"/>
                        </a:cubicBezTo>
                        <a:cubicBezTo>
                          <a:pt x="2072164" y="2369505"/>
                          <a:pt x="1827562" y="2143954"/>
                          <a:pt x="1749266" y="2181672"/>
                        </a:cubicBezTo>
                        <a:cubicBezTo>
                          <a:pt x="1672209" y="2218820"/>
                          <a:pt x="1696403" y="2551052"/>
                          <a:pt x="1610963" y="2570483"/>
                        </a:cubicBezTo>
                        <a:cubicBezTo>
                          <a:pt x="1528191" y="2589247"/>
                          <a:pt x="1406271" y="2279875"/>
                          <a:pt x="1317784" y="2279875"/>
                        </a:cubicBezTo>
                        <a:cubicBezTo>
                          <a:pt x="1229297" y="2279875"/>
                          <a:pt x="1107377" y="2589342"/>
                          <a:pt x="1024604" y="2570483"/>
                        </a:cubicBezTo>
                        <a:cubicBezTo>
                          <a:pt x="939165" y="2551052"/>
                          <a:pt x="963454" y="2218820"/>
                          <a:pt x="886301" y="2181672"/>
                        </a:cubicBezTo>
                        <a:cubicBezTo>
                          <a:pt x="807911" y="2143858"/>
                          <a:pt x="563308" y="2369505"/>
                          <a:pt x="496062" y="2315784"/>
                        </a:cubicBezTo>
                        <a:cubicBezTo>
                          <a:pt x="428435" y="2261778"/>
                          <a:pt x="594265" y="1973075"/>
                          <a:pt x="540258" y="1905447"/>
                        </a:cubicBezTo>
                        <a:cubicBezTo>
                          <a:pt x="486537" y="1838106"/>
                          <a:pt x="168116" y="1935832"/>
                          <a:pt x="130302" y="1857537"/>
                        </a:cubicBezTo>
                        <a:cubicBezTo>
                          <a:pt x="93154" y="1780479"/>
                          <a:pt x="367570" y="1592551"/>
                          <a:pt x="348139" y="1507112"/>
                        </a:cubicBezTo>
                        <a:cubicBezTo>
                          <a:pt x="329375" y="1424340"/>
                          <a:pt x="0" y="1374048"/>
                          <a:pt x="0" y="1285656"/>
                        </a:cubicBezTo>
                        <a:cubicBezTo>
                          <a:pt x="0" y="1197264"/>
                          <a:pt x="329279" y="1146972"/>
                          <a:pt x="348139" y="1064199"/>
                        </a:cubicBezTo>
                        <a:cubicBezTo>
                          <a:pt x="367570" y="978760"/>
                          <a:pt x="93154" y="790832"/>
                          <a:pt x="130302" y="713774"/>
                        </a:cubicBezTo>
                        <a:cubicBezTo>
                          <a:pt x="168116" y="635384"/>
                          <a:pt x="486442" y="733110"/>
                          <a:pt x="540258" y="665864"/>
                        </a:cubicBezTo>
                        <a:cubicBezTo>
                          <a:pt x="594265" y="598236"/>
                          <a:pt x="428435" y="309534"/>
                          <a:pt x="496062" y="255527"/>
                        </a:cubicBezTo>
                        <a:cubicBezTo>
                          <a:pt x="563404" y="201806"/>
                          <a:pt x="808006" y="427358"/>
                          <a:pt x="886301" y="389639"/>
                        </a:cubicBezTo>
                        <a:cubicBezTo>
                          <a:pt x="963358" y="352491"/>
                          <a:pt x="939165" y="20259"/>
                          <a:pt x="1024604" y="828"/>
                        </a:cubicBezTo>
                        <a:cubicBezTo>
                          <a:pt x="1107377" y="-17936"/>
                          <a:pt x="1229297" y="291436"/>
                          <a:pt x="1317784" y="291436"/>
                        </a:cubicBezTo>
                        <a:cubicBezTo>
                          <a:pt x="1406271" y="291436"/>
                          <a:pt x="1528191" y="-18031"/>
                          <a:pt x="1610963" y="828"/>
                        </a:cubicBezTo>
                        <a:cubicBezTo>
                          <a:pt x="1696403" y="20259"/>
                          <a:pt x="1672114" y="352491"/>
                          <a:pt x="1749266" y="389639"/>
                        </a:cubicBezTo>
                        <a:cubicBezTo>
                          <a:pt x="1827657" y="427453"/>
                          <a:pt x="2072259" y="201806"/>
                          <a:pt x="2139506" y="255527"/>
                        </a:cubicBezTo>
                        <a:cubicBezTo>
                          <a:pt x="2207133" y="309534"/>
                          <a:pt x="2041303" y="598236"/>
                          <a:pt x="2095309" y="665864"/>
                        </a:cubicBezTo>
                        <a:cubicBezTo>
                          <a:pt x="2149031" y="733206"/>
                          <a:pt x="2467451" y="635479"/>
                          <a:pt x="2505266" y="713774"/>
                        </a:cubicBezTo>
                        <a:cubicBezTo>
                          <a:pt x="2542413" y="790832"/>
                          <a:pt x="2267998" y="978760"/>
                          <a:pt x="2287429" y="1064199"/>
                        </a:cubicBezTo>
                        <a:cubicBezTo>
                          <a:pt x="2306193" y="1146972"/>
                          <a:pt x="2635568" y="1197264"/>
                          <a:pt x="2635568" y="1285656"/>
                        </a:cubicBezTo>
                        <a:close/>
                      </a:path>
                    </a:pathLst>
                  </a:custGeom>
                  <a:solidFill>
                    <a:srgbClr val="FFD05C">
                      <a:alpha val="100000"/>
                      <a:lumMod val="20000"/>
                      <a:lumOff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2" name="Group 12"/>
                  <p:cNvGrpSpPr/>
                  <p:nvPr/>
                </p:nvGrpSpPr>
                <p:grpSpPr>
                  <a:xfrm>
                    <a:off x="294226" y="452879"/>
                    <a:ext cx="3837623" cy="5735270"/>
                    <a:chOff x="656683" y="862488"/>
                    <a:chExt cx="3595776" cy="5373833"/>
                  </a:xfrm>
                </p:grpSpPr>
                <p:grpSp>
                  <p:nvGrpSpPr>
                    <p:cNvPr id="13" name="Group 13"/>
                    <p:cNvGrpSpPr/>
                    <p:nvPr/>
                  </p:nvGrpSpPr>
                  <p:grpSpPr>
                    <a:xfrm>
                      <a:off x="656683" y="954359"/>
                      <a:ext cx="3300764" cy="5281962"/>
                      <a:chOff x="656683" y="954359"/>
                      <a:chExt cx="3300764" cy="5281962"/>
                    </a:xfrm>
                  </p:grpSpPr>
                  <p:grpSp>
                    <p:nvGrpSpPr>
                      <p:cNvPr id="14" name="Group 14"/>
                      <p:cNvGrpSpPr/>
                      <p:nvPr/>
                    </p:nvGrpSpPr>
                    <p:grpSpPr>
                      <a:xfrm>
                        <a:off x="656683" y="954359"/>
                        <a:ext cx="3154572" cy="5281962"/>
                        <a:chOff x="656683" y="954359"/>
                        <a:chExt cx="3154572" cy="5281962"/>
                      </a:xfrm>
                    </p:grpSpPr>
                    <p:grpSp>
                      <p:nvGrpSpPr>
                        <p:cNvPr id="15" name="Group 15"/>
                        <p:cNvGrpSpPr/>
                        <p:nvPr/>
                      </p:nvGrpSpPr>
                      <p:grpSpPr>
                        <a:xfrm>
                          <a:off x="2748081" y="954359"/>
                          <a:ext cx="1016663" cy="1127328"/>
                          <a:chOff x="2748081" y="954359"/>
                          <a:chExt cx="1016663" cy="1127328"/>
                        </a:xfrm>
                      </p:grpSpPr>
                      <p:grpSp>
                        <p:nvGrpSpPr>
                          <p:cNvPr id="16" name="Group 16"/>
                          <p:cNvGrpSpPr/>
                          <p:nvPr/>
                        </p:nvGrpSpPr>
                        <p:grpSpPr>
                          <a:xfrm>
                            <a:off x="2748081" y="954359"/>
                            <a:ext cx="1016663" cy="1127328"/>
                            <a:chOff x="2748081" y="954359"/>
                            <a:chExt cx="1016663" cy="1127328"/>
                          </a:xfrm>
                        </p:grpSpPr>
                        <p:grpSp>
                          <p:nvGrpSpPr>
                            <p:cNvPr id="17" name="Group 17"/>
                            <p:cNvGrpSpPr/>
                            <p:nvPr/>
                          </p:nvGrpSpPr>
                          <p:grpSpPr>
                            <a:xfrm>
                              <a:off x="2770869" y="992258"/>
                              <a:ext cx="993875" cy="1089429"/>
                              <a:chOff x="2770869" y="992258"/>
                              <a:chExt cx="993875" cy="1089429"/>
                            </a:xfrm>
                          </p:grpSpPr>
                          <p:sp>
                            <p:nvSpPr>
                              <p:cNvPr id="18" name="AutoShape 18"/>
                              <p:cNvSpPr/>
                              <p:nvPr/>
                            </p:nvSpPr>
                            <p:spPr>
                              <a:xfrm>
                                <a:off x="2777277" y="998651"/>
                                <a:ext cx="981075" cy="1076706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81075" h="1076706">
                                    <a:moveTo>
                                      <a:pt x="336636" y="712"/>
                                    </a:moveTo>
                                    <a:cubicBezTo>
                                      <a:pt x="671820" y="98343"/>
                                      <a:pt x="913089" y="210452"/>
                                      <a:pt x="971096" y="238456"/>
                                    </a:cubicBezTo>
                                    <a:cubicBezTo>
                                      <a:pt x="978907" y="242171"/>
                                      <a:pt x="982812" y="251029"/>
                                      <a:pt x="980335" y="259316"/>
                                    </a:cubicBezTo>
                                    <a:cubicBezTo>
                                      <a:pt x="957380" y="338468"/>
                                      <a:pt x="839842" y="731565"/>
                                      <a:pt x="678202" y="1066750"/>
                                    </a:cubicBezTo>
                                    <a:cubicBezTo>
                                      <a:pt x="673916" y="1075608"/>
                                      <a:pt x="663153" y="1079228"/>
                                      <a:pt x="654390" y="1074846"/>
                                    </a:cubicBezTo>
                                    <a:cubicBezTo>
                                      <a:pt x="375403" y="936067"/>
                                      <a:pt x="87938" y="840912"/>
                                      <a:pt x="12310" y="816814"/>
                                    </a:cubicBezTo>
                                    <a:cubicBezTo>
                                      <a:pt x="2213" y="813575"/>
                                      <a:pt x="-2835" y="802145"/>
                                      <a:pt x="1642" y="792525"/>
                                    </a:cubicBezTo>
                                    <a:cubicBezTo>
                                      <a:pt x="183378" y="398095"/>
                                      <a:pt x="290630" y="85199"/>
                                      <a:pt x="314919" y="12142"/>
                                    </a:cubicBezTo>
                                    <a:cubicBezTo>
                                      <a:pt x="317872" y="3093"/>
                                      <a:pt x="327587" y="-1955"/>
                                      <a:pt x="336636" y="712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FFD05C">
                                  <a:alpha val="100000"/>
                                  <a:lumMod val="20000"/>
                                  <a:lumOff val="8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9" name="AutoShape 19"/>
                              <p:cNvSpPr/>
                              <p:nvPr/>
                            </p:nvSpPr>
                            <p:spPr>
                              <a:xfrm>
                                <a:off x="2770869" y="992258"/>
                                <a:ext cx="993875" cy="108942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93875" h="1089429">
                                    <a:moveTo>
                                      <a:pt x="980266" y="239038"/>
                                    </a:moveTo>
                                    <a:cubicBezTo>
                                      <a:pt x="974456" y="236180"/>
                                      <a:pt x="967217" y="232751"/>
                                      <a:pt x="958644" y="228751"/>
                                    </a:cubicBezTo>
                                    <a:cubicBezTo>
                                      <a:pt x="919401" y="210463"/>
                                      <a:pt x="852250" y="180269"/>
                                      <a:pt x="762620" y="144550"/>
                                    </a:cubicBezTo>
                                    <a:cubicBezTo>
                                      <a:pt x="653463" y="101021"/>
                                      <a:pt x="510874" y="49395"/>
                                      <a:pt x="344853" y="1008"/>
                                    </a:cubicBezTo>
                                    <a:cubicBezTo>
                                      <a:pt x="332375" y="-2707"/>
                                      <a:pt x="319422" y="4151"/>
                                      <a:pt x="315230" y="16534"/>
                                    </a:cubicBezTo>
                                    <a:cubicBezTo>
                                      <a:pt x="313421" y="22058"/>
                                      <a:pt x="311230" y="28440"/>
                                      <a:pt x="308754" y="35774"/>
                                    </a:cubicBezTo>
                                    <a:cubicBezTo>
                                      <a:pt x="305610" y="45109"/>
                                      <a:pt x="301896" y="55777"/>
                                      <a:pt x="297705" y="67969"/>
                                    </a:cubicBezTo>
                                    <a:cubicBezTo>
                                      <a:pt x="289037" y="93020"/>
                                      <a:pt x="278178" y="123881"/>
                                      <a:pt x="265034" y="159885"/>
                                    </a:cubicBezTo>
                                    <a:cubicBezTo>
                                      <a:pt x="261319" y="170172"/>
                                      <a:pt x="257414" y="180840"/>
                                      <a:pt x="253318" y="191984"/>
                                    </a:cubicBezTo>
                                    <a:cubicBezTo>
                                      <a:pt x="242936" y="219988"/>
                                      <a:pt x="231411" y="250468"/>
                                      <a:pt x="218838" y="283329"/>
                                    </a:cubicBezTo>
                                    <a:cubicBezTo>
                                      <a:pt x="214837" y="293711"/>
                                      <a:pt x="210741" y="304284"/>
                                      <a:pt x="206550" y="315238"/>
                                    </a:cubicBezTo>
                                    <a:cubicBezTo>
                                      <a:pt x="195311" y="344003"/>
                                      <a:pt x="183309" y="374293"/>
                                      <a:pt x="170546" y="406106"/>
                                    </a:cubicBezTo>
                                    <a:cubicBezTo>
                                      <a:pt x="166355" y="416489"/>
                                      <a:pt x="162069" y="427157"/>
                                      <a:pt x="157687" y="437920"/>
                                    </a:cubicBezTo>
                                    <a:cubicBezTo>
                                      <a:pt x="145781" y="466971"/>
                                      <a:pt x="133303" y="497165"/>
                                      <a:pt x="120254" y="528312"/>
                                    </a:cubicBezTo>
                                    <a:cubicBezTo>
                                      <a:pt x="115872" y="538694"/>
                                      <a:pt x="111396" y="549267"/>
                                      <a:pt x="106823" y="559935"/>
                                    </a:cubicBezTo>
                                    <a:cubicBezTo>
                                      <a:pt x="94441" y="589177"/>
                                      <a:pt x="81487" y="619181"/>
                                      <a:pt x="67962" y="649946"/>
                                    </a:cubicBezTo>
                                    <a:cubicBezTo>
                                      <a:pt x="63389" y="660329"/>
                                      <a:pt x="58817" y="670901"/>
                                      <a:pt x="54150" y="681474"/>
                                    </a:cubicBezTo>
                                    <a:cubicBezTo>
                                      <a:pt x="39291" y="714812"/>
                                      <a:pt x="23956" y="748911"/>
                                      <a:pt x="7954" y="783677"/>
                                    </a:cubicBezTo>
                                    <a:cubicBezTo>
                                      <a:pt x="6049" y="787868"/>
                                      <a:pt x="4144" y="791964"/>
                                      <a:pt x="2239" y="796155"/>
                                    </a:cubicBezTo>
                                    <a:cubicBezTo>
                                      <a:pt x="-714" y="802442"/>
                                      <a:pt x="-714" y="809681"/>
                                      <a:pt x="2048" y="815967"/>
                                    </a:cubicBezTo>
                                    <a:cubicBezTo>
                                      <a:pt x="4811" y="822349"/>
                                      <a:pt x="10145" y="827111"/>
                                      <a:pt x="16717" y="829207"/>
                                    </a:cubicBezTo>
                                    <a:cubicBezTo>
                                      <a:pt x="97203" y="854829"/>
                                      <a:pt x="381334" y="949222"/>
                                      <a:pt x="657940" y="1086858"/>
                                    </a:cubicBezTo>
                                    <a:cubicBezTo>
                                      <a:pt x="661369" y="1088573"/>
                                      <a:pt x="665084" y="1089430"/>
                                      <a:pt x="668703" y="1089430"/>
                                    </a:cubicBezTo>
                                    <a:cubicBezTo>
                                      <a:pt x="671370" y="1089430"/>
                                      <a:pt x="674037" y="1088954"/>
                                      <a:pt x="676609" y="1088096"/>
                                    </a:cubicBezTo>
                                    <a:cubicBezTo>
                                      <a:pt x="682705" y="1086001"/>
                                      <a:pt x="687563" y="1081619"/>
                                      <a:pt x="690420" y="1075809"/>
                                    </a:cubicBezTo>
                                    <a:cubicBezTo>
                                      <a:pt x="852631" y="739577"/>
                                      <a:pt x="970836" y="343432"/>
                                      <a:pt x="992934" y="267422"/>
                                    </a:cubicBezTo>
                                    <a:cubicBezTo>
                                      <a:pt x="996173" y="256088"/>
                                      <a:pt x="990839" y="244181"/>
                                      <a:pt x="980266" y="239038"/>
                                    </a:cubicBezTo>
                                    <a:close/>
                                    <a:moveTo>
                                      <a:pt x="672418" y="1076000"/>
                                    </a:moveTo>
                                    <a:cubicBezTo>
                                      <a:pt x="669561" y="1077047"/>
                                      <a:pt x="666417" y="1076762"/>
                                      <a:pt x="663655" y="1075428"/>
                                    </a:cubicBezTo>
                                    <a:cubicBezTo>
                                      <a:pt x="386192" y="937411"/>
                                      <a:pt x="101299" y="842828"/>
                                      <a:pt x="20622" y="817110"/>
                                    </a:cubicBezTo>
                                    <a:cubicBezTo>
                                      <a:pt x="17479" y="816062"/>
                                      <a:pt x="15002" y="813872"/>
                                      <a:pt x="13669" y="810824"/>
                                    </a:cubicBezTo>
                                    <a:cubicBezTo>
                                      <a:pt x="12335" y="807871"/>
                                      <a:pt x="12431" y="804537"/>
                                      <a:pt x="13669" y="801489"/>
                                    </a:cubicBezTo>
                                    <a:cubicBezTo>
                                      <a:pt x="15764" y="796822"/>
                                      <a:pt x="17955" y="792250"/>
                                      <a:pt x="20051" y="787678"/>
                                    </a:cubicBezTo>
                                    <a:cubicBezTo>
                                      <a:pt x="36053" y="752721"/>
                                      <a:pt x="51483" y="718431"/>
                                      <a:pt x="66342" y="684998"/>
                                    </a:cubicBezTo>
                                    <a:cubicBezTo>
                                      <a:pt x="71009" y="674426"/>
                                      <a:pt x="75677" y="663948"/>
                                      <a:pt x="80249" y="653566"/>
                                    </a:cubicBezTo>
                                    <a:cubicBezTo>
                                      <a:pt x="93679" y="622800"/>
                                      <a:pt x="106633" y="592701"/>
                                      <a:pt x="119111" y="563459"/>
                                    </a:cubicBezTo>
                                    <a:cubicBezTo>
                                      <a:pt x="123588" y="552791"/>
                                      <a:pt x="128064" y="542314"/>
                                      <a:pt x="132446" y="531836"/>
                                    </a:cubicBezTo>
                                    <a:cubicBezTo>
                                      <a:pt x="145590" y="500690"/>
                                      <a:pt x="158068" y="470495"/>
                                      <a:pt x="169879" y="441444"/>
                                    </a:cubicBezTo>
                                    <a:cubicBezTo>
                                      <a:pt x="174261" y="430681"/>
                                      <a:pt x="178547" y="420013"/>
                                      <a:pt x="182738" y="409631"/>
                                    </a:cubicBezTo>
                                    <a:cubicBezTo>
                                      <a:pt x="195501" y="377817"/>
                                      <a:pt x="207503" y="347528"/>
                                      <a:pt x="218742" y="318762"/>
                                    </a:cubicBezTo>
                                    <a:cubicBezTo>
                                      <a:pt x="222933" y="307904"/>
                                      <a:pt x="227029" y="297236"/>
                                      <a:pt x="231030" y="286853"/>
                                    </a:cubicBezTo>
                                    <a:cubicBezTo>
                                      <a:pt x="243603" y="253992"/>
                                      <a:pt x="255128" y="223512"/>
                                      <a:pt x="265510" y="195509"/>
                                    </a:cubicBezTo>
                                    <a:cubicBezTo>
                                      <a:pt x="269606" y="184460"/>
                                      <a:pt x="273511" y="173696"/>
                                      <a:pt x="277226" y="163505"/>
                                    </a:cubicBezTo>
                                    <a:cubicBezTo>
                                      <a:pt x="290370" y="127405"/>
                                      <a:pt x="301229" y="96639"/>
                                      <a:pt x="309897" y="71588"/>
                                    </a:cubicBezTo>
                                    <a:cubicBezTo>
                                      <a:pt x="314088" y="59396"/>
                                      <a:pt x="317802" y="48633"/>
                                      <a:pt x="320946" y="39394"/>
                                    </a:cubicBezTo>
                                    <a:cubicBezTo>
                                      <a:pt x="323327" y="32250"/>
                                      <a:pt x="325422" y="25964"/>
                                      <a:pt x="327232" y="20534"/>
                                    </a:cubicBezTo>
                                    <a:cubicBezTo>
                                      <a:pt x="328851" y="15772"/>
                                      <a:pt x="333233" y="12724"/>
                                      <a:pt x="337995" y="12724"/>
                                    </a:cubicBezTo>
                                    <a:cubicBezTo>
                                      <a:pt x="339043" y="12724"/>
                                      <a:pt x="340091" y="12914"/>
                                      <a:pt x="341234" y="13200"/>
                                    </a:cubicBezTo>
                                    <a:cubicBezTo>
                                      <a:pt x="644796" y="101687"/>
                                      <a:pt x="869586" y="201128"/>
                                      <a:pt x="954930" y="241133"/>
                                    </a:cubicBezTo>
                                    <a:cubicBezTo>
                                      <a:pt x="962645" y="244848"/>
                                      <a:pt x="969217" y="247991"/>
                                      <a:pt x="974646" y="250563"/>
                                    </a:cubicBezTo>
                                    <a:cubicBezTo>
                                      <a:pt x="979599" y="252944"/>
                                      <a:pt x="982076" y="258564"/>
                                      <a:pt x="980552" y="263898"/>
                                    </a:cubicBezTo>
                                    <a:cubicBezTo>
                                      <a:pt x="958549" y="339717"/>
                                      <a:pt x="840630" y="734909"/>
                                      <a:pt x="678800" y="1070285"/>
                                    </a:cubicBezTo>
                                    <a:cubicBezTo>
                                      <a:pt x="677466" y="1073047"/>
                                      <a:pt x="675180" y="1075047"/>
                                      <a:pt x="672323" y="107600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</p:grpSp>
                        <p:sp>
                          <p:nvSpPr>
                            <p:cNvPr id="20" name="AutoShape 20"/>
                            <p:cNvSpPr/>
                            <p:nvPr/>
                          </p:nvSpPr>
                          <p:spPr>
                            <a:xfrm>
                              <a:off x="2751369" y="954359"/>
                              <a:ext cx="981075" cy="107670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81075" h="1076706">
                                  <a:moveTo>
                                    <a:pt x="336636" y="712"/>
                                  </a:moveTo>
                                  <a:cubicBezTo>
                                    <a:pt x="671821" y="98343"/>
                                    <a:pt x="913089" y="210452"/>
                                    <a:pt x="971096" y="238456"/>
                                  </a:cubicBezTo>
                                  <a:cubicBezTo>
                                    <a:pt x="978907" y="242171"/>
                                    <a:pt x="982812" y="251029"/>
                                    <a:pt x="980335" y="259316"/>
                                  </a:cubicBezTo>
                                  <a:cubicBezTo>
                                    <a:pt x="957380" y="338468"/>
                                    <a:pt x="839842" y="731565"/>
                                    <a:pt x="678202" y="1066750"/>
                                  </a:cubicBezTo>
                                  <a:cubicBezTo>
                                    <a:pt x="673916" y="1075608"/>
                                    <a:pt x="663153" y="1079228"/>
                                    <a:pt x="654390" y="1074846"/>
                                  </a:cubicBezTo>
                                  <a:cubicBezTo>
                                    <a:pt x="375403" y="936067"/>
                                    <a:pt x="87938" y="840912"/>
                                    <a:pt x="12310" y="816814"/>
                                  </a:cubicBezTo>
                                  <a:cubicBezTo>
                                    <a:pt x="2213" y="813575"/>
                                    <a:pt x="-2835" y="802145"/>
                                    <a:pt x="1642" y="792525"/>
                                  </a:cubicBezTo>
                                  <a:cubicBezTo>
                                    <a:pt x="183378" y="398095"/>
                                    <a:pt x="290630" y="85199"/>
                                    <a:pt x="314919" y="12142"/>
                                  </a:cubicBezTo>
                                  <a:cubicBezTo>
                                    <a:pt x="317872" y="3093"/>
                                    <a:pt x="327587" y="-1955"/>
                                    <a:pt x="336636" y="71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1" name="AutoShape 21"/>
                            <p:cNvSpPr/>
                            <p:nvPr/>
                          </p:nvSpPr>
                          <p:spPr>
                            <a:xfrm>
                              <a:off x="2979348" y="1004976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2" name="AutoShape 22"/>
                            <p:cNvSpPr/>
                            <p:nvPr/>
                          </p:nvSpPr>
                          <p:spPr>
                            <a:xfrm>
                              <a:off x="2933056" y="1128325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3" name="AutoShape 23"/>
                            <p:cNvSpPr/>
                            <p:nvPr/>
                          </p:nvSpPr>
                          <p:spPr>
                            <a:xfrm>
                              <a:off x="2886765" y="1251674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4" name="AutoShape 24"/>
                            <p:cNvSpPr/>
                            <p:nvPr/>
                          </p:nvSpPr>
                          <p:spPr>
                            <a:xfrm>
                              <a:off x="2840569" y="1375118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5" name="AutoShape 25"/>
                            <p:cNvSpPr/>
                            <p:nvPr/>
                          </p:nvSpPr>
                          <p:spPr>
                            <a:xfrm>
                              <a:off x="2794277" y="1498466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6" name="AutoShape 26"/>
                            <p:cNvSpPr/>
                            <p:nvPr/>
                          </p:nvSpPr>
                          <p:spPr>
                            <a:xfrm>
                              <a:off x="2748081" y="1621910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9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grpSp>
                        <p:nvGrpSpPr>
                          <p:cNvPr id="27" name="Group 27"/>
                          <p:cNvGrpSpPr/>
                          <p:nvPr/>
                        </p:nvGrpSpPr>
                        <p:grpSpPr>
                          <a:xfrm>
                            <a:off x="2912437" y="1076493"/>
                            <a:ext cx="754613" cy="829458"/>
                            <a:chOff x="2912437" y="1076493"/>
                            <a:chExt cx="754613" cy="829458"/>
                          </a:xfrm>
                          <a:solidFill>
                            <a:srgbClr val="282523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28" name="AutoShape 28"/>
                            <p:cNvSpPr/>
                            <p:nvPr/>
                          </p:nvSpPr>
                          <p:spPr>
                            <a:xfrm>
                              <a:off x="3149609" y="1076493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2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9" name="AutoShape 29"/>
                            <p:cNvSpPr/>
                            <p:nvPr/>
                          </p:nvSpPr>
                          <p:spPr>
                            <a:xfrm>
                              <a:off x="3110081" y="1181935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3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0" name="AutoShape 30"/>
                            <p:cNvSpPr/>
                            <p:nvPr/>
                          </p:nvSpPr>
                          <p:spPr>
                            <a:xfrm>
                              <a:off x="3070552" y="1287472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3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1" name="AutoShape 31"/>
                            <p:cNvSpPr/>
                            <p:nvPr/>
                          </p:nvSpPr>
                          <p:spPr>
                            <a:xfrm>
                              <a:off x="3031023" y="1392914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0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3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2" name="AutoShape 32"/>
                            <p:cNvSpPr/>
                            <p:nvPr/>
                          </p:nvSpPr>
                          <p:spPr>
                            <a:xfrm>
                              <a:off x="2991495" y="1498356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5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0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2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3" name="AutoShape 33"/>
                            <p:cNvSpPr/>
                            <p:nvPr/>
                          </p:nvSpPr>
                          <p:spPr>
                            <a:xfrm>
                              <a:off x="2951966" y="1603893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2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4" name="AutoShape 34"/>
                            <p:cNvSpPr/>
                            <p:nvPr/>
                          </p:nvSpPr>
                          <p:spPr>
                            <a:xfrm>
                              <a:off x="2912437" y="1709334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3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  <p:grpSp>
                      <p:nvGrpSpPr>
                        <p:cNvPr id="35" name="Group 35"/>
                        <p:cNvGrpSpPr/>
                        <p:nvPr/>
                      </p:nvGrpSpPr>
                      <p:grpSpPr>
                        <a:xfrm>
                          <a:off x="1087710" y="1689491"/>
                          <a:ext cx="1629499" cy="1620694"/>
                          <a:chOff x="1087710" y="1689491"/>
                          <a:chExt cx="1629499" cy="1620694"/>
                        </a:xfrm>
                      </p:grpSpPr>
                      <p:sp>
                        <p:nvSpPr>
                          <p:cNvPr id="36" name="AutoShape 36"/>
                          <p:cNvSpPr/>
                          <p:nvPr/>
                        </p:nvSpPr>
                        <p:spPr>
                          <a:xfrm>
                            <a:off x="1087710" y="1689491"/>
                            <a:ext cx="1629499" cy="162069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629499" h="1620694">
                                <a:moveTo>
                                  <a:pt x="8712" y="687663"/>
                                </a:moveTo>
                                <a:lnTo>
                                  <a:pt x="512966" y="1585870"/>
                                </a:lnTo>
                                <a:cubicBezTo>
                                  <a:pt x="531254" y="1618541"/>
                                  <a:pt x="572497" y="1630257"/>
                                  <a:pt x="605263" y="1612255"/>
                                </a:cubicBezTo>
                                <a:lnTo>
                                  <a:pt x="1594149" y="1068663"/>
                                </a:lnTo>
                                <a:cubicBezTo>
                                  <a:pt x="1627200" y="1050470"/>
                                  <a:pt x="1639202" y="1008941"/>
                                  <a:pt x="1621009" y="975889"/>
                                </a:cubicBezTo>
                                <a:lnTo>
                                  <a:pt x="1100658" y="35200"/>
                                </a:lnTo>
                                <a:cubicBezTo>
                                  <a:pt x="1081989" y="1387"/>
                                  <a:pt x="1038936" y="-10139"/>
                                  <a:pt x="1005789" y="9768"/>
                                </a:cubicBezTo>
                                <a:lnTo>
                                  <a:pt x="33001" y="595746"/>
                                </a:lnTo>
                                <a:cubicBezTo>
                                  <a:pt x="1473" y="614796"/>
                                  <a:pt x="-9290" y="655373"/>
                                  <a:pt x="8712" y="68756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6000">
                              <a:alpha val="100000"/>
                              <a:lumMod val="40000"/>
                              <a:lumOff val="6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37" name="Group 37"/>
                          <p:cNvGrpSpPr/>
                          <p:nvPr/>
                        </p:nvGrpSpPr>
                        <p:grpSpPr>
                          <a:xfrm>
                            <a:off x="1526913" y="2108119"/>
                            <a:ext cx="775720" cy="797400"/>
                            <a:chOff x="1526913" y="2108119"/>
                            <a:chExt cx="775720" cy="797400"/>
                          </a:xfrm>
                        </p:grpSpPr>
                        <p:sp>
                          <p:nvSpPr>
                            <p:cNvPr id="38" name="AutoShape 38"/>
                            <p:cNvSpPr/>
                            <p:nvPr/>
                          </p:nvSpPr>
                          <p:spPr>
                            <a:xfrm>
                              <a:off x="2017204" y="2305907"/>
                              <a:ext cx="285429" cy="53511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85429" h="535114">
                                  <a:moveTo>
                                    <a:pt x="231362" y="1238"/>
                                  </a:moveTo>
                                  <a:cubicBezTo>
                                    <a:pt x="231362" y="1238"/>
                                    <a:pt x="230791" y="381"/>
                                    <a:pt x="230505" y="0"/>
                                  </a:cubicBezTo>
                                  <a:cubicBezTo>
                                    <a:pt x="182785" y="27051"/>
                                    <a:pt x="133731" y="55245"/>
                                    <a:pt x="87535" y="84201"/>
                                  </a:cubicBezTo>
                                  <a:cubicBezTo>
                                    <a:pt x="153638" y="190024"/>
                                    <a:pt x="106871" y="326231"/>
                                    <a:pt x="953" y="392716"/>
                                  </a:cubicBezTo>
                                  <a:cubicBezTo>
                                    <a:pt x="667" y="392906"/>
                                    <a:pt x="286" y="393097"/>
                                    <a:pt x="0" y="393287"/>
                                  </a:cubicBezTo>
                                  <a:cubicBezTo>
                                    <a:pt x="29432" y="439198"/>
                                    <a:pt x="61055" y="486061"/>
                                    <a:pt x="85344" y="535115"/>
                                  </a:cubicBezTo>
                                  <a:cubicBezTo>
                                    <a:pt x="267367" y="419100"/>
                                    <a:pt x="346996" y="183737"/>
                                    <a:pt x="231362" y="123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9" name="AutoShape 39"/>
                            <p:cNvSpPr/>
                            <p:nvPr/>
                          </p:nvSpPr>
                          <p:spPr>
                            <a:xfrm>
                              <a:off x="1566481" y="2609564"/>
                              <a:ext cx="535971" cy="29595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35971" h="295955">
                                  <a:moveTo>
                                    <a:pt x="533495" y="233077"/>
                                  </a:moveTo>
                                  <a:cubicBezTo>
                                    <a:pt x="534353" y="232505"/>
                                    <a:pt x="535210" y="232029"/>
                                    <a:pt x="535972" y="231458"/>
                                  </a:cubicBezTo>
                                  <a:cubicBezTo>
                                    <a:pt x="511683" y="182309"/>
                                    <a:pt x="479965" y="135541"/>
                                    <a:pt x="450628" y="89630"/>
                                  </a:cubicBezTo>
                                  <a:cubicBezTo>
                                    <a:pt x="334518" y="161830"/>
                                    <a:pt x="193072" y="120587"/>
                                    <a:pt x="141923" y="3143"/>
                                  </a:cubicBezTo>
                                  <a:cubicBezTo>
                                    <a:pt x="141446" y="2096"/>
                                    <a:pt x="141065" y="1048"/>
                                    <a:pt x="140589" y="0"/>
                                  </a:cubicBezTo>
                                  <a:cubicBezTo>
                                    <a:pt x="95155" y="33623"/>
                                    <a:pt x="48387" y="61531"/>
                                    <a:pt x="0" y="89154"/>
                                  </a:cubicBezTo>
                                  <a:cubicBezTo>
                                    <a:pt x="90297" y="289179"/>
                                    <a:pt x="333851" y="358426"/>
                                    <a:pt x="533400" y="23307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53AFA6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0" name="AutoShape 40"/>
                            <p:cNvSpPr/>
                            <p:nvPr/>
                          </p:nvSpPr>
                          <p:spPr>
                            <a:xfrm>
                              <a:off x="1526913" y="2155126"/>
                              <a:ext cx="269501" cy="54359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69501" h="543591">
                                  <a:moveTo>
                                    <a:pt x="186158" y="3524"/>
                                  </a:moveTo>
                                  <a:cubicBezTo>
                                    <a:pt x="19470" y="110395"/>
                                    <a:pt x="-49015" y="340043"/>
                                    <a:pt x="37663" y="539020"/>
                                  </a:cubicBezTo>
                                  <a:cubicBezTo>
                                    <a:pt x="38330" y="540544"/>
                                    <a:pt x="38996" y="542068"/>
                                    <a:pt x="39758" y="543592"/>
                                  </a:cubicBezTo>
                                  <a:cubicBezTo>
                                    <a:pt x="88145" y="515969"/>
                                    <a:pt x="134818" y="488156"/>
                                    <a:pt x="180347" y="454438"/>
                                  </a:cubicBezTo>
                                  <a:cubicBezTo>
                                    <a:pt x="132341" y="340138"/>
                                    <a:pt x="171965" y="209169"/>
                                    <a:pt x="267501" y="147923"/>
                                  </a:cubicBezTo>
                                  <a:cubicBezTo>
                                    <a:pt x="268168" y="147542"/>
                                    <a:pt x="268835" y="147066"/>
                                    <a:pt x="269501" y="146685"/>
                                  </a:cubicBezTo>
                                  <a:cubicBezTo>
                                    <a:pt x="246832" y="96965"/>
                                    <a:pt x="217685" y="48482"/>
                                    <a:pt x="191968" y="0"/>
                                  </a:cubicBezTo>
                                  <a:cubicBezTo>
                                    <a:pt x="190063" y="1143"/>
                                    <a:pt x="188063" y="2381"/>
                                    <a:pt x="186158" y="362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1" name="AutoShape 41"/>
                            <p:cNvSpPr/>
                            <p:nvPr/>
                          </p:nvSpPr>
                          <p:spPr>
                            <a:xfrm>
                              <a:off x="1718786" y="2108119"/>
                              <a:ext cx="528923" cy="28189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28923" h="281893">
                                  <a:moveTo>
                                    <a:pt x="0" y="46912"/>
                                  </a:moveTo>
                                  <a:cubicBezTo>
                                    <a:pt x="25717" y="95394"/>
                                    <a:pt x="54769" y="143876"/>
                                    <a:pt x="77533" y="193597"/>
                                  </a:cubicBezTo>
                                  <a:cubicBezTo>
                                    <a:pt x="182975" y="127874"/>
                                    <a:pt x="325660" y="186644"/>
                                    <a:pt x="385286" y="280751"/>
                                  </a:cubicBezTo>
                                  <a:cubicBezTo>
                                    <a:pt x="385572" y="281132"/>
                                    <a:pt x="385763" y="281513"/>
                                    <a:pt x="385953" y="281894"/>
                                  </a:cubicBezTo>
                                  <a:cubicBezTo>
                                    <a:pt x="432149" y="252938"/>
                                    <a:pt x="481203" y="224744"/>
                                    <a:pt x="528923" y="197693"/>
                                  </a:cubicBezTo>
                                  <a:cubicBezTo>
                                    <a:pt x="425767" y="36434"/>
                                    <a:pt x="181737" y="-64150"/>
                                    <a:pt x="0" y="4691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6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2" name="AutoShape 42"/>
                            <p:cNvSpPr/>
                            <p:nvPr/>
                          </p:nvSpPr>
                          <p:spPr>
                            <a:xfrm>
                              <a:off x="1528583" y="2595436"/>
                              <a:ext cx="200286" cy="1291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00286" h="129189">
                                  <a:moveTo>
                                    <a:pt x="6370" y="129189"/>
                                  </a:moveTo>
                                  <a:cubicBezTo>
                                    <a:pt x="4274" y="129189"/>
                                    <a:pt x="2179" y="128142"/>
                                    <a:pt x="941" y="126141"/>
                                  </a:cubicBezTo>
                                  <a:cubicBezTo>
                                    <a:pt x="-869" y="123189"/>
                                    <a:pt x="-12" y="119188"/>
                                    <a:pt x="3036" y="117378"/>
                                  </a:cubicBezTo>
                                  <a:lnTo>
                                    <a:pt x="190583" y="983"/>
                                  </a:lnTo>
                                  <a:cubicBezTo>
                                    <a:pt x="193536" y="-922"/>
                                    <a:pt x="197537" y="30"/>
                                    <a:pt x="199346" y="3078"/>
                                  </a:cubicBezTo>
                                  <a:cubicBezTo>
                                    <a:pt x="201156" y="6031"/>
                                    <a:pt x="200299" y="10031"/>
                                    <a:pt x="197251" y="11841"/>
                                  </a:cubicBezTo>
                                  <a:lnTo>
                                    <a:pt x="9704" y="128237"/>
                                  </a:lnTo>
                                  <a:cubicBezTo>
                                    <a:pt x="8656" y="128904"/>
                                    <a:pt x="7513" y="129189"/>
                                    <a:pt x="6370" y="12918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3" name="AutoShape 43"/>
                            <p:cNvSpPr/>
                            <p:nvPr/>
                          </p:nvSpPr>
                          <p:spPr>
                            <a:xfrm>
                              <a:off x="2005454" y="2686438"/>
                              <a:ext cx="112749" cy="17353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2749" h="173537">
                                  <a:moveTo>
                                    <a:pt x="106429" y="173538"/>
                                  </a:moveTo>
                                  <a:cubicBezTo>
                                    <a:pt x="104333" y="173538"/>
                                    <a:pt x="102238" y="172490"/>
                                    <a:pt x="100999" y="170490"/>
                                  </a:cubicBezTo>
                                  <a:lnTo>
                                    <a:pt x="987" y="9708"/>
                                  </a:lnTo>
                                  <a:cubicBezTo>
                                    <a:pt x="-918" y="6755"/>
                                    <a:pt x="34" y="2754"/>
                                    <a:pt x="2987" y="945"/>
                                  </a:cubicBezTo>
                                  <a:cubicBezTo>
                                    <a:pt x="5940" y="-865"/>
                                    <a:pt x="9940" y="-8"/>
                                    <a:pt x="11750" y="2945"/>
                                  </a:cubicBezTo>
                                  <a:lnTo>
                                    <a:pt x="111763" y="163727"/>
                                  </a:lnTo>
                                  <a:cubicBezTo>
                                    <a:pt x="113668" y="166680"/>
                                    <a:pt x="112715" y="170680"/>
                                    <a:pt x="109762" y="172490"/>
                                  </a:cubicBezTo>
                                  <a:cubicBezTo>
                                    <a:pt x="108715" y="173157"/>
                                    <a:pt x="107572" y="173442"/>
                                    <a:pt x="106429" y="17344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4" name="AutoShape 44"/>
                            <p:cNvSpPr/>
                            <p:nvPr/>
                          </p:nvSpPr>
                          <p:spPr>
                            <a:xfrm>
                              <a:off x="2091909" y="2289052"/>
                              <a:ext cx="176155" cy="11943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76155" h="119439">
                                  <a:moveTo>
                                    <a:pt x="6353" y="119439"/>
                                  </a:moveTo>
                                  <a:cubicBezTo>
                                    <a:pt x="4258" y="119439"/>
                                    <a:pt x="2257" y="118391"/>
                                    <a:pt x="1019" y="116582"/>
                                  </a:cubicBezTo>
                                  <a:cubicBezTo>
                                    <a:pt x="-886" y="113629"/>
                                    <a:pt x="-29" y="109724"/>
                                    <a:pt x="2829" y="107723"/>
                                  </a:cubicBezTo>
                                  <a:lnTo>
                                    <a:pt x="166278" y="1043"/>
                                  </a:lnTo>
                                  <a:cubicBezTo>
                                    <a:pt x="169231" y="-862"/>
                                    <a:pt x="173136" y="-100"/>
                                    <a:pt x="175136" y="2853"/>
                                  </a:cubicBezTo>
                                  <a:cubicBezTo>
                                    <a:pt x="177041" y="5806"/>
                                    <a:pt x="176184" y="9711"/>
                                    <a:pt x="173326" y="11711"/>
                                  </a:cubicBezTo>
                                  <a:lnTo>
                                    <a:pt x="9877" y="118391"/>
                                  </a:lnTo>
                                  <a:cubicBezTo>
                                    <a:pt x="8830" y="119058"/>
                                    <a:pt x="7591" y="119439"/>
                                    <a:pt x="6448" y="11943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5" name="AutoShape 45"/>
                            <p:cNvSpPr/>
                            <p:nvPr/>
                          </p:nvSpPr>
                          <p:spPr>
                            <a:xfrm>
                              <a:off x="1703580" y="2136968"/>
                              <a:ext cx="104229" cy="17446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4229" h="174463">
                                  <a:moveTo>
                                    <a:pt x="97882" y="174463"/>
                                  </a:moveTo>
                                  <a:cubicBezTo>
                                    <a:pt x="95691" y="174463"/>
                                    <a:pt x="93501" y="173320"/>
                                    <a:pt x="92358" y="171225"/>
                                  </a:cubicBezTo>
                                  <a:lnTo>
                                    <a:pt x="823" y="9490"/>
                                  </a:lnTo>
                                  <a:cubicBezTo>
                                    <a:pt x="-892" y="6442"/>
                                    <a:pt x="156" y="2537"/>
                                    <a:pt x="3204" y="823"/>
                                  </a:cubicBezTo>
                                  <a:cubicBezTo>
                                    <a:pt x="6252" y="-892"/>
                                    <a:pt x="10157" y="156"/>
                                    <a:pt x="11872" y="3204"/>
                                  </a:cubicBezTo>
                                  <a:lnTo>
                                    <a:pt x="103407" y="164938"/>
                                  </a:lnTo>
                                  <a:cubicBezTo>
                                    <a:pt x="105121" y="167986"/>
                                    <a:pt x="104074" y="171891"/>
                                    <a:pt x="101026" y="173606"/>
                                  </a:cubicBezTo>
                                  <a:cubicBezTo>
                                    <a:pt x="100073" y="174178"/>
                                    <a:pt x="98930" y="174463"/>
                                    <a:pt x="97882" y="17446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6" name="AutoShape 46"/>
                            <p:cNvSpPr/>
                            <p:nvPr/>
                          </p:nvSpPr>
                          <p:spPr>
                            <a:xfrm>
                              <a:off x="1878176" y="2141217"/>
                              <a:ext cx="139830" cy="3391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39830" h="33911">
                                  <a:moveTo>
                                    <a:pt x="133504" y="33911"/>
                                  </a:moveTo>
                                  <a:cubicBezTo>
                                    <a:pt x="132647" y="33911"/>
                                    <a:pt x="131694" y="33721"/>
                                    <a:pt x="130837" y="33340"/>
                                  </a:cubicBezTo>
                                  <a:cubicBezTo>
                                    <a:pt x="92165" y="15814"/>
                                    <a:pt x="49398" y="9337"/>
                                    <a:pt x="7202" y="14575"/>
                                  </a:cubicBezTo>
                                  <a:cubicBezTo>
                                    <a:pt x="3678" y="15052"/>
                                    <a:pt x="535" y="12575"/>
                                    <a:pt x="59" y="9051"/>
                                  </a:cubicBezTo>
                                  <a:cubicBezTo>
                                    <a:pt x="-418" y="5527"/>
                                    <a:pt x="2059" y="2383"/>
                                    <a:pt x="5583" y="1907"/>
                                  </a:cubicBezTo>
                                  <a:cubicBezTo>
                                    <a:pt x="50065" y="-3713"/>
                                    <a:pt x="95213" y="3145"/>
                                    <a:pt x="136076" y="21719"/>
                                  </a:cubicBezTo>
                                  <a:cubicBezTo>
                                    <a:pt x="139314" y="23148"/>
                                    <a:pt x="140743" y="26958"/>
                                    <a:pt x="139219" y="30196"/>
                                  </a:cubicBezTo>
                                  <a:cubicBezTo>
                                    <a:pt x="138171" y="32578"/>
                                    <a:pt x="135885" y="33911"/>
                                    <a:pt x="133409" y="3391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7" name="AutoShape 47"/>
                            <p:cNvSpPr/>
                            <p:nvPr/>
                          </p:nvSpPr>
                          <p:spPr>
                            <a:xfrm>
                              <a:off x="2027811" y="2170305"/>
                              <a:ext cx="39746" cy="2454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9746" h="24540">
                                  <a:moveTo>
                                    <a:pt x="33399" y="24540"/>
                                  </a:moveTo>
                                  <a:cubicBezTo>
                                    <a:pt x="32541" y="24540"/>
                                    <a:pt x="31684" y="24350"/>
                                    <a:pt x="30827" y="23969"/>
                                  </a:cubicBezTo>
                                  <a:lnTo>
                                    <a:pt x="3871" y="12253"/>
                                  </a:lnTo>
                                  <a:cubicBezTo>
                                    <a:pt x="633" y="10825"/>
                                    <a:pt x="-891" y="7110"/>
                                    <a:pt x="537" y="3871"/>
                                  </a:cubicBezTo>
                                  <a:cubicBezTo>
                                    <a:pt x="1966" y="633"/>
                                    <a:pt x="5681" y="-891"/>
                                    <a:pt x="8920" y="538"/>
                                  </a:cubicBezTo>
                                  <a:lnTo>
                                    <a:pt x="35875" y="12253"/>
                                  </a:lnTo>
                                  <a:cubicBezTo>
                                    <a:pt x="39114" y="13682"/>
                                    <a:pt x="40638" y="17397"/>
                                    <a:pt x="39209" y="20635"/>
                                  </a:cubicBezTo>
                                  <a:cubicBezTo>
                                    <a:pt x="38161" y="23017"/>
                                    <a:pt x="35780" y="24445"/>
                                    <a:pt x="33399" y="2444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8" name="AutoShape 48"/>
                            <p:cNvSpPr/>
                            <p:nvPr/>
                          </p:nvSpPr>
                          <p:spPr>
                            <a:xfrm>
                              <a:off x="1736404" y="2723861"/>
                              <a:ext cx="128421" cy="641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8421" h="64105">
                                  <a:moveTo>
                                    <a:pt x="122113" y="64106"/>
                                  </a:moveTo>
                                  <a:cubicBezTo>
                                    <a:pt x="122113" y="64106"/>
                                    <a:pt x="121732" y="64106"/>
                                    <a:pt x="121637" y="64106"/>
                                  </a:cubicBezTo>
                                  <a:cubicBezTo>
                                    <a:pt x="77060" y="60582"/>
                                    <a:pt x="34578" y="41722"/>
                                    <a:pt x="2003" y="11052"/>
                                  </a:cubicBezTo>
                                  <a:cubicBezTo>
                                    <a:pt x="-569" y="8671"/>
                                    <a:pt x="-664" y="4575"/>
                                    <a:pt x="1717" y="2003"/>
                                  </a:cubicBezTo>
                                  <a:cubicBezTo>
                                    <a:pt x="4098" y="-569"/>
                                    <a:pt x="8194" y="-664"/>
                                    <a:pt x="10766" y="1717"/>
                                  </a:cubicBezTo>
                                  <a:cubicBezTo>
                                    <a:pt x="41151" y="30483"/>
                                    <a:pt x="80965" y="48104"/>
                                    <a:pt x="122589" y="51343"/>
                                  </a:cubicBezTo>
                                  <a:cubicBezTo>
                                    <a:pt x="126114" y="51628"/>
                                    <a:pt x="128685" y="54676"/>
                                    <a:pt x="128400" y="58201"/>
                                  </a:cubicBezTo>
                                  <a:cubicBezTo>
                                    <a:pt x="128114" y="61534"/>
                                    <a:pt x="125352" y="64106"/>
                                    <a:pt x="122018" y="641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49" name="AutoShape 49"/>
                            <p:cNvSpPr/>
                            <p:nvPr/>
                          </p:nvSpPr>
                          <p:spPr>
                            <a:xfrm>
                              <a:off x="1876234" y="2771481"/>
                              <a:ext cx="48204" cy="175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8204" h="17533">
                                  <a:moveTo>
                                    <a:pt x="6382" y="17533"/>
                                  </a:moveTo>
                                  <a:cubicBezTo>
                                    <a:pt x="2953" y="17533"/>
                                    <a:pt x="95" y="14771"/>
                                    <a:pt x="0" y="11247"/>
                                  </a:cubicBezTo>
                                  <a:cubicBezTo>
                                    <a:pt x="0" y="7723"/>
                                    <a:pt x="2762" y="4865"/>
                                    <a:pt x="6287" y="4770"/>
                                  </a:cubicBezTo>
                                  <a:cubicBezTo>
                                    <a:pt x="17717" y="4579"/>
                                    <a:pt x="29242" y="2960"/>
                                    <a:pt x="40291" y="198"/>
                                  </a:cubicBezTo>
                                  <a:cubicBezTo>
                                    <a:pt x="43720" y="-659"/>
                                    <a:pt x="47149" y="1341"/>
                                    <a:pt x="48006" y="4770"/>
                                  </a:cubicBezTo>
                                  <a:cubicBezTo>
                                    <a:pt x="48863" y="8199"/>
                                    <a:pt x="46863" y="11628"/>
                                    <a:pt x="43434" y="12485"/>
                                  </a:cubicBezTo>
                                  <a:cubicBezTo>
                                    <a:pt x="31337" y="15533"/>
                                    <a:pt x="18955" y="17248"/>
                                    <a:pt x="6477" y="17533"/>
                                  </a:cubicBezTo>
                                  <a:lnTo>
                                    <a:pt x="6382" y="1753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sp>
                        <p:nvSpPr>
                          <p:cNvPr id="50" name="AutoShape 50"/>
                          <p:cNvSpPr/>
                          <p:nvPr/>
                        </p:nvSpPr>
                        <p:spPr>
                          <a:xfrm>
                            <a:off x="2374186" y="2692649"/>
                            <a:ext cx="231869" cy="13075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31869" h="130751">
                                <a:moveTo>
                                  <a:pt x="6397" y="130751"/>
                                </a:moveTo>
                                <a:cubicBezTo>
                                  <a:pt x="4111" y="130751"/>
                                  <a:pt x="1920" y="129513"/>
                                  <a:pt x="777" y="127418"/>
                                </a:cubicBezTo>
                                <a:cubicBezTo>
                                  <a:pt x="-937" y="124274"/>
                                  <a:pt x="301" y="120464"/>
                                  <a:pt x="3349" y="118750"/>
                                </a:cubicBezTo>
                                <a:lnTo>
                                  <a:pt x="222424" y="735"/>
                                </a:lnTo>
                                <a:cubicBezTo>
                                  <a:pt x="225567" y="-884"/>
                                  <a:pt x="229377" y="259"/>
                                  <a:pt x="231092" y="3307"/>
                                </a:cubicBezTo>
                                <a:cubicBezTo>
                                  <a:pt x="232806" y="6450"/>
                                  <a:pt x="231568" y="10260"/>
                                  <a:pt x="228520" y="11975"/>
                                </a:cubicBezTo>
                                <a:lnTo>
                                  <a:pt x="9445" y="129989"/>
                                </a:lnTo>
                                <a:cubicBezTo>
                                  <a:pt x="8492" y="130466"/>
                                  <a:pt x="7445" y="130751"/>
                                  <a:pt x="6397" y="13075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1" name="AutoShape 51"/>
                          <p:cNvSpPr/>
                          <p:nvPr/>
                        </p:nvSpPr>
                        <p:spPr>
                          <a:xfrm>
                            <a:off x="2353212" y="2654487"/>
                            <a:ext cx="231240" cy="13195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31240" h="131955">
                                <a:moveTo>
                                  <a:pt x="6416" y="131956"/>
                                </a:moveTo>
                                <a:cubicBezTo>
                                  <a:pt x="4130" y="131956"/>
                                  <a:pt x="1939" y="130717"/>
                                  <a:pt x="796" y="128622"/>
                                </a:cubicBezTo>
                                <a:cubicBezTo>
                                  <a:pt x="-918" y="125574"/>
                                  <a:pt x="225" y="121669"/>
                                  <a:pt x="3368" y="119954"/>
                                </a:cubicBezTo>
                                <a:lnTo>
                                  <a:pt x="221776" y="796"/>
                                </a:lnTo>
                                <a:cubicBezTo>
                                  <a:pt x="224824" y="-918"/>
                                  <a:pt x="228730" y="225"/>
                                  <a:pt x="230444" y="3368"/>
                                </a:cubicBezTo>
                                <a:cubicBezTo>
                                  <a:pt x="232159" y="6416"/>
                                  <a:pt x="231016" y="10321"/>
                                  <a:pt x="227872" y="12036"/>
                                </a:cubicBezTo>
                                <a:lnTo>
                                  <a:pt x="9464" y="131194"/>
                                </a:lnTo>
                                <a:cubicBezTo>
                                  <a:pt x="8512" y="131765"/>
                                  <a:pt x="7464" y="131956"/>
                                  <a:pt x="6416" y="131956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2" name="AutoShape 52"/>
                          <p:cNvSpPr/>
                          <p:nvPr/>
                        </p:nvSpPr>
                        <p:spPr>
                          <a:xfrm>
                            <a:off x="2436334" y="2614946"/>
                            <a:ext cx="121193" cy="6967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21193" h="69675">
                                <a:moveTo>
                                  <a:pt x="6352" y="69675"/>
                                </a:moveTo>
                                <a:cubicBezTo>
                                  <a:pt x="4066" y="69675"/>
                                  <a:pt x="1875" y="68437"/>
                                  <a:pt x="732" y="66246"/>
                                </a:cubicBezTo>
                                <a:cubicBezTo>
                                  <a:pt x="-887" y="63103"/>
                                  <a:pt x="256" y="59293"/>
                                  <a:pt x="3399" y="57674"/>
                                </a:cubicBezTo>
                                <a:lnTo>
                                  <a:pt x="111889" y="714"/>
                                </a:lnTo>
                                <a:cubicBezTo>
                                  <a:pt x="115032" y="-905"/>
                                  <a:pt x="118842" y="333"/>
                                  <a:pt x="120462" y="3381"/>
                                </a:cubicBezTo>
                                <a:cubicBezTo>
                                  <a:pt x="122081" y="6524"/>
                                  <a:pt x="120938" y="10334"/>
                                  <a:pt x="117795" y="11954"/>
                                </a:cubicBezTo>
                                <a:lnTo>
                                  <a:pt x="9305" y="68913"/>
                                </a:lnTo>
                                <a:cubicBezTo>
                                  <a:pt x="8352" y="69389"/>
                                  <a:pt x="7305" y="69675"/>
                                  <a:pt x="6352" y="6967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3" name="AutoShape 53"/>
                          <p:cNvSpPr/>
                          <p:nvPr/>
                        </p:nvSpPr>
                        <p:spPr>
                          <a:xfrm>
                            <a:off x="1199636" y="2291582"/>
                            <a:ext cx="103706" cy="6280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03706" h="62807">
                                <a:moveTo>
                                  <a:pt x="6419" y="62807"/>
                                </a:moveTo>
                                <a:cubicBezTo>
                                  <a:pt x="4133" y="62807"/>
                                  <a:pt x="2038" y="61664"/>
                                  <a:pt x="799" y="59473"/>
                                </a:cubicBezTo>
                                <a:cubicBezTo>
                                  <a:pt x="-915" y="56425"/>
                                  <a:pt x="228" y="52520"/>
                                  <a:pt x="3276" y="50806"/>
                                </a:cubicBezTo>
                                <a:lnTo>
                                  <a:pt x="94240" y="799"/>
                                </a:lnTo>
                                <a:cubicBezTo>
                                  <a:pt x="97288" y="-915"/>
                                  <a:pt x="101193" y="228"/>
                                  <a:pt x="102907" y="3276"/>
                                </a:cubicBezTo>
                                <a:cubicBezTo>
                                  <a:pt x="104622" y="6324"/>
                                  <a:pt x="103479" y="10229"/>
                                  <a:pt x="100431" y="11944"/>
                                </a:cubicBezTo>
                                <a:lnTo>
                                  <a:pt x="9467" y="61950"/>
                                </a:lnTo>
                                <a:cubicBezTo>
                                  <a:pt x="8515" y="62521"/>
                                  <a:pt x="7467" y="62712"/>
                                  <a:pt x="6419" y="6271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4" name="AutoShape 54"/>
                          <p:cNvSpPr/>
                          <p:nvPr/>
                        </p:nvSpPr>
                        <p:spPr>
                          <a:xfrm>
                            <a:off x="1177515" y="2340422"/>
                            <a:ext cx="154807" cy="9388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54807" h="93881">
                                <a:moveTo>
                                  <a:pt x="6347" y="93882"/>
                                </a:moveTo>
                                <a:cubicBezTo>
                                  <a:pt x="4156" y="93882"/>
                                  <a:pt x="1966" y="92739"/>
                                  <a:pt x="823" y="90643"/>
                                </a:cubicBezTo>
                                <a:cubicBezTo>
                                  <a:pt x="-892" y="87595"/>
                                  <a:pt x="156" y="83690"/>
                                  <a:pt x="3204" y="81976"/>
                                </a:cubicBezTo>
                                <a:lnTo>
                                  <a:pt x="145317" y="823"/>
                                </a:lnTo>
                                <a:cubicBezTo>
                                  <a:pt x="148365" y="-892"/>
                                  <a:pt x="152270" y="156"/>
                                  <a:pt x="153985" y="3204"/>
                                </a:cubicBezTo>
                                <a:cubicBezTo>
                                  <a:pt x="155699" y="6252"/>
                                  <a:pt x="154651" y="10157"/>
                                  <a:pt x="151603" y="11872"/>
                                </a:cubicBezTo>
                                <a:lnTo>
                                  <a:pt x="9490" y="93024"/>
                                </a:lnTo>
                                <a:cubicBezTo>
                                  <a:pt x="8538" y="93596"/>
                                  <a:pt x="7395" y="93882"/>
                                  <a:pt x="6347" y="9388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5" name="AutoShape 55"/>
                          <p:cNvSpPr/>
                          <p:nvPr/>
                        </p:nvSpPr>
                        <p:spPr>
                          <a:xfrm>
                            <a:off x="1202946" y="2392047"/>
                            <a:ext cx="146710" cy="8854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46710" h="88547">
                                <a:moveTo>
                                  <a:pt x="6347" y="88548"/>
                                </a:moveTo>
                                <a:cubicBezTo>
                                  <a:pt x="4156" y="88548"/>
                                  <a:pt x="1966" y="87405"/>
                                  <a:pt x="823" y="85309"/>
                                </a:cubicBezTo>
                                <a:cubicBezTo>
                                  <a:pt x="-892" y="82261"/>
                                  <a:pt x="156" y="78356"/>
                                  <a:pt x="3204" y="76641"/>
                                </a:cubicBezTo>
                                <a:lnTo>
                                  <a:pt x="137221" y="823"/>
                                </a:lnTo>
                                <a:cubicBezTo>
                                  <a:pt x="140269" y="-892"/>
                                  <a:pt x="144174" y="156"/>
                                  <a:pt x="145888" y="3204"/>
                                </a:cubicBezTo>
                                <a:cubicBezTo>
                                  <a:pt x="147603" y="6252"/>
                                  <a:pt x="146555" y="10157"/>
                                  <a:pt x="143507" y="11872"/>
                                </a:cubicBezTo>
                                <a:lnTo>
                                  <a:pt x="9490" y="87691"/>
                                </a:lnTo>
                                <a:cubicBezTo>
                                  <a:pt x="8538" y="88262"/>
                                  <a:pt x="7395" y="88548"/>
                                  <a:pt x="6347" y="8854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6" name="AutoShape 56"/>
                          <p:cNvSpPr/>
                          <p:nvPr/>
                        </p:nvSpPr>
                        <p:spPr>
                          <a:xfrm>
                            <a:off x="1353455" y="2381651"/>
                            <a:ext cx="255720" cy="6960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55720" h="69607">
                                <a:moveTo>
                                  <a:pt x="249412" y="69512"/>
                                </a:moveTo>
                                <a:cubicBezTo>
                                  <a:pt x="248650" y="69512"/>
                                  <a:pt x="247983" y="69416"/>
                                  <a:pt x="247221" y="69131"/>
                                </a:cubicBezTo>
                                <a:lnTo>
                                  <a:pt x="92535" y="13219"/>
                                </a:lnTo>
                                <a:lnTo>
                                  <a:pt x="9287" y="56748"/>
                                </a:lnTo>
                                <a:cubicBezTo>
                                  <a:pt x="6143" y="58367"/>
                                  <a:pt x="2333" y="57129"/>
                                  <a:pt x="714" y="54081"/>
                                </a:cubicBezTo>
                                <a:cubicBezTo>
                                  <a:pt x="-905" y="50938"/>
                                  <a:pt x="333" y="47128"/>
                                  <a:pt x="3381" y="45509"/>
                                </a:cubicBezTo>
                                <a:lnTo>
                                  <a:pt x="89106" y="741"/>
                                </a:lnTo>
                                <a:cubicBezTo>
                                  <a:pt x="90725" y="-116"/>
                                  <a:pt x="92535" y="-211"/>
                                  <a:pt x="94250" y="360"/>
                                </a:cubicBezTo>
                                <a:lnTo>
                                  <a:pt x="251507" y="57224"/>
                                </a:lnTo>
                                <a:cubicBezTo>
                                  <a:pt x="254841" y="58463"/>
                                  <a:pt x="256556" y="62082"/>
                                  <a:pt x="255317" y="65416"/>
                                </a:cubicBezTo>
                                <a:cubicBezTo>
                                  <a:pt x="254365" y="67988"/>
                                  <a:pt x="251984" y="69607"/>
                                  <a:pt x="249317" y="6960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D05C">
                              <a:alpha val="100000"/>
                              <a:lumMod val="40000"/>
                              <a:lumOff val="6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grpSp>
                      <p:nvGrpSpPr>
                        <p:cNvPr id="57" name="Group 57"/>
                        <p:cNvGrpSpPr/>
                        <p:nvPr/>
                      </p:nvGrpSpPr>
                      <p:grpSpPr>
                        <a:xfrm>
                          <a:off x="1622110" y="4944834"/>
                          <a:ext cx="1490902" cy="1291487"/>
                          <a:chOff x="1622110" y="4944834"/>
                          <a:chExt cx="1490902" cy="1291487"/>
                        </a:xfrm>
                      </p:grpSpPr>
                      <p:sp>
                        <p:nvSpPr>
                          <p:cNvPr id="58" name="AutoShape 58"/>
                          <p:cNvSpPr/>
                          <p:nvPr/>
                        </p:nvSpPr>
                        <p:spPr>
                          <a:xfrm>
                            <a:off x="1622110" y="4944834"/>
                            <a:ext cx="1490902" cy="129148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490902" h="1291487">
                                <a:moveTo>
                                  <a:pt x="1094134" y="4069"/>
                                </a:moveTo>
                                <a:cubicBezTo>
                                  <a:pt x="727041" y="182377"/>
                                  <a:pt x="369853" y="361638"/>
                                  <a:pt x="22667" y="541756"/>
                                </a:cubicBezTo>
                                <a:cubicBezTo>
                                  <a:pt x="2855" y="552042"/>
                                  <a:pt x="-5432" y="576332"/>
                                  <a:pt x="3712" y="597381"/>
                                </a:cubicBezTo>
                                <a:cubicBezTo>
                                  <a:pt x="102486" y="824172"/>
                                  <a:pt x="211452" y="1047724"/>
                                  <a:pt x="330039" y="1268323"/>
                                </a:cubicBezTo>
                                <a:cubicBezTo>
                                  <a:pt x="341373" y="1289468"/>
                                  <a:pt x="367281" y="1297564"/>
                                  <a:pt x="387951" y="1286610"/>
                                </a:cubicBezTo>
                                <a:cubicBezTo>
                                  <a:pt x="732660" y="1102778"/>
                                  <a:pt x="1092705" y="925804"/>
                                  <a:pt x="1466371" y="754925"/>
                                </a:cubicBezTo>
                                <a:cubicBezTo>
                                  <a:pt x="1488850" y="744638"/>
                                  <a:pt x="1497613" y="716920"/>
                                  <a:pt x="1485326" y="694632"/>
                                </a:cubicBezTo>
                                <a:cubicBezTo>
                                  <a:pt x="1377027" y="498036"/>
                                  <a:pt x="1265489" y="272008"/>
                                  <a:pt x="1151856" y="25691"/>
                                </a:cubicBezTo>
                                <a:cubicBezTo>
                                  <a:pt x="1141569" y="3498"/>
                                  <a:pt x="1115565" y="-6218"/>
                                  <a:pt x="1094134" y="4164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53AFA6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59" name="AutoShape 59"/>
                          <p:cNvSpPr/>
                          <p:nvPr/>
                        </p:nvSpPr>
                        <p:spPr>
                          <a:xfrm>
                            <a:off x="1742537" y="5068048"/>
                            <a:ext cx="1247780" cy="104500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247780" h="1045001">
                                <a:moveTo>
                                  <a:pt x="1242978" y="532461"/>
                                </a:moveTo>
                                <a:cubicBezTo>
                                  <a:pt x="1164111" y="390920"/>
                                  <a:pt x="1080768" y="224042"/>
                                  <a:pt x="988470" y="22398"/>
                                </a:cubicBezTo>
                                <a:cubicBezTo>
                                  <a:pt x="984184" y="13158"/>
                                  <a:pt x="976374" y="6015"/>
                                  <a:pt x="966372" y="2395"/>
                                </a:cubicBezTo>
                                <a:cubicBezTo>
                                  <a:pt x="955609" y="-1415"/>
                                  <a:pt x="943227" y="-653"/>
                                  <a:pt x="932559" y="4491"/>
                                </a:cubicBezTo>
                                <a:cubicBezTo>
                                  <a:pt x="622710" y="155272"/>
                                  <a:pt x="316863" y="308434"/>
                                  <a:pt x="23588" y="459881"/>
                                </a:cubicBezTo>
                                <a:cubicBezTo>
                                  <a:pt x="3871" y="470073"/>
                                  <a:pt x="-5178" y="493028"/>
                                  <a:pt x="3014" y="512078"/>
                                </a:cubicBezTo>
                                <a:cubicBezTo>
                                  <a:pt x="76833" y="683909"/>
                                  <a:pt x="160557" y="856407"/>
                                  <a:pt x="252093" y="1024904"/>
                                </a:cubicBezTo>
                                <a:cubicBezTo>
                                  <a:pt x="259046" y="1037763"/>
                                  <a:pt x="272762" y="1045002"/>
                                  <a:pt x="287240" y="1045002"/>
                                </a:cubicBezTo>
                                <a:cubicBezTo>
                                  <a:pt x="294288" y="1045002"/>
                                  <a:pt x="301432" y="1043287"/>
                                  <a:pt x="308100" y="1039763"/>
                                </a:cubicBezTo>
                                <a:cubicBezTo>
                                  <a:pt x="593278" y="888887"/>
                                  <a:pt x="900840" y="737249"/>
                                  <a:pt x="1222309" y="589040"/>
                                </a:cubicBezTo>
                                <a:cubicBezTo>
                                  <a:pt x="1233549" y="583897"/>
                                  <a:pt x="1242121" y="574372"/>
                                  <a:pt x="1245836" y="563037"/>
                                </a:cubicBezTo>
                                <a:cubicBezTo>
                                  <a:pt x="1249170" y="552654"/>
                                  <a:pt x="1248217" y="541796"/>
                                  <a:pt x="1242978" y="532461"/>
                                </a:cubicBezTo>
                                <a:close/>
                                <a:moveTo>
                                  <a:pt x="1233644" y="559132"/>
                                </a:moveTo>
                                <a:cubicBezTo>
                                  <a:pt x="1231072" y="567037"/>
                                  <a:pt x="1224976" y="573800"/>
                                  <a:pt x="1216975" y="577420"/>
                                </a:cubicBezTo>
                                <a:cubicBezTo>
                                  <a:pt x="895316" y="725724"/>
                                  <a:pt x="587468" y="877552"/>
                                  <a:pt x="302194" y="1028524"/>
                                </a:cubicBezTo>
                                <a:cubicBezTo>
                                  <a:pt x="287716" y="1036143"/>
                                  <a:pt x="270285" y="1031762"/>
                                  <a:pt x="263237" y="1018808"/>
                                </a:cubicBezTo>
                                <a:cubicBezTo>
                                  <a:pt x="171987" y="850597"/>
                                  <a:pt x="88358" y="678480"/>
                                  <a:pt x="14730" y="507030"/>
                                </a:cubicBezTo>
                                <a:cubicBezTo>
                                  <a:pt x="9205" y="494076"/>
                                  <a:pt x="15587" y="478359"/>
                                  <a:pt x="29398" y="471216"/>
                                </a:cubicBezTo>
                                <a:cubicBezTo>
                                  <a:pt x="175988" y="395492"/>
                                  <a:pt x="325816" y="319292"/>
                                  <a:pt x="477645" y="243282"/>
                                </a:cubicBezTo>
                                <a:cubicBezTo>
                                  <a:pt x="629378" y="167273"/>
                                  <a:pt x="783302" y="91264"/>
                                  <a:pt x="938178" y="15921"/>
                                </a:cubicBezTo>
                                <a:cubicBezTo>
                                  <a:pt x="942560" y="13825"/>
                                  <a:pt x="947418" y="12682"/>
                                  <a:pt x="952085" y="12682"/>
                                </a:cubicBezTo>
                                <a:cubicBezTo>
                                  <a:pt x="955514" y="12682"/>
                                  <a:pt x="958943" y="13254"/>
                                  <a:pt x="962086" y="14397"/>
                                </a:cubicBezTo>
                                <a:cubicBezTo>
                                  <a:pt x="968754" y="16778"/>
                                  <a:pt x="973992" y="21540"/>
                                  <a:pt x="976850" y="27732"/>
                                </a:cubicBezTo>
                                <a:cubicBezTo>
                                  <a:pt x="1069338" y="229662"/>
                                  <a:pt x="1152777" y="396825"/>
                                  <a:pt x="1231929" y="538653"/>
                                </a:cubicBezTo>
                                <a:cubicBezTo>
                                  <a:pt x="1235359" y="544844"/>
                                  <a:pt x="1235930" y="552083"/>
                                  <a:pt x="1233644" y="55913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60" name="Group 60"/>
                          <p:cNvGrpSpPr/>
                          <p:nvPr/>
                        </p:nvGrpSpPr>
                        <p:grpSpPr>
                          <a:xfrm>
                            <a:off x="2022824" y="5360059"/>
                            <a:ext cx="906494" cy="677647"/>
                            <a:chOff x="2022824" y="5360059"/>
                            <a:chExt cx="906494" cy="677647"/>
                          </a:xfrm>
                        </p:grpSpPr>
                        <p:sp>
                          <p:nvSpPr>
                            <p:cNvPr id="61" name="AutoShape 61"/>
                            <p:cNvSpPr/>
                            <p:nvPr/>
                          </p:nvSpPr>
                          <p:spPr>
                            <a:xfrm>
                              <a:off x="2381154" y="5446930"/>
                              <a:ext cx="548163" cy="408848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48163" h="408848">
                                  <a:moveTo>
                                    <a:pt x="0" y="408849"/>
                                  </a:moveTo>
                                  <a:lnTo>
                                    <a:pt x="548164" y="128623"/>
                                  </a:lnTo>
                                  <a:lnTo>
                                    <a:pt x="149828" y="2227"/>
                                  </a:lnTo>
                                  <a:cubicBezTo>
                                    <a:pt x="123634" y="-6061"/>
                                    <a:pt x="96012" y="9560"/>
                                    <a:pt x="89535" y="36230"/>
                                  </a:cubicBezTo>
                                  <a:lnTo>
                                    <a:pt x="0" y="40884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6000">
                                <a:alpha val="100000"/>
                                <a:lumMod val="60000"/>
                                <a:lumOff val="4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2" name="AutoShape 62"/>
                            <p:cNvSpPr/>
                            <p:nvPr/>
                          </p:nvSpPr>
                          <p:spPr>
                            <a:xfrm>
                              <a:off x="2022824" y="5532921"/>
                              <a:ext cx="631031" cy="50478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31031" h="504785">
                                  <a:moveTo>
                                    <a:pt x="95" y="504786"/>
                                  </a:moveTo>
                                  <a:lnTo>
                                    <a:pt x="631031" y="182174"/>
                                  </a:lnTo>
                                  <a:lnTo>
                                    <a:pt x="143732" y="2723"/>
                                  </a:lnTo>
                                  <a:cubicBezTo>
                                    <a:pt x="118015" y="-6707"/>
                                    <a:pt x="90011" y="9295"/>
                                    <a:pt x="85058" y="36251"/>
                                  </a:cubicBezTo>
                                  <a:lnTo>
                                    <a:pt x="0" y="50478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3" name="AutoShape 63"/>
                            <p:cNvSpPr/>
                            <p:nvPr/>
                          </p:nvSpPr>
                          <p:spPr>
                            <a:xfrm>
                              <a:off x="2237193" y="5360059"/>
                              <a:ext cx="168193" cy="16819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68193" h="168193">
                                  <a:moveTo>
                                    <a:pt x="159487" y="46902"/>
                                  </a:moveTo>
                                  <a:cubicBezTo>
                                    <a:pt x="180061" y="88526"/>
                                    <a:pt x="162916" y="138913"/>
                                    <a:pt x="121292" y="159487"/>
                                  </a:cubicBezTo>
                                  <a:cubicBezTo>
                                    <a:pt x="79668" y="180061"/>
                                    <a:pt x="29281" y="162917"/>
                                    <a:pt x="8707" y="121292"/>
                                  </a:cubicBezTo>
                                  <a:cubicBezTo>
                                    <a:pt x="-11867" y="79668"/>
                                    <a:pt x="5278" y="29281"/>
                                    <a:pt x="46902" y="8707"/>
                                  </a:cubicBezTo>
                                  <a:cubicBezTo>
                                    <a:pt x="88526" y="-11868"/>
                                    <a:pt x="138913" y="5277"/>
                                    <a:pt x="159487" y="4690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grpSp>
                        <p:nvGrpSpPr>
                          <p:cNvPr id="64" name="Group 64"/>
                          <p:cNvGrpSpPr/>
                          <p:nvPr/>
                        </p:nvGrpSpPr>
                        <p:grpSpPr>
                          <a:xfrm>
                            <a:off x="2251188" y="5096749"/>
                            <a:ext cx="273913" cy="146572"/>
                            <a:chOff x="2251188" y="5096749"/>
                            <a:chExt cx="273913" cy="146572"/>
                          </a:xfrm>
                          <a:solidFill>
                            <a:srgbClr val="FFFFFF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65" name="AutoShape 65"/>
                            <p:cNvSpPr/>
                            <p:nvPr/>
                          </p:nvSpPr>
                          <p:spPr>
                            <a:xfrm>
                              <a:off x="2251188" y="5135757"/>
                              <a:ext cx="199924" cy="10756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99924" h="107564">
                                  <a:moveTo>
                                    <a:pt x="6427" y="107565"/>
                                  </a:moveTo>
                                  <a:cubicBezTo>
                                    <a:pt x="4141" y="107565"/>
                                    <a:pt x="1854" y="106326"/>
                                    <a:pt x="712" y="104040"/>
                                  </a:cubicBezTo>
                                  <a:cubicBezTo>
                                    <a:pt x="-908" y="100897"/>
                                    <a:pt x="331" y="97087"/>
                                    <a:pt x="3474" y="95468"/>
                                  </a:cubicBezTo>
                                  <a:lnTo>
                                    <a:pt x="190640" y="694"/>
                                  </a:lnTo>
                                  <a:cubicBezTo>
                                    <a:pt x="193783" y="-925"/>
                                    <a:pt x="197593" y="408"/>
                                    <a:pt x="199212" y="3456"/>
                                  </a:cubicBezTo>
                                  <a:cubicBezTo>
                                    <a:pt x="200832" y="6600"/>
                                    <a:pt x="199594" y="10409"/>
                                    <a:pt x="196450" y="12029"/>
                                  </a:cubicBezTo>
                                  <a:lnTo>
                                    <a:pt x="9284" y="106802"/>
                                  </a:lnTo>
                                  <a:cubicBezTo>
                                    <a:pt x="8332" y="107279"/>
                                    <a:pt x="7379" y="107469"/>
                                    <a:pt x="6427" y="10746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6" name="AutoShape 66"/>
                            <p:cNvSpPr/>
                            <p:nvPr/>
                          </p:nvSpPr>
                          <p:spPr>
                            <a:xfrm>
                              <a:off x="2466801" y="5096749"/>
                              <a:ext cx="58300" cy="352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8300" h="35225">
                                  <a:moveTo>
                                    <a:pt x="6365" y="35226"/>
                                  </a:moveTo>
                                  <a:cubicBezTo>
                                    <a:pt x="3984" y="35226"/>
                                    <a:pt x="1793" y="33892"/>
                                    <a:pt x="650" y="31701"/>
                                  </a:cubicBezTo>
                                  <a:cubicBezTo>
                                    <a:pt x="-874" y="28558"/>
                                    <a:pt x="364" y="24748"/>
                                    <a:pt x="3507" y="23129"/>
                                  </a:cubicBezTo>
                                  <a:lnTo>
                                    <a:pt x="49037" y="650"/>
                                  </a:lnTo>
                                  <a:cubicBezTo>
                                    <a:pt x="52180" y="-874"/>
                                    <a:pt x="55990" y="364"/>
                                    <a:pt x="57609" y="3507"/>
                                  </a:cubicBezTo>
                                  <a:cubicBezTo>
                                    <a:pt x="59229" y="6651"/>
                                    <a:pt x="57895" y="10461"/>
                                    <a:pt x="54752" y="12080"/>
                                  </a:cubicBezTo>
                                  <a:lnTo>
                                    <a:pt x="9222" y="34559"/>
                                  </a:lnTo>
                                  <a:cubicBezTo>
                                    <a:pt x="8270" y="35035"/>
                                    <a:pt x="7317" y="35226"/>
                                    <a:pt x="6365" y="3522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grpSp>
                        <p:nvGrpSpPr>
                          <p:cNvPr id="67" name="Group 67"/>
                          <p:cNvGrpSpPr/>
                          <p:nvPr/>
                        </p:nvGrpSpPr>
                        <p:grpSpPr>
                          <a:xfrm>
                            <a:off x="1860630" y="5489804"/>
                            <a:ext cx="115884" cy="82129"/>
                            <a:chOff x="1860630" y="5489804"/>
                            <a:chExt cx="115884" cy="82129"/>
                          </a:xfrm>
                          <a:solidFill>
                            <a:srgbClr val="282523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68" name="AutoShape 68"/>
                            <p:cNvSpPr/>
                            <p:nvPr/>
                          </p:nvSpPr>
                          <p:spPr>
                            <a:xfrm>
                              <a:off x="1877775" y="5505657"/>
                              <a:ext cx="25588" cy="190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5588" h="19033">
                                  <a:moveTo>
                                    <a:pt x="6365" y="19033"/>
                                  </a:moveTo>
                                  <a:cubicBezTo>
                                    <a:pt x="3984" y="19033"/>
                                    <a:pt x="1793" y="17700"/>
                                    <a:pt x="650" y="15509"/>
                                  </a:cubicBezTo>
                                  <a:cubicBezTo>
                                    <a:pt x="-874" y="12366"/>
                                    <a:pt x="364" y="8555"/>
                                    <a:pt x="3507" y="6936"/>
                                  </a:cubicBezTo>
                                  <a:lnTo>
                                    <a:pt x="16366" y="650"/>
                                  </a:lnTo>
                                  <a:cubicBezTo>
                                    <a:pt x="19509" y="-874"/>
                                    <a:pt x="23319" y="364"/>
                                    <a:pt x="24939" y="3507"/>
                                  </a:cubicBezTo>
                                  <a:cubicBezTo>
                                    <a:pt x="26463" y="6650"/>
                                    <a:pt x="25224" y="10461"/>
                                    <a:pt x="22081" y="12080"/>
                                  </a:cubicBezTo>
                                  <a:lnTo>
                                    <a:pt x="9222" y="18366"/>
                                  </a:lnTo>
                                  <a:cubicBezTo>
                                    <a:pt x="8270" y="18843"/>
                                    <a:pt x="7317" y="19033"/>
                                    <a:pt x="6365" y="190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9" name="AutoShape 69"/>
                            <p:cNvSpPr/>
                            <p:nvPr/>
                          </p:nvSpPr>
                          <p:spPr>
                            <a:xfrm>
                              <a:off x="1911642" y="5489804"/>
                              <a:ext cx="27100" cy="1945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7100" h="19455">
                                  <a:moveTo>
                                    <a:pt x="6406" y="19456"/>
                                  </a:moveTo>
                                  <a:cubicBezTo>
                                    <a:pt x="4025" y="19456"/>
                                    <a:pt x="1739" y="18122"/>
                                    <a:pt x="596" y="15741"/>
                                  </a:cubicBezTo>
                                  <a:cubicBezTo>
                                    <a:pt x="-928" y="12598"/>
                                    <a:pt x="596" y="8788"/>
                                    <a:pt x="3739" y="7264"/>
                                  </a:cubicBezTo>
                                  <a:lnTo>
                                    <a:pt x="18027" y="596"/>
                                  </a:lnTo>
                                  <a:cubicBezTo>
                                    <a:pt x="21265" y="-928"/>
                                    <a:pt x="24980" y="596"/>
                                    <a:pt x="26504" y="3739"/>
                                  </a:cubicBezTo>
                                  <a:cubicBezTo>
                                    <a:pt x="28028" y="6883"/>
                                    <a:pt x="26504" y="10692"/>
                                    <a:pt x="23361" y="12217"/>
                                  </a:cubicBezTo>
                                  <a:lnTo>
                                    <a:pt x="9073" y="18884"/>
                                  </a:lnTo>
                                  <a:cubicBezTo>
                                    <a:pt x="8216" y="19265"/>
                                    <a:pt x="7264" y="19456"/>
                                    <a:pt x="6406" y="1945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70" name="AutoShape 70"/>
                            <p:cNvSpPr/>
                            <p:nvPr/>
                          </p:nvSpPr>
                          <p:spPr>
                            <a:xfrm>
                              <a:off x="1899418" y="5513393"/>
                              <a:ext cx="37548" cy="2453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7548" h="24536">
                                  <a:moveTo>
                                    <a:pt x="6344" y="24536"/>
                                  </a:moveTo>
                                  <a:cubicBezTo>
                                    <a:pt x="3963" y="24536"/>
                                    <a:pt x="1677" y="23203"/>
                                    <a:pt x="629" y="20917"/>
                                  </a:cubicBezTo>
                                  <a:cubicBezTo>
                                    <a:pt x="-895" y="17774"/>
                                    <a:pt x="439" y="13964"/>
                                    <a:pt x="3677" y="12440"/>
                                  </a:cubicBezTo>
                                  <a:lnTo>
                                    <a:pt x="28442" y="629"/>
                                  </a:lnTo>
                                  <a:cubicBezTo>
                                    <a:pt x="31585" y="-895"/>
                                    <a:pt x="35395" y="438"/>
                                    <a:pt x="36919" y="3677"/>
                                  </a:cubicBezTo>
                                  <a:cubicBezTo>
                                    <a:pt x="38443" y="6820"/>
                                    <a:pt x="37110" y="10630"/>
                                    <a:pt x="33871" y="12154"/>
                                  </a:cubicBezTo>
                                  <a:lnTo>
                                    <a:pt x="9106" y="23965"/>
                                  </a:lnTo>
                                  <a:cubicBezTo>
                                    <a:pt x="8249" y="24346"/>
                                    <a:pt x="7296" y="24536"/>
                                    <a:pt x="6344" y="2453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71" name="AutoShape 71"/>
                            <p:cNvSpPr/>
                            <p:nvPr/>
                          </p:nvSpPr>
                          <p:spPr>
                            <a:xfrm>
                              <a:off x="1950659" y="5496393"/>
                              <a:ext cx="23171" cy="1877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3171" h="18771">
                                  <a:moveTo>
                                    <a:pt x="6347" y="18772"/>
                                  </a:moveTo>
                                  <a:cubicBezTo>
                                    <a:pt x="4156" y="18772"/>
                                    <a:pt x="1966" y="17629"/>
                                    <a:pt x="823" y="15533"/>
                                  </a:cubicBezTo>
                                  <a:cubicBezTo>
                                    <a:pt x="-892" y="12485"/>
                                    <a:pt x="156" y="8580"/>
                                    <a:pt x="3204" y="6866"/>
                                  </a:cubicBezTo>
                                  <a:lnTo>
                                    <a:pt x="13681" y="865"/>
                                  </a:lnTo>
                                  <a:cubicBezTo>
                                    <a:pt x="16729" y="-945"/>
                                    <a:pt x="20635" y="198"/>
                                    <a:pt x="22349" y="3246"/>
                                  </a:cubicBezTo>
                                  <a:cubicBezTo>
                                    <a:pt x="24064" y="6294"/>
                                    <a:pt x="23016" y="10199"/>
                                    <a:pt x="19968" y="11914"/>
                                  </a:cubicBezTo>
                                  <a:lnTo>
                                    <a:pt x="9490" y="17914"/>
                                  </a:lnTo>
                                  <a:cubicBezTo>
                                    <a:pt x="8538" y="18486"/>
                                    <a:pt x="7395" y="18772"/>
                                    <a:pt x="6347" y="1877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72" name="AutoShape 72"/>
                            <p:cNvSpPr/>
                            <p:nvPr/>
                          </p:nvSpPr>
                          <p:spPr>
                            <a:xfrm>
                              <a:off x="1925211" y="5519850"/>
                              <a:ext cx="51303" cy="2969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303" h="29699">
                                  <a:moveTo>
                                    <a:pt x="6364" y="29700"/>
                                  </a:moveTo>
                                  <a:cubicBezTo>
                                    <a:pt x="3887" y="29700"/>
                                    <a:pt x="1601" y="28271"/>
                                    <a:pt x="553" y="25890"/>
                                  </a:cubicBezTo>
                                  <a:cubicBezTo>
                                    <a:pt x="-875" y="22652"/>
                                    <a:pt x="553" y="18937"/>
                                    <a:pt x="3792" y="17508"/>
                                  </a:cubicBezTo>
                                  <a:lnTo>
                                    <a:pt x="42368" y="553"/>
                                  </a:lnTo>
                                  <a:cubicBezTo>
                                    <a:pt x="45607" y="-875"/>
                                    <a:pt x="49321" y="553"/>
                                    <a:pt x="50750" y="3792"/>
                                  </a:cubicBezTo>
                                  <a:cubicBezTo>
                                    <a:pt x="52179" y="7030"/>
                                    <a:pt x="50750" y="10745"/>
                                    <a:pt x="47512" y="12174"/>
                                  </a:cubicBezTo>
                                  <a:lnTo>
                                    <a:pt x="8935" y="29129"/>
                                  </a:lnTo>
                                  <a:cubicBezTo>
                                    <a:pt x="8078" y="29509"/>
                                    <a:pt x="7221" y="29700"/>
                                    <a:pt x="6364" y="297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73" name="AutoShape 73"/>
                            <p:cNvSpPr/>
                            <p:nvPr/>
                          </p:nvSpPr>
                          <p:spPr>
                            <a:xfrm>
                              <a:off x="1880537" y="5551567"/>
                              <a:ext cx="28255" cy="2036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8255" h="20366">
                                  <a:moveTo>
                                    <a:pt x="6365" y="20367"/>
                                  </a:moveTo>
                                  <a:cubicBezTo>
                                    <a:pt x="3984" y="20367"/>
                                    <a:pt x="1793" y="19033"/>
                                    <a:pt x="650" y="16842"/>
                                  </a:cubicBezTo>
                                  <a:cubicBezTo>
                                    <a:pt x="-874" y="13699"/>
                                    <a:pt x="364" y="9889"/>
                                    <a:pt x="3507" y="8270"/>
                                  </a:cubicBezTo>
                                  <a:lnTo>
                                    <a:pt x="19033" y="650"/>
                                  </a:lnTo>
                                  <a:cubicBezTo>
                                    <a:pt x="22176" y="-874"/>
                                    <a:pt x="25986" y="364"/>
                                    <a:pt x="27606" y="3508"/>
                                  </a:cubicBezTo>
                                  <a:cubicBezTo>
                                    <a:pt x="29130" y="6651"/>
                                    <a:pt x="27891" y="10461"/>
                                    <a:pt x="24748" y="12080"/>
                                  </a:cubicBezTo>
                                  <a:lnTo>
                                    <a:pt x="9222" y="19700"/>
                                  </a:lnTo>
                                  <a:cubicBezTo>
                                    <a:pt x="8270" y="20176"/>
                                    <a:pt x="7317" y="20367"/>
                                    <a:pt x="6365" y="2036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74" name="AutoShape 74"/>
                            <p:cNvSpPr/>
                            <p:nvPr/>
                          </p:nvSpPr>
                          <p:spPr>
                            <a:xfrm>
                              <a:off x="1860630" y="5542709"/>
                              <a:ext cx="22826" cy="1769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2826" h="17699">
                                  <a:moveTo>
                                    <a:pt x="6365" y="17700"/>
                                  </a:moveTo>
                                  <a:cubicBezTo>
                                    <a:pt x="3984" y="17700"/>
                                    <a:pt x="1793" y="16366"/>
                                    <a:pt x="650" y="14176"/>
                                  </a:cubicBezTo>
                                  <a:cubicBezTo>
                                    <a:pt x="-874" y="11032"/>
                                    <a:pt x="364" y="7222"/>
                                    <a:pt x="3507" y="5603"/>
                                  </a:cubicBezTo>
                                  <a:lnTo>
                                    <a:pt x="13604" y="650"/>
                                  </a:lnTo>
                                  <a:cubicBezTo>
                                    <a:pt x="16747" y="-874"/>
                                    <a:pt x="20557" y="364"/>
                                    <a:pt x="22176" y="3508"/>
                                  </a:cubicBezTo>
                                  <a:cubicBezTo>
                                    <a:pt x="23700" y="6651"/>
                                    <a:pt x="22462" y="10461"/>
                                    <a:pt x="19319" y="12080"/>
                                  </a:cubicBezTo>
                                  <a:lnTo>
                                    <a:pt x="9222" y="17033"/>
                                  </a:lnTo>
                                  <a:cubicBezTo>
                                    <a:pt x="8365" y="17509"/>
                                    <a:pt x="7317" y="17700"/>
                                    <a:pt x="6460" y="177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  <p:grpSp>
                      <p:nvGrpSpPr>
                        <p:cNvPr id="75" name="Group 75"/>
                        <p:cNvGrpSpPr/>
                        <p:nvPr/>
                      </p:nvGrpSpPr>
                      <p:grpSpPr>
                        <a:xfrm>
                          <a:off x="656683" y="2696474"/>
                          <a:ext cx="3154572" cy="2721173"/>
                          <a:chOff x="656683" y="2696474"/>
                          <a:chExt cx="3154572" cy="2721173"/>
                        </a:xfrm>
                      </p:grpSpPr>
                      <p:grpSp>
                        <p:nvGrpSpPr>
                          <p:cNvPr id="76" name="Group 76"/>
                          <p:cNvGrpSpPr/>
                          <p:nvPr/>
                        </p:nvGrpSpPr>
                        <p:grpSpPr>
                          <a:xfrm>
                            <a:off x="656683" y="3257182"/>
                            <a:ext cx="3098328" cy="1887460"/>
                            <a:chOff x="656683" y="3257182"/>
                            <a:chExt cx="3098328" cy="1887460"/>
                          </a:xfrm>
                        </p:grpSpPr>
                        <p:grpSp>
                          <p:nvGrpSpPr>
                            <p:cNvPr id="77" name="Group 77"/>
                            <p:cNvGrpSpPr/>
                            <p:nvPr/>
                          </p:nvGrpSpPr>
                          <p:grpSpPr>
                            <a:xfrm>
                              <a:off x="893444" y="3257182"/>
                              <a:ext cx="2861566" cy="1665432"/>
                              <a:chOff x="893444" y="3257182"/>
                              <a:chExt cx="2861566" cy="1665432"/>
                            </a:xfrm>
                          </p:grpSpPr>
                          <p:sp>
                            <p:nvSpPr>
                              <p:cNvPr id="78" name="AutoShape 78"/>
                              <p:cNvSpPr/>
                              <p:nvPr/>
                            </p:nvSpPr>
                            <p:spPr>
                              <a:xfrm>
                                <a:off x="893444" y="3257182"/>
                                <a:ext cx="2861566" cy="166543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861566" h="1665432">
                                    <a:moveTo>
                                      <a:pt x="635032" y="1665337"/>
                                    </a:moveTo>
                                    <a:cubicBezTo>
                                      <a:pt x="635032" y="1665337"/>
                                      <a:pt x="1028795" y="1147654"/>
                                      <a:pt x="1064514" y="1114697"/>
                                    </a:cubicBezTo>
                                    <a:cubicBezTo>
                                      <a:pt x="1100233" y="1081645"/>
                                      <a:pt x="1489710" y="992206"/>
                                      <a:pt x="1547051" y="1010970"/>
                                    </a:cubicBezTo>
                                    <a:cubicBezTo>
                                      <a:pt x="1604391" y="1029639"/>
                                      <a:pt x="1810798" y="1094028"/>
                                      <a:pt x="1892999" y="1106506"/>
                                    </a:cubicBezTo>
                                    <a:cubicBezTo>
                                      <a:pt x="1975199" y="1118983"/>
                                      <a:pt x="2277904" y="1152797"/>
                                      <a:pt x="2294573" y="1037354"/>
                                    </a:cubicBezTo>
                                    <a:cubicBezTo>
                                      <a:pt x="2311241" y="921911"/>
                                      <a:pt x="1784509" y="764463"/>
                                      <a:pt x="1738979" y="717219"/>
                                    </a:cubicBezTo>
                                    <a:cubicBezTo>
                                      <a:pt x="1693545" y="669975"/>
                                      <a:pt x="1701165" y="618254"/>
                                      <a:pt x="1701165" y="618254"/>
                                    </a:cubicBezTo>
                                    <a:cubicBezTo>
                                      <a:pt x="1788414" y="609777"/>
                                      <a:pt x="1914049" y="432040"/>
                                      <a:pt x="1914049" y="432040"/>
                                    </a:cubicBezTo>
                                    <a:cubicBezTo>
                                      <a:pt x="1914049" y="432040"/>
                                      <a:pt x="2158365" y="489857"/>
                                      <a:pt x="2181035" y="510622"/>
                                    </a:cubicBezTo>
                                    <a:cubicBezTo>
                                      <a:pt x="2203704" y="531386"/>
                                      <a:pt x="2273237" y="686834"/>
                                      <a:pt x="2278285" y="713409"/>
                                    </a:cubicBezTo>
                                    <a:cubicBezTo>
                                      <a:pt x="2283428" y="739984"/>
                                      <a:pt x="2270475" y="964297"/>
                                      <a:pt x="2343817" y="976775"/>
                                    </a:cubicBezTo>
                                    <a:cubicBezTo>
                                      <a:pt x="2417159" y="989253"/>
                                      <a:pt x="2511171" y="807802"/>
                                      <a:pt x="2499551" y="708170"/>
                                    </a:cubicBezTo>
                                    <a:cubicBezTo>
                                      <a:pt x="2487930" y="608539"/>
                                      <a:pt x="2460498" y="429754"/>
                                      <a:pt x="2401729" y="367842"/>
                                    </a:cubicBezTo>
                                    <a:cubicBezTo>
                                      <a:pt x="2386203" y="351554"/>
                                      <a:pt x="2293906" y="315550"/>
                                      <a:pt x="2293906" y="315550"/>
                                    </a:cubicBezTo>
                                    <a:cubicBezTo>
                                      <a:pt x="2293906" y="315550"/>
                                      <a:pt x="2436590" y="331361"/>
                                      <a:pt x="2446592" y="336124"/>
                                    </a:cubicBezTo>
                                    <a:cubicBezTo>
                                      <a:pt x="2456593" y="340981"/>
                                      <a:pt x="2534412" y="412419"/>
                                      <a:pt x="2563940" y="472426"/>
                                    </a:cubicBezTo>
                                    <a:cubicBezTo>
                                      <a:pt x="2593467" y="532434"/>
                                      <a:pt x="2652808" y="776845"/>
                                      <a:pt x="2742438" y="766273"/>
                                    </a:cubicBezTo>
                                    <a:cubicBezTo>
                                      <a:pt x="2832068" y="755700"/>
                                      <a:pt x="2792730" y="526814"/>
                                      <a:pt x="2792730" y="526814"/>
                                    </a:cubicBezTo>
                                    <a:cubicBezTo>
                                      <a:pt x="2792730" y="526814"/>
                                      <a:pt x="2833973" y="541197"/>
                                      <a:pt x="2854928" y="509098"/>
                                    </a:cubicBezTo>
                                    <a:cubicBezTo>
                                      <a:pt x="2913793" y="419086"/>
                                      <a:pt x="2564321" y="106190"/>
                                      <a:pt x="2470976" y="48850"/>
                                    </a:cubicBezTo>
                                    <a:cubicBezTo>
                                      <a:pt x="2377631" y="-8491"/>
                                      <a:pt x="1907858" y="-5443"/>
                                      <a:pt x="1767554" y="8559"/>
                                    </a:cubicBezTo>
                                    <a:cubicBezTo>
                                      <a:pt x="1683925" y="16941"/>
                                      <a:pt x="1085660" y="165531"/>
                                      <a:pt x="828675" y="350983"/>
                                    </a:cubicBezTo>
                                    <a:cubicBezTo>
                                      <a:pt x="530638" y="566057"/>
                                      <a:pt x="0" y="957154"/>
                                      <a:pt x="0" y="957154"/>
                                    </a:cubicBezTo>
                                    <a:lnTo>
                                      <a:pt x="634841" y="1665433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06D51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79" name="AutoShape 79"/>
                              <p:cNvSpPr/>
                              <p:nvPr/>
                            </p:nvSpPr>
                            <p:spPr>
                              <a:xfrm>
                                <a:off x="2028813" y="3455527"/>
                                <a:ext cx="314728" cy="109584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14728" h="109584">
                                    <a:moveTo>
                                      <a:pt x="6393" y="109585"/>
                                    </a:moveTo>
                                    <a:cubicBezTo>
                                      <a:pt x="3726" y="109585"/>
                                      <a:pt x="1154" y="107870"/>
                                      <a:pt x="297" y="105203"/>
                                    </a:cubicBezTo>
                                    <a:cubicBezTo>
                                      <a:pt x="-751" y="101870"/>
                                      <a:pt x="1059" y="98250"/>
                                      <a:pt x="4393" y="97202"/>
                                    </a:cubicBezTo>
                                    <a:lnTo>
                                      <a:pt x="306430" y="333"/>
                                    </a:lnTo>
                                    <a:cubicBezTo>
                                      <a:pt x="309764" y="-810"/>
                                      <a:pt x="313384" y="1095"/>
                                      <a:pt x="314431" y="4429"/>
                                    </a:cubicBezTo>
                                    <a:cubicBezTo>
                                      <a:pt x="315479" y="7763"/>
                                      <a:pt x="313669" y="11382"/>
                                      <a:pt x="310336" y="12430"/>
                                    </a:cubicBezTo>
                                    <a:lnTo>
                                      <a:pt x="8298" y="109299"/>
                                    </a:lnTo>
                                    <a:cubicBezTo>
                                      <a:pt x="7631" y="109489"/>
                                      <a:pt x="6964" y="109585"/>
                                      <a:pt x="6393" y="109585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FFD05C">
                                  <a:alpha val="100000"/>
                                  <a:lumMod val="40000"/>
                                  <a:lumOff val="6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80" name="AutoShape 80"/>
                              <p:cNvSpPr/>
                              <p:nvPr/>
                            </p:nvSpPr>
                            <p:spPr>
                              <a:xfrm>
                                <a:off x="1877631" y="3590459"/>
                                <a:ext cx="73310" cy="4770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3310" h="47709">
                                    <a:moveTo>
                                      <a:pt x="6414" y="47710"/>
                                    </a:moveTo>
                                    <a:cubicBezTo>
                                      <a:pt x="4223" y="47710"/>
                                      <a:pt x="2032" y="46567"/>
                                      <a:pt x="889" y="44567"/>
                                    </a:cubicBezTo>
                                    <a:cubicBezTo>
                                      <a:pt x="-921" y="41518"/>
                                      <a:pt x="127" y="37613"/>
                                      <a:pt x="3175" y="35899"/>
                                    </a:cubicBezTo>
                                    <a:lnTo>
                                      <a:pt x="63754" y="847"/>
                                    </a:lnTo>
                                    <a:cubicBezTo>
                                      <a:pt x="66802" y="-868"/>
                                      <a:pt x="70707" y="85"/>
                                      <a:pt x="72422" y="3133"/>
                                    </a:cubicBezTo>
                                    <a:cubicBezTo>
                                      <a:pt x="74231" y="6181"/>
                                      <a:pt x="73184" y="10086"/>
                                      <a:pt x="70136" y="11800"/>
                                    </a:cubicBezTo>
                                    <a:lnTo>
                                      <a:pt x="9557" y="46852"/>
                                    </a:lnTo>
                                    <a:cubicBezTo>
                                      <a:pt x="8509" y="47424"/>
                                      <a:pt x="7461" y="47710"/>
                                      <a:pt x="6414" y="4771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FFD05C">
                                  <a:alpha val="100000"/>
                                  <a:lumMod val="40000"/>
                                  <a:lumOff val="6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grpSp>
                            <p:nvGrpSpPr>
                              <p:cNvPr id="81" name="Group 81"/>
                              <p:cNvGrpSpPr/>
                              <p:nvPr/>
                            </p:nvGrpSpPr>
                            <p:grpSpPr>
                              <a:xfrm>
                                <a:off x="2581077" y="3344945"/>
                                <a:ext cx="1105499" cy="1002264"/>
                                <a:chOff x="2581077" y="3344945"/>
                                <a:chExt cx="1105499" cy="1002264"/>
                              </a:xfrm>
                              <a:solidFill>
                                <a:srgbClr val="282523">
                                  <a:alpha val="100000"/>
                                </a:srgbClr>
                              </a:solidFill>
                            </p:grpSpPr>
                            <p:sp>
                              <p:nvSpPr>
                                <p:cNvPr id="82" name="AutoShape 82"/>
                                <p:cNvSpPr/>
                                <p:nvPr/>
                              </p:nvSpPr>
                              <p:spPr>
                                <a:xfrm>
                                  <a:off x="2802784" y="3394573"/>
                                  <a:ext cx="352353" cy="17311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52353" h="173110">
                                      <a:moveTo>
                                        <a:pt x="345704" y="173015"/>
                                      </a:moveTo>
                                      <a:cubicBezTo>
                                        <a:pt x="345228" y="173015"/>
                                        <a:pt x="344656" y="173015"/>
                                        <a:pt x="344180" y="172825"/>
                                      </a:cubicBezTo>
                                      <a:cubicBezTo>
                                        <a:pt x="343989" y="172825"/>
                                        <a:pt x="343608" y="172635"/>
                                        <a:pt x="343227" y="172539"/>
                                      </a:cubicBezTo>
                                      <a:cubicBezTo>
                                        <a:pt x="342561" y="172539"/>
                                        <a:pt x="341989" y="172254"/>
                                        <a:pt x="341418" y="171968"/>
                                      </a:cubicBezTo>
                                      <a:lnTo>
                                        <a:pt x="3661" y="12138"/>
                                      </a:lnTo>
                                      <a:cubicBezTo>
                                        <a:pt x="518" y="10614"/>
                                        <a:pt x="-911" y="6804"/>
                                        <a:pt x="613" y="3661"/>
                                      </a:cubicBezTo>
                                      <a:cubicBezTo>
                                        <a:pt x="2137" y="518"/>
                                        <a:pt x="5947" y="-911"/>
                                        <a:pt x="9090" y="613"/>
                                      </a:cubicBezTo>
                                      <a:lnTo>
                                        <a:pt x="345799" y="159966"/>
                                      </a:lnTo>
                                      <a:cubicBezTo>
                                        <a:pt x="346656" y="160157"/>
                                        <a:pt x="347323" y="160443"/>
                                        <a:pt x="347704" y="160633"/>
                                      </a:cubicBezTo>
                                      <a:cubicBezTo>
                                        <a:pt x="351133" y="161395"/>
                                        <a:pt x="352943" y="164824"/>
                                        <a:pt x="352181" y="168253"/>
                                      </a:cubicBezTo>
                                      <a:cubicBezTo>
                                        <a:pt x="351514" y="171206"/>
                                        <a:pt x="348656" y="173111"/>
                                        <a:pt x="345704" y="17311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83" name="AutoShape 83"/>
                                <p:cNvSpPr/>
                                <p:nvPr/>
                              </p:nvSpPr>
                              <p:spPr>
                                <a:xfrm>
                                  <a:off x="3379711" y="3344945"/>
                                  <a:ext cx="306864" cy="41838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06864" h="418382">
                                      <a:moveTo>
                                        <a:pt x="300653" y="418287"/>
                                      </a:moveTo>
                                      <a:cubicBezTo>
                                        <a:pt x="297700" y="418287"/>
                                        <a:pt x="295033" y="416191"/>
                                        <a:pt x="294367" y="413143"/>
                                      </a:cubicBezTo>
                                      <a:cubicBezTo>
                                        <a:pt x="294176" y="412381"/>
                                        <a:pt x="278460" y="333038"/>
                                        <a:pt x="248742" y="292652"/>
                                      </a:cubicBezTo>
                                      <a:cubicBezTo>
                                        <a:pt x="218262" y="251313"/>
                                        <a:pt x="3854" y="12998"/>
                                        <a:pt x="1663" y="10617"/>
                                      </a:cubicBezTo>
                                      <a:cubicBezTo>
                                        <a:pt x="-718" y="8045"/>
                                        <a:pt x="-528" y="3949"/>
                                        <a:pt x="2139" y="1663"/>
                                      </a:cubicBezTo>
                                      <a:cubicBezTo>
                                        <a:pt x="4711" y="-718"/>
                                        <a:pt x="8807" y="-528"/>
                                        <a:pt x="11093" y="2139"/>
                                      </a:cubicBezTo>
                                      <a:cubicBezTo>
                                        <a:pt x="19951" y="11950"/>
                                        <a:pt x="228168" y="243312"/>
                                        <a:pt x="258934" y="285222"/>
                                      </a:cubicBezTo>
                                      <a:cubicBezTo>
                                        <a:pt x="290366" y="327990"/>
                                        <a:pt x="306178" y="407523"/>
                                        <a:pt x="306749" y="410857"/>
                                      </a:cubicBezTo>
                                      <a:cubicBezTo>
                                        <a:pt x="307416" y="414286"/>
                                        <a:pt x="305130" y="417620"/>
                                        <a:pt x="301701" y="418287"/>
                                      </a:cubicBezTo>
                                      <a:cubicBezTo>
                                        <a:pt x="301320" y="418287"/>
                                        <a:pt x="300844" y="418382"/>
                                        <a:pt x="300462" y="418382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84" name="AutoShape 84"/>
                                <p:cNvSpPr/>
                                <p:nvPr/>
                              </p:nvSpPr>
                              <p:spPr>
                                <a:xfrm>
                                  <a:off x="2765761" y="4136244"/>
                                  <a:ext cx="47625" cy="1345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7625" h="134575">
                                      <a:moveTo>
                                        <a:pt x="6871" y="134480"/>
                                      </a:moveTo>
                                      <a:cubicBezTo>
                                        <a:pt x="3537" y="134480"/>
                                        <a:pt x="775" y="131908"/>
                                        <a:pt x="489" y="128575"/>
                                      </a:cubicBezTo>
                                      <a:cubicBezTo>
                                        <a:pt x="-2749" y="84474"/>
                                        <a:pt x="10205" y="38563"/>
                                        <a:pt x="36113" y="2654"/>
                                      </a:cubicBezTo>
                                      <a:cubicBezTo>
                                        <a:pt x="38208" y="-203"/>
                                        <a:pt x="42113" y="-870"/>
                                        <a:pt x="44971" y="1225"/>
                                      </a:cubicBezTo>
                                      <a:cubicBezTo>
                                        <a:pt x="47828" y="3321"/>
                                        <a:pt x="48495" y="7226"/>
                                        <a:pt x="46400" y="10084"/>
                                      </a:cubicBezTo>
                                      <a:cubicBezTo>
                                        <a:pt x="22301" y="43612"/>
                                        <a:pt x="10205" y="86474"/>
                                        <a:pt x="13157" y="127717"/>
                                      </a:cubicBezTo>
                                      <a:cubicBezTo>
                                        <a:pt x="13443" y="131242"/>
                                        <a:pt x="10776" y="134290"/>
                                        <a:pt x="7252" y="134575"/>
                                      </a:cubicBezTo>
                                      <a:cubicBezTo>
                                        <a:pt x="7061" y="134575"/>
                                        <a:pt x="6966" y="134575"/>
                                        <a:pt x="6776" y="134575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85" name="AutoShape 85"/>
                                <p:cNvSpPr/>
                                <p:nvPr/>
                              </p:nvSpPr>
                              <p:spPr>
                                <a:xfrm>
                                  <a:off x="2935224" y="4195797"/>
                                  <a:ext cx="209076" cy="15141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09076" h="151412">
                                      <a:moveTo>
                                        <a:pt x="88773" y="4346"/>
                                      </a:moveTo>
                                      <a:cubicBezTo>
                                        <a:pt x="68104" y="-416"/>
                                        <a:pt x="31813" y="-5464"/>
                                        <a:pt x="22193" y="13967"/>
                                      </a:cubicBezTo>
                                      <a:cubicBezTo>
                                        <a:pt x="4953" y="48542"/>
                                        <a:pt x="190" y="131219"/>
                                        <a:pt x="0" y="134744"/>
                                      </a:cubicBezTo>
                                      <a:cubicBezTo>
                                        <a:pt x="0" y="136839"/>
                                        <a:pt x="857" y="138839"/>
                                        <a:pt x="2477" y="140078"/>
                                      </a:cubicBezTo>
                                      <a:cubicBezTo>
                                        <a:pt x="12287" y="147793"/>
                                        <a:pt x="33814" y="151412"/>
                                        <a:pt x="59150" y="151412"/>
                                      </a:cubicBezTo>
                                      <a:cubicBezTo>
                                        <a:pt x="98012" y="151412"/>
                                        <a:pt x="146113" y="143030"/>
                                        <a:pt x="176117" y="128076"/>
                                      </a:cubicBezTo>
                                      <a:cubicBezTo>
                                        <a:pt x="198215" y="117218"/>
                                        <a:pt x="209264" y="103883"/>
                                        <a:pt x="209074" y="88643"/>
                                      </a:cubicBezTo>
                                      <a:cubicBezTo>
                                        <a:pt x="208693" y="49781"/>
                                        <a:pt x="137065" y="15395"/>
                                        <a:pt x="88773" y="4346"/>
                                      </a:cubicBezTo>
                                      <a:close/>
                                      <a:moveTo>
                                        <a:pt x="170497" y="116646"/>
                                      </a:moveTo>
                                      <a:cubicBezTo>
                                        <a:pt x="124492" y="139506"/>
                                        <a:pt x="37243" y="144935"/>
                                        <a:pt x="12954" y="131791"/>
                                      </a:cubicBezTo>
                                      <a:cubicBezTo>
                                        <a:pt x="14097" y="115408"/>
                                        <a:pt x="19431" y="47971"/>
                                        <a:pt x="33528" y="19586"/>
                                      </a:cubicBezTo>
                                      <a:cubicBezTo>
                                        <a:pt x="36862" y="12919"/>
                                        <a:pt x="54388" y="9490"/>
                                        <a:pt x="85915" y="16729"/>
                                      </a:cubicBezTo>
                                      <a:cubicBezTo>
                                        <a:pt x="137827" y="28635"/>
                                        <a:pt x="196024" y="61973"/>
                                        <a:pt x="196405" y="88738"/>
                                      </a:cubicBezTo>
                                      <a:cubicBezTo>
                                        <a:pt x="196405" y="101216"/>
                                        <a:pt x="182404" y="110836"/>
                                        <a:pt x="170497" y="116646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86" name="AutoShape 86"/>
                                <p:cNvSpPr/>
                                <p:nvPr/>
                              </p:nvSpPr>
                              <p:spPr>
                                <a:xfrm>
                                  <a:off x="3079329" y="3689804"/>
                                  <a:ext cx="48479" cy="7704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8479" h="77046">
                                      <a:moveTo>
                                        <a:pt x="6389" y="76952"/>
                                      </a:moveTo>
                                      <a:cubicBezTo>
                                        <a:pt x="5818" y="76952"/>
                                        <a:pt x="5342" y="76952"/>
                                        <a:pt x="4770" y="76761"/>
                                      </a:cubicBezTo>
                                      <a:cubicBezTo>
                                        <a:pt x="1341" y="75904"/>
                                        <a:pt x="-659" y="72380"/>
                                        <a:pt x="198" y="68951"/>
                                      </a:cubicBezTo>
                                      <a:cubicBezTo>
                                        <a:pt x="6770" y="43900"/>
                                        <a:pt x="19629" y="20754"/>
                                        <a:pt x="37441" y="1990"/>
                                      </a:cubicBezTo>
                                      <a:cubicBezTo>
                                        <a:pt x="39917" y="-582"/>
                                        <a:pt x="43918" y="-677"/>
                                        <a:pt x="46490" y="1799"/>
                                      </a:cubicBezTo>
                                      <a:cubicBezTo>
                                        <a:pt x="49061" y="4181"/>
                                        <a:pt x="49157" y="8276"/>
                                        <a:pt x="46680" y="10848"/>
                                      </a:cubicBezTo>
                                      <a:cubicBezTo>
                                        <a:pt x="30297" y="28088"/>
                                        <a:pt x="18486" y="49329"/>
                                        <a:pt x="12580" y="72284"/>
                                      </a:cubicBezTo>
                                      <a:cubicBezTo>
                                        <a:pt x="11818" y="75142"/>
                                        <a:pt x="9247" y="77047"/>
                                        <a:pt x="6389" y="77047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87" name="AutoShape 87"/>
                                <p:cNvSpPr/>
                                <p:nvPr/>
                              </p:nvSpPr>
                              <p:spPr>
                                <a:xfrm>
                                  <a:off x="2581077" y="3628677"/>
                                  <a:ext cx="51027" cy="247044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51027" h="247044">
                                      <a:moveTo>
                                        <a:pt x="8675" y="247045"/>
                                      </a:moveTo>
                                      <a:cubicBezTo>
                                        <a:pt x="5437" y="247045"/>
                                        <a:pt x="2674" y="244568"/>
                                        <a:pt x="2389" y="241329"/>
                                      </a:cubicBezTo>
                                      <a:cubicBezTo>
                                        <a:pt x="-5708" y="160653"/>
                                        <a:pt x="6865" y="78547"/>
                                        <a:pt x="38774" y="3871"/>
                                      </a:cubicBezTo>
                                      <a:cubicBezTo>
                                        <a:pt x="40108" y="633"/>
                                        <a:pt x="43918" y="-891"/>
                                        <a:pt x="47156" y="537"/>
                                      </a:cubicBezTo>
                                      <a:cubicBezTo>
                                        <a:pt x="50395" y="1966"/>
                                        <a:pt x="51919" y="5681"/>
                                        <a:pt x="50490" y="8920"/>
                                      </a:cubicBezTo>
                                      <a:cubicBezTo>
                                        <a:pt x="19438" y="81595"/>
                                        <a:pt x="7246" y="161510"/>
                                        <a:pt x="15152" y="240091"/>
                                      </a:cubicBezTo>
                                      <a:cubicBezTo>
                                        <a:pt x="15533" y="243616"/>
                                        <a:pt x="12961" y="246759"/>
                                        <a:pt x="9437" y="247045"/>
                                      </a:cubicBezTo>
                                      <a:cubicBezTo>
                                        <a:pt x="9247" y="247045"/>
                                        <a:pt x="9056" y="247045"/>
                                        <a:pt x="8770" y="247045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88" name="AutoShape 88"/>
                                <p:cNvSpPr/>
                                <p:nvPr/>
                              </p:nvSpPr>
                              <p:spPr>
                                <a:xfrm>
                                  <a:off x="3268507" y="4029269"/>
                                  <a:ext cx="121011" cy="1904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21011" h="190400">
                                      <a:moveTo>
                                        <a:pt x="10664" y="190400"/>
                                      </a:moveTo>
                                      <a:cubicBezTo>
                                        <a:pt x="8664" y="190400"/>
                                        <a:pt x="6664" y="189448"/>
                                        <a:pt x="5426" y="187638"/>
                                      </a:cubicBezTo>
                                      <a:cubicBezTo>
                                        <a:pt x="-9910" y="165731"/>
                                        <a:pt x="7902" y="93436"/>
                                        <a:pt x="50765" y="3615"/>
                                      </a:cubicBezTo>
                                      <a:cubicBezTo>
                                        <a:pt x="52003" y="1043"/>
                                        <a:pt x="54861" y="-385"/>
                                        <a:pt x="57623" y="91"/>
                                      </a:cubicBezTo>
                                      <a:cubicBezTo>
                                        <a:pt x="59052" y="377"/>
                                        <a:pt x="93056" y="6568"/>
                                        <a:pt x="119154" y="32571"/>
                                      </a:cubicBezTo>
                                      <a:cubicBezTo>
                                        <a:pt x="121631" y="35048"/>
                                        <a:pt x="121631" y="39048"/>
                                        <a:pt x="119154" y="41620"/>
                                      </a:cubicBezTo>
                                      <a:cubicBezTo>
                                        <a:pt x="116678" y="44096"/>
                                        <a:pt x="112677" y="44096"/>
                                        <a:pt x="110105" y="41620"/>
                                      </a:cubicBezTo>
                                      <a:cubicBezTo>
                                        <a:pt x="92294" y="23903"/>
                                        <a:pt x="69720" y="16378"/>
                                        <a:pt x="60099" y="13807"/>
                                      </a:cubicBezTo>
                                      <a:cubicBezTo>
                                        <a:pt x="12665" y="114486"/>
                                        <a:pt x="7617" y="168493"/>
                                        <a:pt x="15903" y="180399"/>
                                      </a:cubicBezTo>
                                      <a:cubicBezTo>
                                        <a:pt x="17904" y="183257"/>
                                        <a:pt x="17237" y="187257"/>
                                        <a:pt x="14379" y="189257"/>
                                      </a:cubicBezTo>
                                      <a:cubicBezTo>
                                        <a:pt x="13236" y="190019"/>
                                        <a:pt x="11998" y="190400"/>
                                        <a:pt x="10760" y="19040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89" name="AutoShape 89"/>
                                <p:cNvSpPr/>
                                <p:nvPr/>
                              </p:nvSpPr>
                              <p:spPr>
                                <a:xfrm>
                                  <a:off x="3156392" y="3926298"/>
                                  <a:ext cx="53533" cy="5943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53533" h="59437">
                                      <a:moveTo>
                                        <a:pt x="6383" y="59438"/>
                                      </a:moveTo>
                                      <a:cubicBezTo>
                                        <a:pt x="4860" y="59438"/>
                                        <a:pt x="3431" y="58961"/>
                                        <a:pt x="2192" y="57818"/>
                                      </a:cubicBezTo>
                                      <a:cubicBezTo>
                                        <a:pt x="-475" y="55533"/>
                                        <a:pt x="-760" y="51437"/>
                                        <a:pt x="1621" y="48865"/>
                                      </a:cubicBezTo>
                                      <a:lnTo>
                                        <a:pt x="42388" y="2192"/>
                                      </a:lnTo>
                                      <a:cubicBezTo>
                                        <a:pt x="44674" y="-475"/>
                                        <a:pt x="48770" y="-760"/>
                                        <a:pt x="51341" y="1621"/>
                                      </a:cubicBezTo>
                                      <a:cubicBezTo>
                                        <a:pt x="54008" y="3907"/>
                                        <a:pt x="54294" y="8003"/>
                                        <a:pt x="51913" y="10574"/>
                                      </a:cubicBezTo>
                                      <a:lnTo>
                                        <a:pt x="11146" y="57247"/>
                                      </a:lnTo>
                                      <a:cubicBezTo>
                                        <a:pt x="9908" y="58676"/>
                                        <a:pt x="8098" y="59438"/>
                                        <a:pt x="6383" y="59438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</p:grpSp>
                        </p:grpSp>
                        <p:grpSp>
                          <p:nvGrpSpPr>
                            <p:cNvPr id="90" name="Group 90"/>
                            <p:cNvGrpSpPr/>
                            <p:nvPr/>
                          </p:nvGrpSpPr>
                          <p:grpSpPr>
                            <a:xfrm>
                              <a:off x="656683" y="3927234"/>
                              <a:ext cx="1137289" cy="1217407"/>
                              <a:chOff x="656683" y="3927234"/>
                              <a:chExt cx="1137289" cy="1217407"/>
                            </a:xfrm>
                          </p:grpSpPr>
                          <p:grpSp>
                            <p:nvGrpSpPr>
                              <p:cNvPr id="91" name="Group 91"/>
                              <p:cNvGrpSpPr/>
                              <p:nvPr/>
                            </p:nvGrpSpPr>
                            <p:grpSpPr>
                              <a:xfrm>
                                <a:off x="656683" y="3927234"/>
                                <a:ext cx="1137289" cy="1217407"/>
                                <a:chOff x="656683" y="3927234"/>
                                <a:chExt cx="1137289" cy="1217407"/>
                              </a:xfrm>
                            </p:grpSpPr>
                            <p:sp>
                              <p:nvSpPr>
                                <p:cNvPr id="92" name="AutoShape 92"/>
                                <p:cNvSpPr/>
                                <p:nvPr/>
                              </p:nvSpPr>
                              <p:spPr>
                                <a:xfrm>
                                  <a:off x="663035" y="3933539"/>
                                  <a:ext cx="1124616" cy="120472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24616" h="1204722">
                                      <a:moveTo>
                                        <a:pt x="0" y="365379"/>
                                      </a:moveTo>
                                      <a:lnTo>
                                        <a:pt x="534543" y="0"/>
                                      </a:lnTo>
                                      <a:cubicBezTo>
                                        <a:pt x="703517" y="183071"/>
                                        <a:pt x="879062" y="411956"/>
                                        <a:pt x="879062" y="411956"/>
                                      </a:cubicBezTo>
                                      <a:lnTo>
                                        <a:pt x="790670" y="579025"/>
                                      </a:lnTo>
                                      <a:lnTo>
                                        <a:pt x="948023" y="501205"/>
                                      </a:lnTo>
                                      <a:cubicBezTo>
                                        <a:pt x="1031081" y="586264"/>
                                        <a:pt x="1124617" y="742664"/>
                                        <a:pt x="1124617" y="742664"/>
                                      </a:cubicBezTo>
                                      <a:lnTo>
                                        <a:pt x="775240" y="1204722"/>
                                      </a:lnTo>
                                      <a:lnTo>
                                        <a:pt x="95" y="365379"/>
                                      </a:ln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FFD05C">
                                    <a:alpha val="100000"/>
                                    <a:lumMod val="40000"/>
                                    <a:lumOff val="6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93" name="AutoShape 93"/>
                                <p:cNvSpPr/>
                                <p:nvPr/>
                              </p:nvSpPr>
                              <p:spPr>
                                <a:xfrm>
                                  <a:off x="656683" y="3927234"/>
                                  <a:ext cx="1137289" cy="121740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37289" h="1217407">
                                      <a:moveTo>
                                        <a:pt x="1099251" y="698486"/>
                                      </a:moveTo>
                                      <a:cubicBezTo>
                                        <a:pt x="1097917" y="700296"/>
                                        <a:pt x="1096488" y="702105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4110" y="729919"/>
                                        <a:pt x="1114872" y="727156"/>
                                        <a:pt x="1115729" y="724394"/>
                                      </a:cubicBezTo>
                                      <a:cubicBezTo>
                                        <a:pt x="1111062" y="717060"/>
                                        <a:pt x="1105537" y="708297"/>
                                        <a:pt x="1099251" y="698486"/>
                                      </a:cubicBezTo>
                                      <a:close/>
                                      <a:moveTo>
                                        <a:pt x="1099251" y="698486"/>
                                      </a:moveTo>
                                      <a:cubicBezTo>
                                        <a:pt x="1097917" y="700296"/>
                                        <a:pt x="1096488" y="702105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4110" y="729919"/>
                                        <a:pt x="1114872" y="727156"/>
                                        <a:pt x="1115729" y="724394"/>
                                      </a:cubicBezTo>
                                      <a:cubicBezTo>
                                        <a:pt x="1111062" y="717060"/>
                                        <a:pt x="1105537" y="708297"/>
                                        <a:pt x="1099251" y="698486"/>
                                      </a:cubicBezTo>
                                      <a:close/>
                                      <a:moveTo>
                                        <a:pt x="1136398" y="745825"/>
                                      </a:moveTo>
                                      <a:cubicBezTo>
                                        <a:pt x="1136398" y="745825"/>
                                        <a:pt x="1129445" y="734110"/>
                                        <a:pt x="1118110" y="716298"/>
                                      </a:cubicBezTo>
                                      <a:cubicBezTo>
                                        <a:pt x="1113824" y="709535"/>
                                        <a:pt x="1108871" y="701725"/>
                                        <a:pt x="1103346" y="693247"/>
                                      </a:cubicBezTo>
                                      <a:cubicBezTo>
                                        <a:pt x="1068485" y="639621"/>
                                        <a:pt x="1011430" y="556945"/>
                                        <a:pt x="958947" y="503128"/>
                                      </a:cubicBezTo>
                                      <a:cubicBezTo>
                                        <a:pt x="956947" y="501128"/>
                                        <a:pt x="953994" y="500652"/>
                                        <a:pt x="951518" y="501890"/>
                                      </a:cubicBezTo>
                                      <a:lnTo>
                                        <a:pt x="811881" y="570946"/>
                                      </a:lnTo>
                                      <a:lnTo>
                                        <a:pt x="868936" y="463219"/>
                                      </a:lnTo>
                                      <a:lnTo>
                                        <a:pt x="891129" y="421309"/>
                                      </a:lnTo>
                                      <a:cubicBezTo>
                                        <a:pt x="892272" y="419118"/>
                                        <a:pt x="891987" y="416451"/>
                                        <a:pt x="890558" y="414451"/>
                                      </a:cubicBezTo>
                                      <a:cubicBezTo>
                                        <a:pt x="889701" y="413498"/>
                                        <a:pt x="855982" y="369493"/>
                                        <a:pt x="804261" y="305199"/>
                                      </a:cubicBezTo>
                                      <a:cubicBezTo>
                                        <a:pt x="744825" y="231189"/>
                                        <a:pt x="661482" y="130225"/>
                                        <a:pt x="577471" y="36879"/>
                                      </a:cubicBezTo>
                                      <a:cubicBezTo>
                                        <a:pt x="566803" y="25069"/>
                                        <a:pt x="556230" y="13448"/>
                                        <a:pt x="545658" y="2018"/>
                                      </a:cubicBezTo>
                                      <a:cubicBezTo>
                                        <a:pt x="543467" y="-268"/>
                                        <a:pt x="539943" y="-649"/>
                                        <a:pt x="537371" y="1066"/>
                                      </a:cubicBezTo>
                                      <a:lnTo>
                                        <a:pt x="250097" y="197376"/>
                                      </a:lnTo>
                                      <a:lnTo>
                                        <a:pt x="239429" y="204615"/>
                                      </a:lnTo>
                                      <a:lnTo>
                                        <a:pt x="2733" y="366445"/>
                                      </a:lnTo>
                                      <a:cubicBezTo>
                                        <a:pt x="1209" y="367492"/>
                                        <a:pt x="256" y="369112"/>
                                        <a:pt x="66" y="371017"/>
                                      </a:cubicBezTo>
                                      <a:cubicBezTo>
                                        <a:pt x="-220" y="372826"/>
                                        <a:pt x="447" y="374636"/>
                                        <a:pt x="1685" y="376065"/>
                                      </a:cubicBezTo>
                                      <a:lnTo>
                                        <a:pt x="776829" y="1215408"/>
                                      </a:lnTo>
                                      <a:cubicBezTo>
                                        <a:pt x="777972" y="1216646"/>
                                        <a:pt x="779687" y="1217408"/>
                                        <a:pt x="781497" y="1217408"/>
                                      </a:cubicBezTo>
                                      <a:lnTo>
                                        <a:pt x="781782" y="1217408"/>
                                      </a:lnTo>
                                      <a:cubicBezTo>
                                        <a:pt x="783687" y="1217313"/>
                                        <a:pt x="785402" y="1216360"/>
                                        <a:pt x="786545" y="1214931"/>
                                      </a:cubicBezTo>
                                      <a:lnTo>
                                        <a:pt x="915513" y="1044339"/>
                                      </a:lnTo>
                                      <a:lnTo>
                                        <a:pt x="923705" y="1033671"/>
                                      </a:lnTo>
                                      <a:lnTo>
                                        <a:pt x="1096012" y="805737"/>
                                      </a:lnTo>
                                      <a:lnTo>
                                        <a:pt x="1136017" y="752874"/>
                                      </a:lnTo>
                                      <a:cubicBezTo>
                                        <a:pt x="1137541" y="750778"/>
                                        <a:pt x="1137732" y="748016"/>
                                        <a:pt x="1136398" y="745825"/>
                                      </a:cubicBezTo>
                                      <a:close/>
                                      <a:moveTo>
                                        <a:pt x="1101822" y="776972"/>
                                      </a:moveTo>
                                      <a:lnTo>
                                        <a:pt x="1101727" y="776972"/>
                                      </a:lnTo>
                                      <a:cubicBezTo>
                                        <a:pt x="1101727" y="776972"/>
                                        <a:pt x="916085" y="1022527"/>
                                        <a:pt x="916085" y="1022527"/>
                                      </a:cubicBezTo>
                                      <a:lnTo>
                                        <a:pt x="907989" y="1033290"/>
                                      </a:lnTo>
                                      <a:lnTo>
                                        <a:pt x="781020" y="1201120"/>
                                      </a:lnTo>
                                      <a:lnTo>
                                        <a:pt x="16068" y="372826"/>
                                      </a:lnTo>
                                      <a:lnTo>
                                        <a:pt x="248382" y="214140"/>
                                      </a:lnTo>
                                      <a:lnTo>
                                        <a:pt x="258955" y="206805"/>
                                      </a:lnTo>
                                      <a:lnTo>
                                        <a:pt x="540038" y="14781"/>
                                      </a:lnTo>
                                      <a:cubicBezTo>
                                        <a:pt x="549087" y="24592"/>
                                        <a:pt x="558135" y="34498"/>
                                        <a:pt x="567089" y="44500"/>
                                      </a:cubicBezTo>
                                      <a:cubicBezTo>
                                        <a:pt x="651957" y="138606"/>
                                        <a:pt x="736158" y="240810"/>
                                        <a:pt x="795879" y="315105"/>
                                      </a:cubicBezTo>
                                      <a:cubicBezTo>
                                        <a:pt x="838932" y="368730"/>
                                        <a:pt x="869222" y="407878"/>
                                        <a:pt x="877890" y="419022"/>
                                      </a:cubicBezTo>
                                      <a:lnTo>
                                        <a:pt x="854363" y="463504"/>
                                      </a:lnTo>
                                      <a:lnTo>
                                        <a:pt x="791403" y="582471"/>
                                      </a:lnTo>
                                      <a:cubicBezTo>
                                        <a:pt x="790069" y="584853"/>
                                        <a:pt x="790545" y="587901"/>
                                        <a:pt x="792450" y="589901"/>
                                      </a:cubicBezTo>
                                      <a:cubicBezTo>
                                        <a:pt x="794355" y="591806"/>
                                        <a:pt x="797403" y="592378"/>
                                        <a:pt x="799880" y="591139"/>
                                      </a:cubicBezTo>
                                      <a:lnTo>
                                        <a:pt x="953042" y="515320"/>
                                      </a:lnTo>
                                      <a:cubicBezTo>
                                        <a:pt x="1005144" y="569708"/>
                                        <a:pt x="1061436" y="652004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7824" y="739825"/>
                                        <a:pt x="1121253" y="745349"/>
                                        <a:pt x="1123254" y="748683"/>
                                      </a:cubicBezTo>
                                      <a:lnTo>
                                        <a:pt x="1101822" y="776972"/>
                                      </a:lnTo>
                                      <a:close/>
                                      <a:moveTo>
                                        <a:pt x="1099251" y="698486"/>
                                      </a:moveTo>
                                      <a:cubicBezTo>
                                        <a:pt x="1097917" y="700296"/>
                                        <a:pt x="1096488" y="702105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4110" y="729919"/>
                                        <a:pt x="1114872" y="727156"/>
                                        <a:pt x="1115729" y="724394"/>
                                      </a:cubicBezTo>
                                      <a:cubicBezTo>
                                        <a:pt x="1111062" y="717060"/>
                                        <a:pt x="1105537" y="708297"/>
                                        <a:pt x="1099251" y="698486"/>
                                      </a:cubicBezTo>
                                      <a:close/>
                                      <a:moveTo>
                                        <a:pt x="1099251" y="698486"/>
                                      </a:moveTo>
                                      <a:cubicBezTo>
                                        <a:pt x="1097917" y="700296"/>
                                        <a:pt x="1096488" y="702105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4110" y="729919"/>
                                        <a:pt x="1114872" y="727156"/>
                                        <a:pt x="1115729" y="724394"/>
                                      </a:cubicBezTo>
                                      <a:cubicBezTo>
                                        <a:pt x="1111062" y="717060"/>
                                        <a:pt x="1105537" y="708297"/>
                                        <a:pt x="1099251" y="698486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94" name="AutoShape 94"/>
                              <p:cNvSpPr/>
                              <p:nvPr/>
                            </p:nvSpPr>
                            <p:spPr>
                              <a:xfrm>
                                <a:off x="873714" y="4098974"/>
                                <a:ext cx="734553" cy="910984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34553" h="910984">
                                    <a:moveTo>
                                      <a:pt x="728105" y="910985"/>
                                    </a:moveTo>
                                    <a:cubicBezTo>
                                      <a:pt x="726104" y="910985"/>
                                      <a:pt x="724009" y="910032"/>
                                      <a:pt x="722866" y="908222"/>
                                    </a:cubicBezTo>
                                    <a:cubicBezTo>
                                      <a:pt x="508267" y="590659"/>
                                      <a:pt x="265666" y="288716"/>
                                      <a:pt x="1728" y="10777"/>
                                    </a:cubicBezTo>
                                    <a:cubicBezTo>
                                      <a:pt x="-653" y="8205"/>
                                      <a:pt x="-558" y="4205"/>
                                      <a:pt x="1918" y="1728"/>
                                    </a:cubicBezTo>
                                    <a:cubicBezTo>
                                      <a:pt x="4490" y="-653"/>
                                      <a:pt x="8491" y="-558"/>
                                      <a:pt x="10967" y="1919"/>
                                    </a:cubicBezTo>
                                    <a:cubicBezTo>
                                      <a:pt x="275381" y="280334"/>
                                      <a:pt x="518459" y="582848"/>
                                      <a:pt x="733438" y="900983"/>
                                    </a:cubicBezTo>
                                    <a:cubicBezTo>
                                      <a:pt x="735439" y="903936"/>
                                      <a:pt x="734677" y="907841"/>
                                      <a:pt x="731724" y="909841"/>
                                    </a:cubicBezTo>
                                    <a:cubicBezTo>
                                      <a:pt x="730676" y="910604"/>
                                      <a:pt x="729343" y="910889"/>
                                      <a:pt x="728200" y="910889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grpSp>
                            <p:nvGrpSpPr>
                              <p:cNvPr id="95" name="Group 95"/>
                              <p:cNvGrpSpPr/>
                              <p:nvPr/>
                            </p:nvGrpSpPr>
                            <p:grpSpPr>
                              <a:xfrm>
                                <a:off x="1032959" y="4078865"/>
                                <a:ext cx="128065" cy="124136"/>
                                <a:chOff x="1032959" y="4078865"/>
                                <a:chExt cx="128065" cy="124136"/>
                              </a:xfrm>
                            </p:grpSpPr>
                            <p:sp>
                              <p:nvSpPr>
                                <p:cNvPr id="96" name="AutoShape 96"/>
                                <p:cNvSpPr/>
                                <p:nvPr/>
                              </p:nvSpPr>
                              <p:spPr>
                                <a:xfrm>
                                  <a:off x="1039262" y="4085292"/>
                                  <a:ext cx="115273" cy="11140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5273" h="111403">
                                      <a:moveTo>
                                        <a:pt x="86783" y="87229"/>
                                      </a:moveTo>
                                      <a:cubicBezTo>
                                        <a:pt x="59351" y="112566"/>
                                        <a:pt x="24014" y="119043"/>
                                        <a:pt x="7916" y="101612"/>
                                      </a:cubicBezTo>
                                      <a:cubicBezTo>
                                        <a:pt x="-8181" y="84181"/>
                                        <a:pt x="1058" y="49511"/>
                                        <a:pt x="28490" y="24174"/>
                                      </a:cubicBezTo>
                                      <a:cubicBezTo>
                                        <a:pt x="55922" y="-1163"/>
                                        <a:pt x="91260" y="-7639"/>
                                        <a:pt x="107357" y="9791"/>
                                      </a:cubicBezTo>
                                      <a:cubicBezTo>
                                        <a:pt x="123455" y="27222"/>
                                        <a:pt x="114215" y="61893"/>
                                        <a:pt x="86783" y="87229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FFD05C">
                                    <a:alpha val="100000"/>
                                    <a:lumMod val="40000"/>
                                    <a:lumOff val="6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97" name="AutoShape 97"/>
                                <p:cNvSpPr/>
                                <p:nvPr/>
                              </p:nvSpPr>
                              <p:spPr>
                                <a:xfrm>
                                  <a:off x="1032959" y="4078865"/>
                                  <a:ext cx="128065" cy="12413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28065" h="124136">
                                      <a:moveTo>
                                        <a:pt x="118422" y="11837"/>
                                      </a:moveTo>
                                      <a:cubicBezTo>
                                        <a:pt x="109088" y="1740"/>
                                        <a:pt x="94515" y="-2070"/>
                                        <a:pt x="77465" y="1073"/>
                                      </a:cubicBezTo>
                                      <a:cubicBezTo>
                                        <a:pt x="61368" y="3931"/>
                                        <a:pt x="44699" y="12789"/>
                                        <a:pt x="30602" y="25839"/>
                                      </a:cubicBezTo>
                                      <a:cubicBezTo>
                                        <a:pt x="16409" y="38983"/>
                                        <a:pt x="6313" y="54795"/>
                                        <a:pt x="2122" y="70606"/>
                                      </a:cubicBezTo>
                                      <a:cubicBezTo>
                                        <a:pt x="-2355" y="87465"/>
                                        <a:pt x="312" y="102229"/>
                                        <a:pt x="9551" y="112325"/>
                                      </a:cubicBezTo>
                                      <a:cubicBezTo>
                                        <a:pt x="16790" y="120136"/>
                                        <a:pt x="27078" y="124137"/>
                                        <a:pt x="39365" y="124137"/>
                                      </a:cubicBezTo>
                                      <a:cubicBezTo>
                                        <a:pt x="42889" y="124137"/>
                                        <a:pt x="46699" y="123851"/>
                                        <a:pt x="50604" y="123089"/>
                                      </a:cubicBezTo>
                                      <a:cubicBezTo>
                                        <a:pt x="64701" y="120612"/>
                                        <a:pt x="79274" y="113469"/>
                                        <a:pt x="92228" y="102800"/>
                                      </a:cubicBezTo>
                                      <a:cubicBezTo>
                                        <a:pt x="93848" y="101562"/>
                                        <a:pt x="95467" y="100133"/>
                                        <a:pt x="97086" y="98609"/>
                                      </a:cubicBezTo>
                                      <a:cubicBezTo>
                                        <a:pt x="97182" y="98609"/>
                                        <a:pt x="97372" y="98419"/>
                                        <a:pt x="97467" y="98324"/>
                                      </a:cubicBezTo>
                                      <a:cubicBezTo>
                                        <a:pt x="98896" y="96990"/>
                                        <a:pt x="100325" y="95657"/>
                                        <a:pt x="101658" y="94228"/>
                                      </a:cubicBezTo>
                                      <a:cubicBezTo>
                                        <a:pt x="113565" y="81941"/>
                                        <a:pt x="122137" y="67748"/>
                                        <a:pt x="125947" y="53556"/>
                                      </a:cubicBezTo>
                                      <a:cubicBezTo>
                                        <a:pt x="130424" y="36697"/>
                                        <a:pt x="127757" y="21933"/>
                                        <a:pt x="118422" y="11837"/>
                                      </a:cubicBezTo>
                                      <a:close/>
                                      <a:moveTo>
                                        <a:pt x="113565" y="50222"/>
                                      </a:moveTo>
                                      <a:cubicBezTo>
                                        <a:pt x="110040" y="63748"/>
                                        <a:pt x="101182" y="77464"/>
                                        <a:pt x="88799" y="88894"/>
                                      </a:cubicBezTo>
                                      <a:cubicBezTo>
                                        <a:pt x="76417" y="100419"/>
                                        <a:pt x="62034" y="108039"/>
                                        <a:pt x="48318" y="110611"/>
                                      </a:cubicBezTo>
                                      <a:cubicBezTo>
                                        <a:pt x="35650" y="112897"/>
                                        <a:pt x="25172" y="110421"/>
                                        <a:pt x="18981" y="103658"/>
                                      </a:cubicBezTo>
                                      <a:cubicBezTo>
                                        <a:pt x="12695" y="96895"/>
                                        <a:pt x="11076" y="86322"/>
                                        <a:pt x="14409" y="73940"/>
                                      </a:cubicBezTo>
                                      <a:cubicBezTo>
                                        <a:pt x="18029" y="60414"/>
                                        <a:pt x="26792" y="46698"/>
                                        <a:pt x="39174" y="35268"/>
                                      </a:cubicBezTo>
                                      <a:cubicBezTo>
                                        <a:pt x="51652" y="23743"/>
                                        <a:pt x="66035" y="16123"/>
                                        <a:pt x="79751" y="13551"/>
                                      </a:cubicBezTo>
                                      <a:cubicBezTo>
                                        <a:pt x="82799" y="12980"/>
                                        <a:pt x="85847" y="12694"/>
                                        <a:pt x="88609" y="12694"/>
                                      </a:cubicBezTo>
                                      <a:cubicBezTo>
                                        <a:pt x="97277" y="12694"/>
                                        <a:pt x="104325" y="15361"/>
                                        <a:pt x="109088" y="20505"/>
                                      </a:cubicBezTo>
                                      <a:cubicBezTo>
                                        <a:pt x="115279" y="27267"/>
                                        <a:pt x="116898" y="37840"/>
                                        <a:pt x="113565" y="50222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</p:grpSp>
                          <p:grpSp>
                            <p:nvGrpSpPr>
                              <p:cNvPr id="98" name="Group 98"/>
                              <p:cNvGrpSpPr/>
                              <p:nvPr/>
                            </p:nvGrpSpPr>
                            <p:grpSpPr>
                              <a:xfrm>
                                <a:off x="1120786" y="4167262"/>
                                <a:ext cx="49380" cy="62123"/>
                                <a:chOff x="1120786" y="4167262"/>
                                <a:chExt cx="49380" cy="62123"/>
                              </a:xfrm>
                              <a:solidFill>
                                <a:srgbClr val="282523">
                                  <a:alpha val="100000"/>
                                </a:srgbClr>
                              </a:solidFill>
                            </p:grpSpPr>
                            <p:sp>
                              <p:nvSpPr>
                                <p:cNvPr id="99" name="AutoShape 99"/>
                                <p:cNvSpPr/>
                                <p:nvPr/>
                              </p:nvSpPr>
                              <p:spPr>
                                <a:xfrm>
                                  <a:off x="1127188" y="4173664"/>
                                  <a:ext cx="36576" cy="49434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6576" h="49434">
                                      <a:moveTo>
                                        <a:pt x="0" y="0"/>
                                      </a:moveTo>
                                      <a:lnTo>
                                        <a:pt x="36576" y="49435"/>
                                      </a:lnTo>
                                    </a:path>
                                  </a:pathLst>
                                </a:custGeom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100" name="AutoShape 100"/>
                                <p:cNvSpPr/>
                                <p:nvPr/>
                              </p:nvSpPr>
                              <p:spPr>
                                <a:xfrm>
                                  <a:off x="1120786" y="4167262"/>
                                  <a:ext cx="49380" cy="6212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9380" h="62123">
                                      <a:moveTo>
                                        <a:pt x="42978" y="62124"/>
                                      </a:moveTo>
                                      <a:cubicBezTo>
                                        <a:pt x="41074" y="62124"/>
                                        <a:pt x="39073" y="61266"/>
                                        <a:pt x="37835" y="59552"/>
                                      </a:cubicBezTo>
                                      <a:lnTo>
                                        <a:pt x="1259" y="10212"/>
                                      </a:lnTo>
                                      <a:cubicBezTo>
                                        <a:pt x="-837" y="7355"/>
                                        <a:pt x="-265" y="3354"/>
                                        <a:pt x="2592" y="1259"/>
                                      </a:cubicBezTo>
                                      <a:cubicBezTo>
                                        <a:pt x="5450" y="-837"/>
                                        <a:pt x="9451" y="-265"/>
                                        <a:pt x="11546" y="2592"/>
                                      </a:cubicBezTo>
                                      <a:lnTo>
                                        <a:pt x="48122" y="51932"/>
                                      </a:lnTo>
                                      <a:cubicBezTo>
                                        <a:pt x="50217" y="54789"/>
                                        <a:pt x="49646" y="58790"/>
                                        <a:pt x="46788" y="60885"/>
                                      </a:cubicBezTo>
                                      <a:cubicBezTo>
                                        <a:pt x="45645" y="61743"/>
                                        <a:pt x="44312" y="62124"/>
                                        <a:pt x="42978" y="62124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zh-CN" altLang="en-US"/>
                                </a:p>
                              </p:txBody>
                            </p:sp>
                          </p:grpSp>
                        </p:grpSp>
                      </p:grpSp>
                      <p:grpSp>
                        <p:nvGrpSpPr>
                          <p:cNvPr id="101" name="Group 101"/>
                          <p:cNvGrpSpPr/>
                          <p:nvPr/>
                        </p:nvGrpSpPr>
                        <p:grpSpPr>
                          <a:xfrm>
                            <a:off x="2298864" y="2696474"/>
                            <a:ext cx="1512391" cy="2721173"/>
                            <a:chOff x="2298864" y="2696474"/>
                            <a:chExt cx="1512391" cy="2721173"/>
                          </a:xfrm>
                        </p:grpSpPr>
                        <p:sp>
                          <p:nvSpPr>
                            <p:cNvPr id="102" name="AutoShape 102"/>
                            <p:cNvSpPr/>
                            <p:nvPr/>
                          </p:nvSpPr>
                          <p:spPr>
                            <a:xfrm>
                              <a:off x="3181291" y="4602575"/>
                              <a:ext cx="629964" cy="81507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29964" h="815072">
                                  <a:moveTo>
                                    <a:pt x="508312" y="800481"/>
                                  </a:moveTo>
                                  <a:cubicBezTo>
                                    <a:pt x="659665" y="594455"/>
                                    <a:pt x="749200" y="136779"/>
                                    <a:pt x="281141" y="0"/>
                                  </a:cubicBezTo>
                                  <a:lnTo>
                                    <a:pt x="59304" y="95917"/>
                                  </a:lnTo>
                                  <a:cubicBezTo>
                                    <a:pt x="-171106" y="555879"/>
                                    <a:pt x="335910" y="695897"/>
                                    <a:pt x="455925" y="805910"/>
                                  </a:cubicBezTo>
                                  <a:cubicBezTo>
                                    <a:pt x="471450" y="820103"/>
                                    <a:pt x="495834" y="817436"/>
                                    <a:pt x="508312" y="80048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3" name="AutoShape 103"/>
                            <p:cNvSpPr/>
                            <p:nvPr/>
                          </p:nvSpPr>
                          <p:spPr>
                            <a:xfrm>
                              <a:off x="2298864" y="2696474"/>
                              <a:ext cx="1030503" cy="17707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30503" h="1770750">
                                  <a:moveTo>
                                    <a:pt x="1030504" y="1653117"/>
                                  </a:moveTo>
                                  <a:lnTo>
                                    <a:pt x="802285" y="1770751"/>
                                  </a:lnTo>
                                  <a:cubicBezTo>
                                    <a:pt x="802285" y="1770751"/>
                                    <a:pt x="781616" y="1736651"/>
                                    <a:pt x="746849" y="1677882"/>
                                  </a:cubicBezTo>
                                  <a:cubicBezTo>
                                    <a:pt x="820573" y="1670071"/>
                                    <a:pt x="881914" y="1648069"/>
                                    <a:pt x="889153" y="1597967"/>
                                  </a:cubicBezTo>
                                  <a:cubicBezTo>
                                    <a:pt x="898583" y="1532435"/>
                                    <a:pt x="732657" y="1453283"/>
                                    <a:pt x="579400" y="1388417"/>
                                  </a:cubicBezTo>
                                  <a:cubicBezTo>
                                    <a:pt x="529394" y="1299930"/>
                                    <a:pt x="474720" y="1201442"/>
                                    <a:pt x="419380" y="1098857"/>
                                  </a:cubicBezTo>
                                  <a:cubicBezTo>
                                    <a:pt x="333369" y="938742"/>
                                    <a:pt x="246025" y="768530"/>
                                    <a:pt x="173635" y="611272"/>
                                  </a:cubicBezTo>
                                  <a:cubicBezTo>
                                    <a:pt x="38189" y="317236"/>
                                    <a:pt x="-45440" y="67585"/>
                                    <a:pt x="26283" y="9864"/>
                                  </a:cubicBezTo>
                                  <a:cubicBezTo>
                                    <a:pt x="108484" y="-56240"/>
                                    <a:pt x="296984" y="219033"/>
                                    <a:pt x="488722" y="562219"/>
                                  </a:cubicBezTo>
                                  <a:cubicBezTo>
                                    <a:pt x="577971" y="722048"/>
                                    <a:pt x="667982" y="896642"/>
                                    <a:pt x="748278" y="1058281"/>
                                  </a:cubicBezTo>
                                  <a:cubicBezTo>
                                    <a:pt x="794379" y="1151245"/>
                                    <a:pt x="837337" y="1239827"/>
                                    <a:pt x="875056" y="1318885"/>
                                  </a:cubicBezTo>
                                  <a:cubicBezTo>
                                    <a:pt x="914489" y="1401562"/>
                                    <a:pt x="948303" y="1473856"/>
                                    <a:pt x="974211" y="1529863"/>
                                  </a:cubicBezTo>
                                  <a:cubicBezTo>
                                    <a:pt x="1009739" y="1606826"/>
                                    <a:pt x="1030504" y="1653117"/>
                                    <a:pt x="1030504" y="165311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6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4" name="AutoShape 104"/>
                            <p:cNvSpPr/>
                            <p:nvPr/>
                          </p:nvSpPr>
                          <p:spPr>
                            <a:xfrm>
                              <a:off x="3036665" y="4314348"/>
                              <a:ext cx="465867" cy="40500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65867" h="405002">
                                  <a:moveTo>
                                    <a:pt x="326231" y="0"/>
                                  </a:moveTo>
                                  <a:lnTo>
                                    <a:pt x="0" y="147447"/>
                                  </a:lnTo>
                                  <a:lnTo>
                                    <a:pt x="155829" y="405003"/>
                                  </a:lnTo>
                                  <a:lnTo>
                                    <a:pt x="465868" y="270891"/>
                                  </a:lnTo>
                                  <a:lnTo>
                                    <a:pt x="326231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  <a:lumMod val="75000"/>
                                <a:lumOff val="25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5" name="AutoShape 105"/>
                            <p:cNvSpPr/>
                            <p:nvPr/>
                          </p:nvSpPr>
                          <p:spPr>
                            <a:xfrm>
                              <a:off x="3551787" y="4846806"/>
                              <a:ext cx="158205" cy="51129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58205" h="511291">
                                  <a:moveTo>
                                    <a:pt x="134483" y="511197"/>
                                  </a:moveTo>
                                  <a:cubicBezTo>
                                    <a:pt x="133911" y="511197"/>
                                    <a:pt x="133340" y="511197"/>
                                    <a:pt x="132863" y="511006"/>
                                  </a:cubicBezTo>
                                  <a:cubicBezTo>
                                    <a:pt x="129434" y="510054"/>
                                    <a:pt x="127434" y="506624"/>
                                    <a:pt x="128387" y="503195"/>
                                  </a:cubicBezTo>
                                  <a:cubicBezTo>
                                    <a:pt x="174583" y="331841"/>
                                    <a:pt x="124862" y="138578"/>
                                    <a:pt x="1799" y="10848"/>
                                  </a:cubicBezTo>
                                  <a:cubicBezTo>
                                    <a:pt x="-677" y="8276"/>
                                    <a:pt x="-582" y="4276"/>
                                    <a:pt x="1990" y="1799"/>
                                  </a:cubicBezTo>
                                  <a:cubicBezTo>
                                    <a:pt x="4466" y="-677"/>
                                    <a:pt x="8562" y="-582"/>
                                    <a:pt x="11039" y="1990"/>
                                  </a:cubicBezTo>
                                  <a:cubicBezTo>
                                    <a:pt x="137150" y="132959"/>
                                    <a:pt x="188109" y="330983"/>
                                    <a:pt x="140769" y="506529"/>
                                  </a:cubicBezTo>
                                  <a:cubicBezTo>
                                    <a:pt x="140007" y="509387"/>
                                    <a:pt x="137435" y="511292"/>
                                    <a:pt x="134578" y="51129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6" name="AutoShape 106"/>
                            <p:cNvSpPr/>
                            <p:nvPr/>
                          </p:nvSpPr>
                          <p:spPr>
                            <a:xfrm>
                              <a:off x="3319632" y="4801709"/>
                              <a:ext cx="317738" cy="52467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17738" h="524670">
                                  <a:moveTo>
                                    <a:pt x="311393" y="524670"/>
                                  </a:moveTo>
                                  <a:cubicBezTo>
                                    <a:pt x="308250" y="524670"/>
                                    <a:pt x="305487" y="522384"/>
                                    <a:pt x="305106" y="519146"/>
                                  </a:cubicBezTo>
                                  <a:cubicBezTo>
                                    <a:pt x="297486" y="463139"/>
                                    <a:pt x="267197" y="406274"/>
                                    <a:pt x="212714" y="345219"/>
                                  </a:cubicBezTo>
                                  <a:cubicBezTo>
                                    <a:pt x="194331" y="324645"/>
                                    <a:pt x="174519" y="304738"/>
                                    <a:pt x="155373" y="285497"/>
                                  </a:cubicBezTo>
                                  <a:cubicBezTo>
                                    <a:pt x="127275" y="257304"/>
                                    <a:pt x="98319" y="228252"/>
                                    <a:pt x="73077" y="196439"/>
                                  </a:cubicBezTo>
                                  <a:cubicBezTo>
                                    <a:pt x="37930" y="151957"/>
                                    <a:pt x="-3313" y="82805"/>
                                    <a:pt x="211" y="6129"/>
                                  </a:cubicBezTo>
                                  <a:cubicBezTo>
                                    <a:pt x="402" y="2605"/>
                                    <a:pt x="3450" y="-348"/>
                                    <a:pt x="6879" y="33"/>
                                  </a:cubicBezTo>
                                  <a:cubicBezTo>
                                    <a:pt x="10403" y="224"/>
                                    <a:pt x="13070" y="3177"/>
                                    <a:pt x="12975" y="6701"/>
                                  </a:cubicBezTo>
                                  <a:cubicBezTo>
                                    <a:pt x="9641" y="79567"/>
                                    <a:pt x="49265" y="145766"/>
                                    <a:pt x="83079" y="188533"/>
                                  </a:cubicBezTo>
                                  <a:cubicBezTo>
                                    <a:pt x="107748" y="219775"/>
                                    <a:pt x="136514" y="248636"/>
                                    <a:pt x="164327" y="276544"/>
                                  </a:cubicBezTo>
                                  <a:cubicBezTo>
                                    <a:pt x="183663" y="295880"/>
                                    <a:pt x="203570" y="315978"/>
                                    <a:pt x="222144" y="336742"/>
                                  </a:cubicBezTo>
                                  <a:cubicBezTo>
                                    <a:pt x="278436" y="399702"/>
                                    <a:pt x="309678" y="458853"/>
                                    <a:pt x="317679" y="517431"/>
                                  </a:cubicBezTo>
                                  <a:cubicBezTo>
                                    <a:pt x="318156" y="520955"/>
                                    <a:pt x="315679" y="524099"/>
                                    <a:pt x="312250" y="524575"/>
                                  </a:cubicBezTo>
                                  <a:cubicBezTo>
                                    <a:pt x="311964" y="524575"/>
                                    <a:pt x="311679" y="524575"/>
                                    <a:pt x="311393" y="52457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7" name="AutoShape 107"/>
                            <p:cNvSpPr/>
                            <p:nvPr/>
                          </p:nvSpPr>
                          <p:spPr>
                            <a:xfrm>
                              <a:off x="3390978" y="5112145"/>
                              <a:ext cx="129756" cy="14146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9756" h="141463">
                                  <a:moveTo>
                                    <a:pt x="123461" y="141463"/>
                                  </a:moveTo>
                                  <a:cubicBezTo>
                                    <a:pt x="121461" y="141463"/>
                                    <a:pt x="119461" y="140511"/>
                                    <a:pt x="118223" y="138796"/>
                                  </a:cubicBezTo>
                                  <a:cubicBezTo>
                                    <a:pt x="85075" y="91648"/>
                                    <a:pt x="46023" y="48690"/>
                                    <a:pt x="2208" y="11161"/>
                                  </a:cubicBezTo>
                                  <a:cubicBezTo>
                                    <a:pt x="-459" y="8876"/>
                                    <a:pt x="-745" y="4875"/>
                                    <a:pt x="1541" y="2208"/>
                                  </a:cubicBezTo>
                                  <a:cubicBezTo>
                                    <a:pt x="3827" y="-459"/>
                                    <a:pt x="7828" y="-745"/>
                                    <a:pt x="10495" y="1541"/>
                                  </a:cubicBezTo>
                                  <a:cubicBezTo>
                                    <a:pt x="55072" y="39736"/>
                                    <a:pt x="94886" y="83456"/>
                                    <a:pt x="128605" y="131462"/>
                                  </a:cubicBezTo>
                                  <a:cubicBezTo>
                                    <a:pt x="130605" y="134320"/>
                                    <a:pt x="129938" y="138320"/>
                                    <a:pt x="127081" y="140320"/>
                                  </a:cubicBezTo>
                                  <a:cubicBezTo>
                                    <a:pt x="125938" y="141082"/>
                                    <a:pt x="124700" y="141463"/>
                                    <a:pt x="123461" y="14146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8" name="AutoShape 108"/>
                            <p:cNvSpPr/>
                            <p:nvPr/>
                          </p:nvSpPr>
                          <p:spPr>
                            <a:xfrm>
                              <a:off x="3045462" y="4385860"/>
                              <a:ext cx="404363" cy="1802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04363" h="180233">
                                  <a:moveTo>
                                    <a:pt x="6443" y="180234"/>
                                  </a:moveTo>
                                  <a:cubicBezTo>
                                    <a:pt x="3966" y="180234"/>
                                    <a:pt x="1585" y="178805"/>
                                    <a:pt x="538" y="176329"/>
                                  </a:cubicBezTo>
                                  <a:cubicBezTo>
                                    <a:pt x="-891" y="173090"/>
                                    <a:pt x="633" y="169375"/>
                                    <a:pt x="3871" y="167947"/>
                                  </a:cubicBezTo>
                                  <a:lnTo>
                                    <a:pt x="395444" y="497"/>
                                  </a:lnTo>
                                  <a:cubicBezTo>
                                    <a:pt x="398682" y="-836"/>
                                    <a:pt x="402397" y="592"/>
                                    <a:pt x="403826" y="3831"/>
                                  </a:cubicBezTo>
                                  <a:cubicBezTo>
                                    <a:pt x="405255" y="7069"/>
                                    <a:pt x="403731" y="10784"/>
                                    <a:pt x="400492" y="12213"/>
                                  </a:cubicBezTo>
                                  <a:lnTo>
                                    <a:pt x="8920" y="179662"/>
                                  </a:lnTo>
                                  <a:cubicBezTo>
                                    <a:pt x="8062" y="180043"/>
                                    <a:pt x="7205" y="180139"/>
                                    <a:pt x="6443" y="18013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09" name="AutoShape 109"/>
                            <p:cNvSpPr/>
                            <p:nvPr/>
                          </p:nvSpPr>
                          <p:spPr>
                            <a:xfrm>
                              <a:off x="3116501" y="4481148"/>
                              <a:ext cx="368678" cy="18934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68678" h="189340">
                                  <a:moveTo>
                                    <a:pt x="6365" y="189340"/>
                                  </a:moveTo>
                                  <a:cubicBezTo>
                                    <a:pt x="3983" y="189340"/>
                                    <a:pt x="1793" y="188007"/>
                                    <a:pt x="650" y="185816"/>
                                  </a:cubicBezTo>
                                  <a:cubicBezTo>
                                    <a:pt x="-874" y="182673"/>
                                    <a:pt x="364" y="178863"/>
                                    <a:pt x="3507" y="177243"/>
                                  </a:cubicBezTo>
                                  <a:lnTo>
                                    <a:pt x="359457" y="650"/>
                                  </a:lnTo>
                                  <a:cubicBezTo>
                                    <a:pt x="362600" y="-874"/>
                                    <a:pt x="366410" y="364"/>
                                    <a:pt x="368029" y="3507"/>
                                  </a:cubicBezTo>
                                  <a:cubicBezTo>
                                    <a:pt x="369553" y="6651"/>
                                    <a:pt x="368315" y="10461"/>
                                    <a:pt x="365172" y="12080"/>
                                  </a:cubicBezTo>
                                  <a:lnTo>
                                    <a:pt x="9222" y="188673"/>
                                  </a:lnTo>
                                  <a:cubicBezTo>
                                    <a:pt x="8270" y="189150"/>
                                    <a:pt x="7317" y="189340"/>
                                    <a:pt x="6365" y="18934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10" name="AutoShape 110"/>
                            <p:cNvSpPr/>
                            <p:nvPr/>
                          </p:nvSpPr>
                          <p:spPr>
                            <a:xfrm>
                              <a:off x="2736698" y="3674148"/>
                              <a:ext cx="246783" cy="44484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46783" h="444842">
                                  <a:moveTo>
                                    <a:pt x="240341" y="444747"/>
                                  </a:moveTo>
                                  <a:cubicBezTo>
                                    <a:pt x="238150" y="444747"/>
                                    <a:pt x="236054" y="443699"/>
                                    <a:pt x="234912" y="441699"/>
                                  </a:cubicBezTo>
                                  <a:cubicBezTo>
                                    <a:pt x="133851" y="275964"/>
                                    <a:pt x="100895" y="209956"/>
                                    <a:pt x="21266" y="50507"/>
                                  </a:cubicBezTo>
                                  <a:lnTo>
                                    <a:pt x="692" y="9264"/>
                                  </a:lnTo>
                                  <a:cubicBezTo>
                                    <a:pt x="-928" y="6121"/>
                                    <a:pt x="406" y="2311"/>
                                    <a:pt x="3549" y="692"/>
                                  </a:cubicBezTo>
                                  <a:cubicBezTo>
                                    <a:pt x="6692" y="-928"/>
                                    <a:pt x="10502" y="406"/>
                                    <a:pt x="12122" y="3549"/>
                                  </a:cubicBezTo>
                                  <a:lnTo>
                                    <a:pt x="32696" y="44792"/>
                                  </a:lnTo>
                                  <a:cubicBezTo>
                                    <a:pt x="112134" y="203955"/>
                                    <a:pt x="145091" y="269773"/>
                                    <a:pt x="245865" y="435127"/>
                                  </a:cubicBezTo>
                                  <a:cubicBezTo>
                                    <a:pt x="247675" y="438175"/>
                                    <a:pt x="246722" y="442080"/>
                                    <a:pt x="243770" y="443890"/>
                                  </a:cubicBezTo>
                                  <a:cubicBezTo>
                                    <a:pt x="242722" y="444557"/>
                                    <a:pt x="241579" y="444842"/>
                                    <a:pt x="240436" y="44484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11" name="AutoShape 111"/>
                            <p:cNvSpPr/>
                            <p:nvPr/>
                          </p:nvSpPr>
                          <p:spPr>
                            <a:xfrm>
                              <a:off x="2670181" y="3526288"/>
                              <a:ext cx="49359" cy="9016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9359" h="90163">
                                  <a:moveTo>
                                    <a:pt x="42920" y="90164"/>
                                  </a:moveTo>
                                  <a:cubicBezTo>
                                    <a:pt x="40539" y="90164"/>
                                    <a:pt x="38253" y="88831"/>
                                    <a:pt x="37205" y="86544"/>
                                  </a:cubicBezTo>
                                  <a:lnTo>
                                    <a:pt x="629" y="9106"/>
                                  </a:lnTo>
                                  <a:cubicBezTo>
                                    <a:pt x="-895" y="5963"/>
                                    <a:pt x="439" y="2153"/>
                                    <a:pt x="3677" y="629"/>
                                  </a:cubicBezTo>
                                  <a:cubicBezTo>
                                    <a:pt x="6820" y="-895"/>
                                    <a:pt x="10630" y="439"/>
                                    <a:pt x="12154" y="3677"/>
                                  </a:cubicBezTo>
                                  <a:lnTo>
                                    <a:pt x="48730" y="81115"/>
                                  </a:lnTo>
                                  <a:cubicBezTo>
                                    <a:pt x="50254" y="84258"/>
                                    <a:pt x="48921" y="88068"/>
                                    <a:pt x="45682" y="89592"/>
                                  </a:cubicBezTo>
                                  <a:cubicBezTo>
                                    <a:pt x="44825" y="89974"/>
                                    <a:pt x="43873" y="90164"/>
                                    <a:pt x="42920" y="90164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12" name="Group 112"/>
                      <p:cNvGrpSpPr/>
                      <p:nvPr/>
                    </p:nvGrpSpPr>
                    <p:grpSpPr>
                      <a:xfrm>
                        <a:off x="795408" y="3033259"/>
                        <a:ext cx="367474" cy="447770"/>
                        <a:chOff x="795408" y="3033259"/>
                        <a:chExt cx="367474" cy="447770"/>
                      </a:xfrm>
                      <a:solidFill>
                        <a:srgbClr val="FFFFFF">
                          <a:alpha val="100000"/>
                        </a:srgbClr>
                      </a:solidFill>
                    </p:grpSpPr>
                    <p:sp>
                      <p:nvSpPr>
                        <p:cNvPr id="113" name="AutoShape 113"/>
                        <p:cNvSpPr/>
                        <p:nvPr/>
                      </p:nvSpPr>
                      <p:spPr>
                        <a:xfrm>
                          <a:off x="1011864" y="3033259"/>
                          <a:ext cx="151018" cy="15101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1018" h="151018">
                              <a:moveTo>
                                <a:pt x="2643" y="70747"/>
                              </a:moveTo>
                              <a:lnTo>
                                <a:pt x="43601" y="45411"/>
                              </a:lnTo>
                              <a:cubicBezTo>
                                <a:pt x="44363" y="44934"/>
                                <a:pt x="44934" y="44363"/>
                                <a:pt x="45410" y="43601"/>
                              </a:cubicBezTo>
                              <a:lnTo>
                                <a:pt x="70747" y="2643"/>
                              </a:lnTo>
                              <a:cubicBezTo>
                                <a:pt x="72938" y="-881"/>
                                <a:pt x="78081" y="-881"/>
                                <a:pt x="80272" y="2643"/>
                              </a:cubicBezTo>
                              <a:lnTo>
                                <a:pt x="105608" y="43601"/>
                              </a:lnTo>
                              <a:cubicBezTo>
                                <a:pt x="106085" y="44363"/>
                                <a:pt x="106656" y="44934"/>
                                <a:pt x="107418" y="45411"/>
                              </a:cubicBezTo>
                              <a:lnTo>
                                <a:pt x="148376" y="70747"/>
                              </a:lnTo>
                              <a:cubicBezTo>
                                <a:pt x="151900" y="72938"/>
                                <a:pt x="151900" y="78081"/>
                                <a:pt x="148376" y="80272"/>
                              </a:cubicBezTo>
                              <a:lnTo>
                                <a:pt x="107418" y="105609"/>
                              </a:lnTo>
                              <a:cubicBezTo>
                                <a:pt x="106656" y="106085"/>
                                <a:pt x="106085" y="106656"/>
                                <a:pt x="105608" y="107418"/>
                              </a:cubicBezTo>
                              <a:lnTo>
                                <a:pt x="80272" y="148376"/>
                              </a:lnTo>
                              <a:cubicBezTo>
                                <a:pt x="78081" y="151900"/>
                                <a:pt x="72938" y="151900"/>
                                <a:pt x="70747" y="148376"/>
                              </a:cubicBezTo>
                              <a:lnTo>
                                <a:pt x="45410" y="107418"/>
                              </a:lnTo>
                              <a:cubicBezTo>
                                <a:pt x="44934" y="106656"/>
                                <a:pt x="44363" y="106085"/>
                                <a:pt x="43601" y="105609"/>
                              </a:cubicBezTo>
                              <a:lnTo>
                                <a:pt x="2643" y="80272"/>
                              </a:lnTo>
                              <a:cubicBezTo>
                                <a:pt x="-881" y="78081"/>
                                <a:pt x="-881" y="72938"/>
                                <a:pt x="2643" y="7074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14" name="AutoShape 114"/>
                        <p:cNvSpPr/>
                        <p:nvPr/>
                      </p:nvSpPr>
                      <p:spPr>
                        <a:xfrm>
                          <a:off x="795408" y="3208567"/>
                          <a:ext cx="272462" cy="27246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72462" h="272462">
                              <a:moveTo>
                                <a:pt x="4786" y="127659"/>
                              </a:moveTo>
                              <a:lnTo>
                                <a:pt x="78700" y="81939"/>
                              </a:lnTo>
                              <a:cubicBezTo>
                                <a:pt x="80034" y="81082"/>
                                <a:pt x="81177" y="80034"/>
                                <a:pt x="81939" y="78700"/>
                              </a:cubicBezTo>
                              <a:lnTo>
                                <a:pt x="127659" y="4786"/>
                              </a:lnTo>
                              <a:cubicBezTo>
                                <a:pt x="131564" y="-1595"/>
                                <a:pt x="140899" y="-1595"/>
                                <a:pt x="144804" y="4786"/>
                              </a:cubicBezTo>
                              <a:lnTo>
                                <a:pt x="190524" y="78700"/>
                              </a:lnTo>
                              <a:cubicBezTo>
                                <a:pt x="191381" y="80034"/>
                                <a:pt x="192429" y="81177"/>
                                <a:pt x="193762" y="81939"/>
                              </a:cubicBezTo>
                              <a:lnTo>
                                <a:pt x="267676" y="127659"/>
                              </a:lnTo>
                              <a:cubicBezTo>
                                <a:pt x="274058" y="131564"/>
                                <a:pt x="274058" y="140899"/>
                                <a:pt x="267676" y="144804"/>
                              </a:cubicBezTo>
                              <a:lnTo>
                                <a:pt x="193762" y="190524"/>
                              </a:lnTo>
                              <a:cubicBezTo>
                                <a:pt x="192429" y="191381"/>
                                <a:pt x="191286" y="192429"/>
                                <a:pt x="190524" y="193762"/>
                              </a:cubicBezTo>
                              <a:lnTo>
                                <a:pt x="144804" y="267676"/>
                              </a:lnTo>
                              <a:cubicBezTo>
                                <a:pt x="140899" y="274058"/>
                                <a:pt x="131564" y="274058"/>
                                <a:pt x="127659" y="267676"/>
                              </a:cubicBezTo>
                              <a:lnTo>
                                <a:pt x="81939" y="193762"/>
                              </a:lnTo>
                              <a:cubicBezTo>
                                <a:pt x="81082" y="192429"/>
                                <a:pt x="80034" y="191286"/>
                                <a:pt x="78700" y="190524"/>
                              </a:cubicBezTo>
                              <a:lnTo>
                                <a:pt x="4786" y="144804"/>
                              </a:lnTo>
                              <a:cubicBezTo>
                                <a:pt x="-1595" y="140899"/>
                                <a:pt x="-1595" y="131564"/>
                                <a:pt x="4786" y="12765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115" name="Group 115"/>
                      <p:cNvGrpSpPr/>
                      <p:nvPr/>
                    </p:nvGrpSpPr>
                    <p:grpSpPr>
                      <a:xfrm>
                        <a:off x="2989159" y="2121431"/>
                        <a:ext cx="442912" cy="348043"/>
                        <a:chOff x="2989159" y="2121431"/>
                        <a:chExt cx="442912" cy="348043"/>
                      </a:xfrm>
                      <a:solidFill>
                        <a:srgbClr val="FFFFFF">
                          <a:alpha val="100000"/>
                        </a:srgbClr>
                      </a:solidFill>
                    </p:grpSpPr>
                    <p:sp>
                      <p:nvSpPr>
                        <p:cNvPr id="116" name="AutoShape 116"/>
                        <p:cNvSpPr/>
                        <p:nvPr/>
                      </p:nvSpPr>
                      <p:spPr>
                        <a:xfrm>
                          <a:off x="2989159" y="2121431"/>
                          <a:ext cx="151018" cy="15101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1018" h="151018">
                              <a:moveTo>
                                <a:pt x="148376" y="70747"/>
                              </a:moveTo>
                              <a:lnTo>
                                <a:pt x="107418" y="45410"/>
                              </a:lnTo>
                              <a:cubicBezTo>
                                <a:pt x="106656" y="44934"/>
                                <a:pt x="106085" y="44363"/>
                                <a:pt x="105608" y="43601"/>
                              </a:cubicBezTo>
                              <a:lnTo>
                                <a:pt x="80272" y="2643"/>
                              </a:lnTo>
                              <a:cubicBezTo>
                                <a:pt x="78081" y="-881"/>
                                <a:pt x="72938" y="-881"/>
                                <a:pt x="70747" y="2643"/>
                              </a:cubicBezTo>
                              <a:lnTo>
                                <a:pt x="45410" y="43601"/>
                              </a:lnTo>
                              <a:cubicBezTo>
                                <a:pt x="44934" y="44363"/>
                                <a:pt x="44363" y="44934"/>
                                <a:pt x="43601" y="45410"/>
                              </a:cubicBezTo>
                              <a:lnTo>
                                <a:pt x="2643" y="70747"/>
                              </a:lnTo>
                              <a:cubicBezTo>
                                <a:pt x="-881" y="72938"/>
                                <a:pt x="-881" y="78081"/>
                                <a:pt x="2643" y="80272"/>
                              </a:cubicBezTo>
                              <a:lnTo>
                                <a:pt x="43601" y="105608"/>
                              </a:lnTo>
                              <a:cubicBezTo>
                                <a:pt x="44363" y="106085"/>
                                <a:pt x="44934" y="106656"/>
                                <a:pt x="45410" y="107418"/>
                              </a:cubicBezTo>
                              <a:lnTo>
                                <a:pt x="70747" y="148376"/>
                              </a:lnTo>
                              <a:cubicBezTo>
                                <a:pt x="72938" y="151900"/>
                                <a:pt x="78081" y="151900"/>
                                <a:pt x="80272" y="148376"/>
                              </a:cubicBezTo>
                              <a:lnTo>
                                <a:pt x="105608" y="107418"/>
                              </a:lnTo>
                              <a:cubicBezTo>
                                <a:pt x="106085" y="106656"/>
                                <a:pt x="106656" y="106085"/>
                                <a:pt x="107418" y="105608"/>
                              </a:cubicBezTo>
                              <a:lnTo>
                                <a:pt x="148376" y="80272"/>
                              </a:lnTo>
                              <a:cubicBezTo>
                                <a:pt x="151900" y="78081"/>
                                <a:pt x="151900" y="72938"/>
                                <a:pt x="148376" y="7074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17" name="AutoShape 117"/>
                        <p:cNvSpPr/>
                        <p:nvPr/>
                      </p:nvSpPr>
                      <p:spPr>
                        <a:xfrm>
                          <a:off x="3159609" y="2197012"/>
                          <a:ext cx="272462" cy="27246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72462" h="272462">
                              <a:moveTo>
                                <a:pt x="267676" y="127659"/>
                              </a:moveTo>
                              <a:lnTo>
                                <a:pt x="193762" y="81939"/>
                              </a:lnTo>
                              <a:cubicBezTo>
                                <a:pt x="192429" y="81082"/>
                                <a:pt x="191286" y="80034"/>
                                <a:pt x="190524" y="78700"/>
                              </a:cubicBezTo>
                              <a:lnTo>
                                <a:pt x="144804" y="4786"/>
                              </a:lnTo>
                              <a:cubicBezTo>
                                <a:pt x="140899" y="-1595"/>
                                <a:pt x="131564" y="-1595"/>
                                <a:pt x="127659" y="4786"/>
                              </a:cubicBezTo>
                              <a:lnTo>
                                <a:pt x="81939" y="78700"/>
                              </a:lnTo>
                              <a:cubicBezTo>
                                <a:pt x="81082" y="80034"/>
                                <a:pt x="80034" y="81177"/>
                                <a:pt x="78701" y="81939"/>
                              </a:cubicBezTo>
                              <a:lnTo>
                                <a:pt x="4786" y="127659"/>
                              </a:lnTo>
                              <a:cubicBezTo>
                                <a:pt x="-1595" y="131564"/>
                                <a:pt x="-1595" y="140898"/>
                                <a:pt x="4786" y="144804"/>
                              </a:cubicBezTo>
                              <a:lnTo>
                                <a:pt x="78701" y="190524"/>
                              </a:lnTo>
                              <a:cubicBezTo>
                                <a:pt x="80034" y="191381"/>
                                <a:pt x="81177" y="192429"/>
                                <a:pt x="81939" y="193762"/>
                              </a:cubicBezTo>
                              <a:lnTo>
                                <a:pt x="127659" y="267676"/>
                              </a:lnTo>
                              <a:cubicBezTo>
                                <a:pt x="131564" y="274058"/>
                                <a:pt x="140899" y="274058"/>
                                <a:pt x="144804" y="267676"/>
                              </a:cubicBezTo>
                              <a:lnTo>
                                <a:pt x="190524" y="193762"/>
                              </a:lnTo>
                              <a:cubicBezTo>
                                <a:pt x="191381" y="192429"/>
                                <a:pt x="192429" y="191286"/>
                                <a:pt x="193762" y="190524"/>
                              </a:cubicBezTo>
                              <a:lnTo>
                                <a:pt x="267676" y="144804"/>
                              </a:lnTo>
                              <a:cubicBezTo>
                                <a:pt x="274058" y="140898"/>
                                <a:pt x="274058" y="131564"/>
                                <a:pt x="267676" y="12765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18" name="AutoShape 118"/>
                      <p:cNvSpPr/>
                      <p:nvPr/>
                    </p:nvSpPr>
                    <p:spPr>
                      <a:xfrm>
                        <a:off x="2264378" y="1489233"/>
                        <a:ext cx="354329" cy="1771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4329" h="177164">
                            <a:moveTo>
                              <a:pt x="354140" y="177165"/>
                            </a:moveTo>
                            <a:lnTo>
                              <a:pt x="285274" y="177165"/>
                            </a:lnTo>
                            <a:cubicBezTo>
                              <a:pt x="285274" y="117443"/>
                              <a:pt x="236696" y="68961"/>
                              <a:pt x="177070" y="68961"/>
                            </a:cubicBezTo>
                            <a:cubicBezTo>
                              <a:pt x="117443" y="68961"/>
                              <a:pt x="68866" y="117539"/>
                              <a:pt x="68866" y="177165"/>
                            </a:cubicBezTo>
                            <a:lnTo>
                              <a:pt x="0" y="177165"/>
                            </a:lnTo>
                            <a:cubicBezTo>
                              <a:pt x="0" y="79534"/>
                              <a:pt x="79439" y="0"/>
                              <a:pt x="177165" y="0"/>
                            </a:cubicBezTo>
                            <a:cubicBezTo>
                              <a:pt x="274892" y="0"/>
                              <a:pt x="354330" y="79439"/>
                              <a:pt x="354330" y="177165"/>
                            </a:cubicBezTo>
                            <a:close/>
                          </a:path>
                        </a:pathLst>
                      </a:custGeom>
                      <a:solidFill>
                        <a:srgbClr val="D84C4C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19" name="AutoShape 119"/>
                      <p:cNvSpPr/>
                      <p:nvPr/>
                    </p:nvSpPr>
                    <p:spPr>
                      <a:xfrm>
                        <a:off x="3780282" y="2095404"/>
                        <a:ext cx="177165" cy="35432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7165" h="354329">
                            <a:moveTo>
                              <a:pt x="0" y="354139"/>
                            </a:moveTo>
                            <a:lnTo>
                              <a:pt x="0" y="285274"/>
                            </a:lnTo>
                            <a:cubicBezTo>
                              <a:pt x="59722" y="285274"/>
                              <a:pt x="108204" y="236696"/>
                              <a:pt x="108204" y="177070"/>
                            </a:cubicBezTo>
                            <a:cubicBezTo>
                              <a:pt x="108204" y="117443"/>
                              <a:pt x="59627" y="68866"/>
                              <a:pt x="0" y="68866"/>
                            </a:cubicBezTo>
                            <a:lnTo>
                              <a:pt x="0" y="0"/>
                            </a:lnTo>
                            <a:cubicBezTo>
                              <a:pt x="97631" y="0"/>
                              <a:pt x="177165" y="79438"/>
                              <a:pt x="177165" y="177165"/>
                            </a:cubicBezTo>
                            <a:cubicBezTo>
                              <a:pt x="177165" y="274892"/>
                              <a:pt x="97727" y="354330"/>
                              <a:pt x="0" y="354330"/>
                            </a:cubicBezTo>
                            <a:close/>
                          </a:path>
                        </a:pathLst>
                      </a:custGeom>
                      <a:solidFill>
                        <a:srgbClr val="53AFA6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20" name="AutoShape 120"/>
                      <p:cNvSpPr/>
                      <p:nvPr/>
                    </p:nvSpPr>
                    <p:spPr>
                      <a:xfrm>
                        <a:off x="834701" y="5236218"/>
                        <a:ext cx="177164" cy="3543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7164" h="354330">
                            <a:moveTo>
                              <a:pt x="177165" y="191"/>
                            </a:moveTo>
                            <a:lnTo>
                              <a:pt x="177165" y="69056"/>
                            </a:lnTo>
                            <a:cubicBezTo>
                              <a:pt x="117443" y="69056"/>
                              <a:pt x="68961" y="117634"/>
                              <a:pt x="68961" y="177260"/>
                            </a:cubicBezTo>
                            <a:cubicBezTo>
                              <a:pt x="68961" y="236887"/>
                              <a:pt x="117539" y="285464"/>
                              <a:pt x="177165" y="285464"/>
                            </a:cubicBezTo>
                            <a:lnTo>
                              <a:pt x="177165" y="354330"/>
                            </a:lnTo>
                            <a:cubicBezTo>
                              <a:pt x="79534" y="354330"/>
                              <a:pt x="0" y="274891"/>
                              <a:pt x="0" y="177165"/>
                            </a:cubicBezTo>
                            <a:cubicBezTo>
                              <a:pt x="0" y="79438"/>
                              <a:pt x="79439" y="0"/>
                              <a:pt x="177165" y="0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121" name="Group 121"/>
                    <p:cNvGrpSpPr/>
                    <p:nvPr/>
                  </p:nvGrpSpPr>
                  <p:grpSpPr>
                    <a:xfrm>
                      <a:off x="970502" y="862488"/>
                      <a:ext cx="3281957" cy="4218908"/>
                      <a:chOff x="970502" y="862488"/>
                      <a:chExt cx="3281957" cy="4218908"/>
                    </a:xfrm>
                    <a:solidFill>
                      <a:srgbClr val="282523">
                        <a:alpha val="100000"/>
                      </a:srgbClr>
                    </a:solidFill>
                  </p:grpSpPr>
                  <p:sp>
                    <p:nvSpPr>
                      <p:cNvPr id="122" name="AutoShape 122"/>
                      <p:cNvSpPr/>
                      <p:nvPr/>
                    </p:nvSpPr>
                    <p:spPr>
                      <a:xfrm>
                        <a:off x="970502" y="862488"/>
                        <a:ext cx="1564063" cy="105756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64063" h="1057560">
                            <a:moveTo>
                              <a:pt x="70199" y="1046607"/>
                            </a:moveTo>
                            <a:cubicBezTo>
                              <a:pt x="67818" y="1038416"/>
                              <a:pt x="65437" y="1030224"/>
                              <a:pt x="63151" y="1022033"/>
                            </a:cubicBezTo>
                            <a:cubicBezTo>
                              <a:pt x="61913" y="1017460"/>
                              <a:pt x="57150" y="1014794"/>
                              <a:pt x="52578" y="1016127"/>
                            </a:cubicBezTo>
                            <a:cubicBezTo>
                              <a:pt x="48101" y="1017365"/>
                              <a:pt x="45434" y="1022128"/>
                              <a:pt x="46673" y="1026605"/>
                            </a:cubicBezTo>
                            <a:cubicBezTo>
                              <a:pt x="49054" y="1034891"/>
                              <a:pt x="51340" y="1043178"/>
                              <a:pt x="53816" y="1051370"/>
                            </a:cubicBezTo>
                            <a:cubicBezTo>
                              <a:pt x="54864" y="1055084"/>
                              <a:pt x="58293" y="1057561"/>
                              <a:pt x="62008" y="1057561"/>
                            </a:cubicBezTo>
                            <a:cubicBezTo>
                              <a:pt x="62770" y="1057561"/>
                              <a:pt x="63627" y="1057370"/>
                              <a:pt x="64389" y="1057180"/>
                            </a:cubicBezTo>
                            <a:cubicBezTo>
                              <a:pt x="68961" y="1055846"/>
                              <a:pt x="71533" y="1051084"/>
                              <a:pt x="70199" y="1046607"/>
                            </a:cubicBezTo>
                            <a:close/>
                            <a:moveTo>
                              <a:pt x="50197" y="972788"/>
                            </a:moveTo>
                            <a:cubicBezTo>
                              <a:pt x="48196" y="964502"/>
                              <a:pt x="46196" y="956215"/>
                              <a:pt x="44387" y="947928"/>
                            </a:cubicBezTo>
                            <a:cubicBezTo>
                              <a:pt x="43339" y="943356"/>
                              <a:pt x="38767" y="940498"/>
                              <a:pt x="34100" y="941546"/>
                            </a:cubicBezTo>
                            <a:cubicBezTo>
                              <a:pt x="29527" y="942594"/>
                              <a:pt x="26670" y="947166"/>
                              <a:pt x="27718" y="951738"/>
                            </a:cubicBezTo>
                            <a:cubicBezTo>
                              <a:pt x="29623" y="960120"/>
                              <a:pt x="31528" y="968502"/>
                              <a:pt x="33623" y="976789"/>
                            </a:cubicBezTo>
                            <a:cubicBezTo>
                              <a:pt x="34576" y="980694"/>
                              <a:pt x="38100" y="983361"/>
                              <a:pt x="41910" y="983361"/>
                            </a:cubicBezTo>
                            <a:cubicBezTo>
                              <a:pt x="42577" y="983361"/>
                              <a:pt x="43244" y="983266"/>
                              <a:pt x="43910" y="983075"/>
                            </a:cubicBezTo>
                            <a:cubicBezTo>
                              <a:pt x="48482" y="981932"/>
                              <a:pt x="51340" y="977360"/>
                              <a:pt x="50197" y="972788"/>
                            </a:cubicBezTo>
                            <a:close/>
                            <a:moveTo>
                              <a:pt x="29718" y="873062"/>
                            </a:moveTo>
                            <a:cubicBezTo>
                              <a:pt x="28956" y="868394"/>
                              <a:pt x="24670" y="865156"/>
                              <a:pt x="19907" y="866013"/>
                            </a:cubicBezTo>
                            <a:cubicBezTo>
                              <a:pt x="15335" y="866775"/>
                              <a:pt x="12097" y="871156"/>
                              <a:pt x="12859" y="875824"/>
                            </a:cubicBezTo>
                            <a:cubicBezTo>
                              <a:pt x="14288" y="884301"/>
                              <a:pt x="15716" y="892778"/>
                              <a:pt x="17335" y="901256"/>
                            </a:cubicBezTo>
                            <a:cubicBezTo>
                              <a:pt x="18098" y="905351"/>
                              <a:pt x="21622" y="908209"/>
                              <a:pt x="25717" y="908209"/>
                            </a:cubicBezTo>
                            <a:cubicBezTo>
                              <a:pt x="26194" y="908209"/>
                              <a:pt x="26765" y="908209"/>
                              <a:pt x="27242" y="908209"/>
                            </a:cubicBezTo>
                            <a:cubicBezTo>
                              <a:pt x="31909" y="907256"/>
                              <a:pt x="34957" y="902875"/>
                              <a:pt x="34100" y="898208"/>
                            </a:cubicBezTo>
                            <a:cubicBezTo>
                              <a:pt x="32575" y="889826"/>
                              <a:pt x="31052" y="881539"/>
                              <a:pt x="29718" y="873157"/>
                            </a:cubicBezTo>
                            <a:close/>
                            <a:moveTo>
                              <a:pt x="20288" y="797433"/>
                            </a:moveTo>
                            <a:cubicBezTo>
                              <a:pt x="19907" y="792766"/>
                              <a:pt x="15811" y="789242"/>
                              <a:pt x="11049" y="789623"/>
                            </a:cubicBezTo>
                            <a:cubicBezTo>
                              <a:pt x="6382" y="790099"/>
                              <a:pt x="2857" y="794195"/>
                              <a:pt x="3334" y="798862"/>
                            </a:cubicBezTo>
                            <a:cubicBezTo>
                              <a:pt x="4001" y="807434"/>
                              <a:pt x="4858" y="816007"/>
                              <a:pt x="5810" y="824579"/>
                            </a:cubicBezTo>
                            <a:cubicBezTo>
                              <a:pt x="6382" y="828961"/>
                              <a:pt x="10001" y="832199"/>
                              <a:pt x="14288" y="832199"/>
                            </a:cubicBezTo>
                            <a:lnTo>
                              <a:pt x="15335" y="832199"/>
                            </a:lnTo>
                            <a:cubicBezTo>
                              <a:pt x="20003" y="831628"/>
                              <a:pt x="23336" y="827437"/>
                              <a:pt x="22860" y="822674"/>
                            </a:cubicBezTo>
                            <a:cubicBezTo>
                              <a:pt x="21908" y="814292"/>
                              <a:pt x="21050" y="805910"/>
                              <a:pt x="20288" y="797433"/>
                            </a:cubicBezTo>
                            <a:close/>
                            <a:moveTo>
                              <a:pt x="17145" y="724281"/>
                            </a:moveTo>
                            <a:lnTo>
                              <a:pt x="17145" y="721424"/>
                            </a:lnTo>
                            <a:cubicBezTo>
                              <a:pt x="17145" y="716756"/>
                              <a:pt x="13335" y="712851"/>
                              <a:pt x="8668" y="712851"/>
                            </a:cubicBezTo>
                            <a:lnTo>
                              <a:pt x="8573" y="712851"/>
                            </a:lnTo>
                            <a:cubicBezTo>
                              <a:pt x="3905" y="712851"/>
                              <a:pt x="95" y="716661"/>
                              <a:pt x="0" y="721328"/>
                            </a:cubicBezTo>
                            <a:lnTo>
                              <a:pt x="0" y="724281"/>
                            </a:lnTo>
                            <a:cubicBezTo>
                              <a:pt x="0" y="731996"/>
                              <a:pt x="191" y="739616"/>
                              <a:pt x="381" y="747236"/>
                            </a:cubicBezTo>
                            <a:cubicBezTo>
                              <a:pt x="476" y="751904"/>
                              <a:pt x="4286" y="755523"/>
                              <a:pt x="8858" y="755523"/>
                            </a:cubicBezTo>
                            <a:lnTo>
                              <a:pt x="9144" y="755523"/>
                            </a:lnTo>
                            <a:cubicBezTo>
                              <a:pt x="13811" y="755428"/>
                              <a:pt x="17526" y="751523"/>
                              <a:pt x="17431" y="746760"/>
                            </a:cubicBezTo>
                            <a:cubicBezTo>
                              <a:pt x="17240" y="739331"/>
                              <a:pt x="17145" y="731806"/>
                              <a:pt x="17145" y="724281"/>
                            </a:cubicBezTo>
                            <a:close/>
                            <a:moveTo>
                              <a:pt x="13621" y="636175"/>
                            </a:moveTo>
                            <a:cubicBezTo>
                              <a:pt x="8954" y="635603"/>
                              <a:pt x="4667" y="639128"/>
                              <a:pt x="4191" y="643795"/>
                            </a:cubicBezTo>
                            <a:cubicBezTo>
                              <a:pt x="3334" y="652367"/>
                              <a:pt x="2572" y="661035"/>
                              <a:pt x="1905" y="669608"/>
                            </a:cubicBezTo>
                            <a:cubicBezTo>
                              <a:pt x="1619" y="674275"/>
                              <a:pt x="5144" y="678371"/>
                              <a:pt x="9811" y="678752"/>
                            </a:cubicBezTo>
                            <a:lnTo>
                              <a:pt x="10478" y="678752"/>
                            </a:lnTo>
                            <a:cubicBezTo>
                              <a:pt x="14954" y="678752"/>
                              <a:pt x="18669" y="675323"/>
                              <a:pt x="18955" y="670846"/>
                            </a:cubicBezTo>
                            <a:cubicBezTo>
                              <a:pt x="19526" y="662369"/>
                              <a:pt x="20288" y="653987"/>
                              <a:pt x="21241" y="645605"/>
                            </a:cubicBezTo>
                            <a:cubicBezTo>
                              <a:pt x="21717" y="640842"/>
                              <a:pt x="18288" y="636651"/>
                              <a:pt x="13621" y="636175"/>
                            </a:cubicBezTo>
                            <a:close/>
                            <a:moveTo>
                              <a:pt x="27242" y="560546"/>
                            </a:moveTo>
                            <a:cubicBezTo>
                              <a:pt x="22574" y="559499"/>
                              <a:pt x="18098" y="562451"/>
                              <a:pt x="16954" y="567023"/>
                            </a:cubicBezTo>
                            <a:cubicBezTo>
                              <a:pt x="15050" y="575405"/>
                              <a:pt x="13335" y="583883"/>
                              <a:pt x="11716" y="592455"/>
                            </a:cubicBezTo>
                            <a:cubicBezTo>
                              <a:pt x="10858" y="597027"/>
                              <a:pt x="13906" y="601504"/>
                              <a:pt x="18574" y="602361"/>
                            </a:cubicBezTo>
                            <a:cubicBezTo>
                              <a:pt x="19050" y="602456"/>
                              <a:pt x="19622" y="602552"/>
                              <a:pt x="20098" y="602552"/>
                            </a:cubicBezTo>
                            <a:cubicBezTo>
                              <a:pt x="24098" y="602552"/>
                              <a:pt x="27718" y="599694"/>
                              <a:pt x="28480" y="595598"/>
                            </a:cubicBezTo>
                            <a:cubicBezTo>
                              <a:pt x="30004" y="587312"/>
                              <a:pt x="31718" y="579025"/>
                              <a:pt x="33623" y="570833"/>
                            </a:cubicBezTo>
                            <a:cubicBezTo>
                              <a:pt x="34671" y="566261"/>
                              <a:pt x="31814" y="561689"/>
                              <a:pt x="27242" y="560546"/>
                            </a:cubicBezTo>
                            <a:close/>
                            <a:moveTo>
                              <a:pt x="575405" y="540163"/>
                            </a:moveTo>
                            <a:cubicBezTo>
                              <a:pt x="567595" y="539687"/>
                              <a:pt x="559975" y="538163"/>
                              <a:pt x="552641" y="535591"/>
                            </a:cubicBezTo>
                            <a:cubicBezTo>
                              <a:pt x="548164" y="534067"/>
                              <a:pt x="543306" y="536448"/>
                              <a:pt x="541782" y="540925"/>
                            </a:cubicBezTo>
                            <a:cubicBezTo>
                              <a:pt x="540258" y="545402"/>
                              <a:pt x="542544" y="550259"/>
                              <a:pt x="547021" y="551783"/>
                            </a:cubicBezTo>
                            <a:cubicBezTo>
                              <a:pt x="555784" y="554831"/>
                              <a:pt x="565023" y="556641"/>
                              <a:pt x="574358" y="557213"/>
                            </a:cubicBezTo>
                            <a:lnTo>
                              <a:pt x="574929" y="557213"/>
                            </a:lnTo>
                            <a:cubicBezTo>
                              <a:pt x="579311" y="557213"/>
                              <a:pt x="583121" y="553784"/>
                              <a:pt x="583406" y="549307"/>
                            </a:cubicBezTo>
                            <a:cubicBezTo>
                              <a:pt x="583692" y="544544"/>
                              <a:pt x="580168" y="540544"/>
                              <a:pt x="575405" y="540163"/>
                            </a:cubicBezTo>
                            <a:close/>
                            <a:moveTo>
                              <a:pt x="654463" y="522827"/>
                            </a:moveTo>
                            <a:cubicBezTo>
                              <a:pt x="651796" y="518922"/>
                              <a:pt x="646557" y="517874"/>
                              <a:pt x="642557" y="520446"/>
                            </a:cubicBezTo>
                            <a:cubicBezTo>
                              <a:pt x="635794" y="525018"/>
                              <a:pt x="628745" y="528828"/>
                              <a:pt x="621506" y="531876"/>
                            </a:cubicBezTo>
                            <a:cubicBezTo>
                              <a:pt x="617220" y="533686"/>
                              <a:pt x="615125" y="538734"/>
                              <a:pt x="616934" y="543020"/>
                            </a:cubicBezTo>
                            <a:cubicBezTo>
                              <a:pt x="618363" y="546354"/>
                              <a:pt x="621506" y="548259"/>
                              <a:pt x="624840" y="548259"/>
                            </a:cubicBezTo>
                            <a:cubicBezTo>
                              <a:pt x="625983" y="548259"/>
                              <a:pt x="627126" y="548069"/>
                              <a:pt x="628174" y="547592"/>
                            </a:cubicBezTo>
                            <a:cubicBezTo>
                              <a:pt x="636365" y="544163"/>
                              <a:pt x="644462" y="539782"/>
                              <a:pt x="652082" y="534638"/>
                            </a:cubicBezTo>
                            <a:cubicBezTo>
                              <a:pt x="655987" y="532067"/>
                              <a:pt x="657034" y="526733"/>
                              <a:pt x="654463" y="522827"/>
                            </a:cubicBezTo>
                            <a:close/>
                            <a:moveTo>
                              <a:pt x="50102" y="487299"/>
                            </a:moveTo>
                            <a:cubicBezTo>
                              <a:pt x="45625" y="485680"/>
                              <a:pt x="40767" y="487870"/>
                              <a:pt x="39148" y="492347"/>
                            </a:cubicBezTo>
                            <a:cubicBezTo>
                              <a:pt x="36100" y="500443"/>
                              <a:pt x="33338" y="508635"/>
                              <a:pt x="30671" y="516922"/>
                            </a:cubicBezTo>
                            <a:cubicBezTo>
                              <a:pt x="29242" y="521399"/>
                              <a:pt x="31718" y="526256"/>
                              <a:pt x="36290" y="527685"/>
                            </a:cubicBezTo>
                            <a:cubicBezTo>
                              <a:pt x="37148" y="527971"/>
                              <a:pt x="38005" y="528066"/>
                              <a:pt x="38862" y="528066"/>
                            </a:cubicBezTo>
                            <a:cubicBezTo>
                              <a:pt x="42481" y="528066"/>
                              <a:pt x="45815" y="525780"/>
                              <a:pt x="46958" y="522065"/>
                            </a:cubicBezTo>
                            <a:cubicBezTo>
                              <a:pt x="49530" y="514064"/>
                              <a:pt x="52292" y="506159"/>
                              <a:pt x="55150" y="498253"/>
                            </a:cubicBezTo>
                            <a:cubicBezTo>
                              <a:pt x="56769" y="493776"/>
                              <a:pt x="54483" y="488918"/>
                              <a:pt x="50102" y="487299"/>
                            </a:cubicBezTo>
                            <a:close/>
                            <a:moveTo>
                              <a:pt x="513683" y="509968"/>
                            </a:moveTo>
                            <a:cubicBezTo>
                              <a:pt x="508349" y="504349"/>
                              <a:pt x="503492" y="497967"/>
                              <a:pt x="499300" y="491014"/>
                            </a:cubicBezTo>
                            <a:cubicBezTo>
                              <a:pt x="496824" y="487013"/>
                              <a:pt x="491585" y="485775"/>
                              <a:pt x="487490" y="488156"/>
                            </a:cubicBezTo>
                            <a:cubicBezTo>
                              <a:pt x="483489" y="490633"/>
                              <a:pt x="482251" y="495967"/>
                              <a:pt x="484727" y="499967"/>
                            </a:cubicBezTo>
                            <a:cubicBezTo>
                              <a:pt x="489585" y="507873"/>
                              <a:pt x="495110" y="515207"/>
                              <a:pt x="501206" y="521684"/>
                            </a:cubicBezTo>
                            <a:cubicBezTo>
                              <a:pt x="502920" y="523494"/>
                              <a:pt x="505206" y="524351"/>
                              <a:pt x="507492" y="524351"/>
                            </a:cubicBezTo>
                            <a:cubicBezTo>
                              <a:pt x="509588" y="524351"/>
                              <a:pt x="511683" y="523589"/>
                              <a:pt x="513302" y="522065"/>
                            </a:cubicBezTo>
                            <a:cubicBezTo>
                              <a:pt x="516731" y="518827"/>
                              <a:pt x="516922" y="513397"/>
                              <a:pt x="513683" y="509968"/>
                            </a:cubicBezTo>
                            <a:close/>
                            <a:moveTo>
                              <a:pt x="701421" y="462820"/>
                            </a:moveTo>
                            <a:cubicBezTo>
                              <a:pt x="697135" y="460724"/>
                              <a:pt x="692087" y="462439"/>
                              <a:pt x="689896" y="466725"/>
                            </a:cubicBezTo>
                            <a:cubicBezTo>
                              <a:pt x="686372" y="473774"/>
                              <a:pt x="682180" y="480727"/>
                              <a:pt x="677323" y="487204"/>
                            </a:cubicBezTo>
                            <a:cubicBezTo>
                              <a:pt x="674561" y="491014"/>
                              <a:pt x="675322" y="496348"/>
                              <a:pt x="679133" y="499205"/>
                            </a:cubicBezTo>
                            <a:cubicBezTo>
                              <a:pt x="680657" y="500348"/>
                              <a:pt x="682466" y="500824"/>
                              <a:pt x="684181" y="500824"/>
                            </a:cubicBezTo>
                            <a:cubicBezTo>
                              <a:pt x="686848" y="500824"/>
                              <a:pt x="689420" y="499682"/>
                              <a:pt x="691039" y="497395"/>
                            </a:cubicBezTo>
                            <a:cubicBezTo>
                              <a:pt x="696468" y="490061"/>
                              <a:pt x="701230" y="482346"/>
                              <a:pt x="705231" y="474345"/>
                            </a:cubicBezTo>
                            <a:cubicBezTo>
                              <a:pt x="707326" y="470059"/>
                              <a:pt x="705612" y="464915"/>
                              <a:pt x="701421" y="462820"/>
                            </a:cubicBezTo>
                            <a:close/>
                            <a:moveTo>
                              <a:pt x="82391" y="417576"/>
                            </a:moveTo>
                            <a:cubicBezTo>
                              <a:pt x="78200" y="415385"/>
                              <a:pt x="73057" y="416909"/>
                              <a:pt x="70866" y="421100"/>
                            </a:cubicBezTo>
                            <a:cubicBezTo>
                              <a:pt x="66770" y="428720"/>
                              <a:pt x="62865" y="436531"/>
                              <a:pt x="59150" y="444341"/>
                            </a:cubicBezTo>
                            <a:cubicBezTo>
                              <a:pt x="57150" y="448628"/>
                              <a:pt x="58960" y="453676"/>
                              <a:pt x="63246" y="455771"/>
                            </a:cubicBezTo>
                            <a:cubicBezTo>
                              <a:pt x="64484" y="456247"/>
                              <a:pt x="65723" y="456533"/>
                              <a:pt x="66866" y="456533"/>
                            </a:cubicBezTo>
                            <a:cubicBezTo>
                              <a:pt x="70104" y="456533"/>
                              <a:pt x="73152" y="454724"/>
                              <a:pt x="74676" y="451676"/>
                            </a:cubicBezTo>
                            <a:cubicBezTo>
                              <a:pt x="78200" y="444056"/>
                              <a:pt x="82010" y="436531"/>
                              <a:pt x="85916" y="429101"/>
                            </a:cubicBezTo>
                            <a:cubicBezTo>
                              <a:pt x="88106" y="424910"/>
                              <a:pt x="86582" y="419767"/>
                              <a:pt x="82391" y="417576"/>
                            </a:cubicBezTo>
                            <a:close/>
                            <a:moveTo>
                              <a:pt x="481775" y="446246"/>
                            </a:moveTo>
                            <a:cubicBezTo>
                              <a:pt x="480155" y="438341"/>
                              <a:pt x="479108" y="430244"/>
                              <a:pt x="478727" y="422148"/>
                            </a:cubicBezTo>
                            <a:cubicBezTo>
                              <a:pt x="478536" y="417481"/>
                              <a:pt x="474536" y="413766"/>
                              <a:pt x="469773" y="414052"/>
                            </a:cubicBezTo>
                            <a:cubicBezTo>
                              <a:pt x="465106" y="414242"/>
                              <a:pt x="461391" y="418243"/>
                              <a:pt x="461677" y="423005"/>
                            </a:cubicBezTo>
                            <a:cubicBezTo>
                              <a:pt x="462058" y="431959"/>
                              <a:pt x="463201" y="440912"/>
                              <a:pt x="465106" y="449770"/>
                            </a:cubicBezTo>
                            <a:cubicBezTo>
                              <a:pt x="465963" y="453771"/>
                              <a:pt x="469487" y="456533"/>
                              <a:pt x="473392" y="456533"/>
                            </a:cubicBezTo>
                            <a:cubicBezTo>
                              <a:pt x="473964" y="456533"/>
                              <a:pt x="474631" y="456438"/>
                              <a:pt x="475202" y="456343"/>
                            </a:cubicBezTo>
                            <a:cubicBezTo>
                              <a:pt x="479774" y="455390"/>
                              <a:pt x="482727" y="450818"/>
                              <a:pt x="481775" y="446246"/>
                            </a:cubicBezTo>
                            <a:close/>
                            <a:moveTo>
                              <a:pt x="718947" y="395002"/>
                            </a:moveTo>
                            <a:cubicBezTo>
                              <a:pt x="718471" y="390239"/>
                              <a:pt x="714375" y="386906"/>
                              <a:pt x="709613" y="387287"/>
                            </a:cubicBezTo>
                            <a:cubicBezTo>
                              <a:pt x="704945" y="387763"/>
                              <a:pt x="701516" y="391954"/>
                              <a:pt x="701993" y="396716"/>
                            </a:cubicBezTo>
                            <a:cubicBezTo>
                              <a:pt x="702469" y="401669"/>
                              <a:pt x="702755" y="406622"/>
                              <a:pt x="702755" y="411575"/>
                            </a:cubicBezTo>
                            <a:cubicBezTo>
                              <a:pt x="702755" y="414718"/>
                              <a:pt x="702659" y="417767"/>
                              <a:pt x="702469" y="420910"/>
                            </a:cubicBezTo>
                            <a:cubicBezTo>
                              <a:pt x="702088" y="425577"/>
                              <a:pt x="705707" y="429673"/>
                              <a:pt x="710470" y="429959"/>
                            </a:cubicBezTo>
                            <a:lnTo>
                              <a:pt x="710946" y="429959"/>
                            </a:lnTo>
                            <a:cubicBezTo>
                              <a:pt x="715423" y="429959"/>
                              <a:pt x="719233" y="426434"/>
                              <a:pt x="719518" y="421958"/>
                            </a:cubicBezTo>
                            <a:cubicBezTo>
                              <a:pt x="719709" y="418433"/>
                              <a:pt x="719804" y="415004"/>
                              <a:pt x="719804" y="411575"/>
                            </a:cubicBezTo>
                            <a:cubicBezTo>
                              <a:pt x="719804" y="406051"/>
                              <a:pt x="719518" y="400526"/>
                              <a:pt x="718947" y="395002"/>
                            </a:cubicBezTo>
                            <a:close/>
                            <a:moveTo>
                              <a:pt x="124492" y="353378"/>
                            </a:moveTo>
                            <a:cubicBezTo>
                              <a:pt x="120682" y="350520"/>
                              <a:pt x="115348" y="351282"/>
                              <a:pt x="112586" y="355092"/>
                            </a:cubicBezTo>
                            <a:cubicBezTo>
                              <a:pt x="107442" y="361950"/>
                              <a:pt x="102394" y="369189"/>
                              <a:pt x="97536" y="376428"/>
                            </a:cubicBezTo>
                            <a:cubicBezTo>
                              <a:pt x="94869" y="380333"/>
                              <a:pt x="96012" y="385572"/>
                              <a:pt x="99917" y="388239"/>
                            </a:cubicBezTo>
                            <a:cubicBezTo>
                              <a:pt x="101346" y="389192"/>
                              <a:pt x="102965" y="389668"/>
                              <a:pt x="104585" y="389668"/>
                            </a:cubicBezTo>
                            <a:cubicBezTo>
                              <a:pt x="107347" y="389668"/>
                              <a:pt x="110109" y="388334"/>
                              <a:pt x="111728" y="385858"/>
                            </a:cubicBezTo>
                            <a:cubicBezTo>
                              <a:pt x="116396" y="378905"/>
                              <a:pt x="121253" y="371951"/>
                              <a:pt x="126206" y="365284"/>
                            </a:cubicBezTo>
                            <a:cubicBezTo>
                              <a:pt x="129064" y="361474"/>
                              <a:pt x="128302" y="356140"/>
                              <a:pt x="124492" y="353378"/>
                            </a:cubicBezTo>
                            <a:close/>
                            <a:moveTo>
                              <a:pt x="487204" y="339662"/>
                            </a:moveTo>
                            <a:cubicBezTo>
                              <a:pt x="482822" y="337947"/>
                              <a:pt x="477869" y="340043"/>
                              <a:pt x="476060" y="344424"/>
                            </a:cubicBezTo>
                            <a:cubicBezTo>
                              <a:pt x="472726" y="352806"/>
                              <a:pt x="469868" y="361283"/>
                              <a:pt x="467678" y="369665"/>
                            </a:cubicBezTo>
                            <a:cubicBezTo>
                              <a:pt x="466439" y="374237"/>
                              <a:pt x="469202" y="378905"/>
                              <a:pt x="473773" y="380143"/>
                            </a:cubicBezTo>
                            <a:cubicBezTo>
                              <a:pt x="474440" y="380333"/>
                              <a:pt x="475202" y="380429"/>
                              <a:pt x="475964" y="380429"/>
                            </a:cubicBezTo>
                            <a:cubicBezTo>
                              <a:pt x="479679" y="380429"/>
                              <a:pt x="483203" y="377857"/>
                              <a:pt x="484156" y="374047"/>
                            </a:cubicBezTo>
                            <a:cubicBezTo>
                              <a:pt x="486251" y="366332"/>
                              <a:pt x="488823" y="358521"/>
                              <a:pt x="491966" y="350806"/>
                            </a:cubicBezTo>
                            <a:cubicBezTo>
                              <a:pt x="493681" y="346424"/>
                              <a:pt x="491585" y="341376"/>
                              <a:pt x="487204" y="339662"/>
                            </a:cubicBezTo>
                            <a:close/>
                            <a:moveTo>
                              <a:pt x="705612" y="343091"/>
                            </a:moveTo>
                            <a:cubicBezTo>
                              <a:pt x="702183" y="335090"/>
                              <a:pt x="698183" y="326993"/>
                              <a:pt x="693706" y="319183"/>
                            </a:cubicBezTo>
                            <a:cubicBezTo>
                              <a:pt x="691325" y="315087"/>
                              <a:pt x="686086" y="313754"/>
                              <a:pt x="682085" y="316040"/>
                            </a:cubicBezTo>
                            <a:cubicBezTo>
                              <a:pt x="677990" y="318421"/>
                              <a:pt x="676561" y="323660"/>
                              <a:pt x="678942" y="327755"/>
                            </a:cubicBezTo>
                            <a:cubicBezTo>
                              <a:pt x="683038" y="334899"/>
                              <a:pt x="686753" y="342329"/>
                              <a:pt x="689801" y="349663"/>
                            </a:cubicBezTo>
                            <a:cubicBezTo>
                              <a:pt x="691229" y="352997"/>
                              <a:pt x="694372" y="354997"/>
                              <a:pt x="697706" y="354997"/>
                            </a:cubicBezTo>
                            <a:cubicBezTo>
                              <a:pt x="698849" y="354997"/>
                              <a:pt x="699897" y="354711"/>
                              <a:pt x="701040" y="354330"/>
                            </a:cubicBezTo>
                            <a:cubicBezTo>
                              <a:pt x="705326" y="352520"/>
                              <a:pt x="707422" y="347472"/>
                              <a:pt x="705612" y="343091"/>
                            </a:cubicBezTo>
                            <a:close/>
                            <a:moveTo>
                              <a:pt x="176403" y="296799"/>
                            </a:moveTo>
                            <a:cubicBezTo>
                              <a:pt x="173165" y="293370"/>
                              <a:pt x="167735" y="293275"/>
                              <a:pt x="164306" y="296513"/>
                            </a:cubicBezTo>
                            <a:cubicBezTo>
                              <a:pt x="158115" y="302419"/>
                              <a:pt x="151924" y="308705"/>
                              <a:pt x="146018" y="315087"/>
                            </a:cubicBezTo>
                            <a:cubicBezTo>
                              <a:pt x="142780" y="318516"/>
                              <a:pt x="142970" y="323850"/>
                              <a:pt x="146399" y="327089"/>
                            </a:cubicBezTo>
                            <a:cubicBezTo>
                              <a:pt x="148019" y="328613"/>
                              <a:pt x="150114" y="329374"/>
                              <a:pt x="152210" y="329374"/>
                            </a:cubicBezTo>
                            <a:cubicBezTo>
                              <a:pt x="154496" y="329374"/>
                              <a:pt x="156781" y="328517"/>
                              <a:pt x="158401" y="326708"/>
                            </a:cubicBezTo>
                            <a:cubicBezTo>
                              <a:pt x="164211" y="320612"/>
                              <a:pt x="170117" y="314611"/>
                              <a:pt x="176117" y="308896"/>
                            </a:cubicBezTo>
                            <a:cubicBezTo>
                              <a:pt x="179546" y="305657"/>
                              <a:pt x="179642" y="300228"/>
                              <a:pt x="176403" y="296799"/>
                            </a:cubicBezTo>
                            <a:close/>
                            <a:moveTo>
                              <a:pt x="527590" y="274511"/>
                            </a:moveTo>
                            <a:cubicBezTo>
                              <a:pt x="523875" y="271653"/>
                              <a:pt x="518446" y="272415"/>
                              <a:pt x="515588" y="276130"/>
                            </a:cubicBezTo>
                            <a:cubicBezTo>
                              <a:pt x="510254" y="283274"/>
                              <a:pt x="505111" y="290513"/>
                              <a:pt x="500539" y="297656"/>
                            </a:cubicBezTo>
                            <a:cubicBezTo>
                              <a:pt x="497967" y="301562"/>
                              <a:pt x="499110" y="306895"/>
                              <a:pt x="503111" y="309467"/>
                            </a:cubicBezTo>
                            <a:cubicBezTo>
                              <a:pt x="504539" y="310420"/>
                              <a:pt x="506159" y="310801"/>
                              <a:pt x="507683" y="310801"/>
                            </a:cubicBezTo>
                            <a:cubicBezTo>
                              <a:pt x="510540" y="310801"/>
                              <a:pt x="513302" y="309467"/>
                              <a:pt x="514921" y="306895"/>
                            </a:cubicBezTo>
                            <a:cubicBezTo>
                              <a:pt x="519208" y="300133"/>
                              <a:pt x="524066" y="293275"/>
                              <a:pt x="529209" y="286417"/>
                            </a:cubicBezTo>
                            <a:cubicBezTo>
                              <a:pt x="532067" y="282702"/>
                              <a:pt x="531305" y="277368"/>
                              <a:pt x="527590" y="274511"/>
                            </a:cubicBezTo>
                            <a:close/>
                            <a:moveTo>
                              <a:pt x="662083" y="276606"/>
                            </a:moveTo>
                            <a:cubicBezTo>
                              <a:pt x="656177" y="270129"/>
                              <a:pt x="649796" y="263938"/>
                              <a:pt x="643223" y="258128"/>
                            </a:cubicBezTo>
                            <a:cubicBezTo>
                              <a:pt x="639604" y="254984"/>
                              <a:pt x="634270" y="255270"/>
                              <a:pt x="631126" y="258890"/>
                            </a:cubicBezTo>
                            <a:cubicBezTo>
                              <a:pt x="627983" y="262414"/>
                              <a:pt x="628364" y="267748"/>
                              <a:pt x="631888" y="270891"/>
                            </a:cubicBezTo>
                            <a:cubicBezTo>
                              <a:pt x="638080" y="276416"/>
                              <a:pt x="644080" y="282226"/>
                              <a:pt x="649605" y="288226"/>
                            </a:cubicBezTo>
                            <a:cubicBezTo>
                              <a:pt x="651320" y="290036"/>
                              <a:pt x="653605" y="290893"/>
                              <a:pt x="655892" y="290893"/>
                            </a:cubicBezTo>
                            <a:cubicBezTo>
                              <a:pt x="657892" y="290893"/>
                              <a:pt x="659987" y="290132"/>
                              <a:pt x="661702" y="288608"/>
                            </a:cubicBezTo>
                            <a:cubicBezTo>
                              <a:pt x="665131" y="285464"/>
                              <a:pt x="665321" y="280035"/>
                              <a:pt x="662083" y="276606"/>
                            </a:cubicBezTo>
                            <a:close/>
                            <a:moveTo>
                              <a:pt x="237649" y="250508"/>
                            </a:moveTo>
                            <a:cubicBezTo>
                              <a:pt x="235172" y="246602"/>
                              <a:pt x="229838" y="245364"/>
                              <a:pt x="225838" y="247936"/>
                            </a:cubicBezTo>
                            <a:cubicBezTo>
                              <a:pt x="218504" y="252698"/>
                              <a:pt x="211265" y="257651"/>
                              <a:pt x="204311" y="262795"/>
                            </a:cubicBezTo>
                            <a:cubicBezTo>
                              <a:pt x="200501" y="265652"/>
                              <a:pt x="199739" y="270986"/>
                              <a:pt x="202502" y="274796"/>
                            </a:cubicBezTo>
                            <a:cubicBezTo>
                              <a:pt x="204216" y="276987"/>
                              <a:pt x="206788" y="278225"/>
                              <a:pt x="209360" y="278225"/>
                            </a:cubicBezTo>
                            <a:cubicBezTo>
                              <a:pt x="211169" y="278225"/>
                              <a:pt x="212979" y="277654"/>
                              <a:pt x="214503" y="276511"/>
                            </a:cubicBezTo>
                            <a:cubicBezTo>
                              <a:pt x="221075" y="271653"/>
                              <a:pt x="228029" y="266891"/>
                              <a:pt x="235077" y="262318"/>
                            </a:cubicBezTo>
                            <a:cubicBezTo>
                              <a:pt x="239077" y="259842"/>
                              <a:pt x="240221" y="254508"/>
                              <a:pt x="237649" y="250508"/>
                            </a:cubicBezTo>
                            <a:close/>
                            <a:moveTo>
                              <a:pt x="576834" y="215074"/>
                            </a:moveTo>
                            <a:cubicBezTo>
                              <a:pt x="572548" y="213074"/>
                              <a:pt x="567500" y="214979"/>
                              <a:pt x="565499" y="219266"/>
                            </a:cubicBezTo>
                            <a:cubicBezTo>
                              <a:pt x="565404" y="219551"/>
                              <a:pt x="565214" y="219932"/>
                              <a:pt x="565118" y="220218"/>
                            </a:cubicBezTo>
                            <a:cubicBezTo>
                              <a:pt x="562070" y="223361"/>
                              <a:pt x="558927" y="226409"/>
                              <a:pt x="555879" y="229553"/>
                            </a:cubicBezTo>
                            <a:cubicBezTo>
                              <a:pt x="553688" y="231839"/>
                              <a:pt x="551498" y="234124"/>
                              <a:pt x="549402" y="236411"/>
                            </a:cubicBezTo>
                            <a:cubicBezTo>
                              <a:pt x="546164" y="239840"/>
                              <a:pt x="546354" y="245269"/>
                              <a:pt x="549783" y="248507"/>
                            </a:cubicBezTo>
                            <a:cubicBezTo>
                              <a:pt x="551402" y="250031"/>
                              <a:pt x="553498" y="250793"/>
                              <a:pt x="555593" y="250793"/>
                            </a:cubicBezTo>
                            <a:cubicBezTo>
                              <a:pt x="557879" y="250793"/>
                              <a:pt x="560165" y="249936"/>
                              <a:pt x="561880" y="248126"/>
                            </a:cubicBezTo>
                            <a:cubicBezTo>
                              <a:pt x="563975" y="245840"/>
                              <a:pt x="566071" y="243649"/>
                              <a:pt x="568166" y="241459"/>
                            </a:cubicBezTo>
                            <a:cubicBezTo>
                              <a:pt x="570738" y="238792"/>
                              <a:pt x="573310" y="236220"/>
                              <a:pt x="575977" y="233553"/>
                            </a:cubicBezTo>
                            <a:cubicBezTo>
                              <a:pt x="581120" y="236125"/>
                              <a:pt x="586359" y="238982"/>
                              <a:pt x="591693" y="242030"/>
                            </a:cubicBezTo>
                            <a:lnTo>
                              <a:pt x="595979" y="234601"/>
                            </a:lnTo>
                            <a:lnTo>
                              <a:pt x="599789" y="226886"/>
                            </a:lnTo>
                            <a:cubicBezTo>
                              <a:pt x="592360" y="222695"/>
                              <a:pt x="584645" y="218694"/>
                              <a:pt x="576834" y="215074"/>
                            </a:cubicBezTo>
                            <a:close/>
                            <a:moveTo>
                              <a:pt x="306896" y="217361"/>
                            </a:moveTo>
                            <a:cubicBezTo>
                              <a:pt x="305181" y="212979"/>
                              <a:pt x="300228" y="210788"/>
                              <a:pt x="295846" y="212503"/>
                            </a:cubicBezTo>
                            <a:cubicBezTo>
                              <a:pt x="287655" y="215646"/>
                              <a:pt x="279559" y="219075"/>
                              <a:pt x="271748" y="222790"/>
                            </a:cubicBezTo>
                            <a:cubicBezTo>
                              <a:pt x="267462" y="224790"/>
                              <a:pt x="265652" y="229838"/>
                              <a:pt x="267653" y="234124"/>
                            </a:cubicBezTo>
                            <a:cubicBezTo>
                              <a:pt x="269081" y="237268"/>
                              <a:pt x="272129" y="239078"/>
                              <a:pt x="275368" y="239078"/>
                            </a:cubicBezTo>
                            <a:cubicBezTo>
                              <a:pt x="276606" y="239078"/>
                              <a:pt x="277844" y="238792"/>
                              <a:pt x="278987" y="238220"/>
                            </a:cubicBezTo>
                            <a:cubicBezTo>
                              <a:pt x="286512" y="234696"/>
                              <a:pt x="294227" y="231458"/>
                              <a:pt x="302038" y="228410"/>
                            </a:cubicBezTo>
                            <a:cubicBezTo>
                              <a:pt x="306419" y="226695"/>
                              <a:pt x="308610" y="221742"/>
                              <a:pt x="306896" y="217361"/>
                            </a:cubicBezTo>
                            <a:close/>
                            <a:moveTo>
                              <a:pt x="527399" y="197072"/>
                            </a:moveTo>
                            <a:cubicBezTo>
                              <a:pt x="519017" y="194786"/>
                              <a:pt x="510445" y="192786"/>
                              <a:pt x="501777" y="191167"/>
                            </a:cubicBezTo>
                            <a:cubicBezTo>
                              <a:pt x="497110" y="190310"/>
                              <a:pt x="492633" y="193358"/>
                              <a:pt x="491776" y="198025"/>
                            </a:cubicBezTo>
                            <a:cubicBezTo>
                              <a:pt x="490919" y="202692"/>
                              <a:pt x="493967" y="207169"/>
                              <a:pt x="498634" y="208026"/>
                            </a:cubicBezTo>
                            <a:cubicBezTo>
                              <a:pt x="506825" y="209550"/>
                              <a:pt x="515017" y="211360"/>
                              <a:pt x="522923" y="213551"/>
                            </a:cubicBezTo>
                            <a:cubicBezTo>
                              <a:pt x="523685" y="213741"/>
                              <a:pt x="524447" y="213836"/>
                              <a:pt x="525209" y="213836"/>
                            </a:cubicBezTo>
                            <a:cubicBezTo>
                              <a:pt x="528923" y="213836"/>
                              <a:pt x="532352" y="211360"/>
                              <a:pt x="533400" y="207550"/>
                            </a:cubicBezTo>
                            <a:cubicBezTo>
                              <a:pt x="534638" y="202978"/>
                              <a:pt x="531971" y="198311"/>
                              <a:pt x="527399" y="197072"/>
                            </a:cubicBezTo>
                            <a:close/>
                            <a:moveTo>
                              <a:pt x="371285" y="191262"/>
                            </a:moveTo>
                            <a:cubicBezTo>
                              <a:pt x="362807" y="192786"/>
                              <a:pt x="354140" y="194596"/>
                              <a:pt x="345662" y="196691"/>
                            </a:cubicBezTo>
                            <a:cubicBezTo>
                              <a:pt x="341090" y="197834"/>
                              <a:pt x="338328" y="202406"/>
                              <a:pt x="339471" y="206978"/>
                            </a:cubicBezTo>
                            <a:cubicBezTo>
                              <a:pt x="340423" y="210884"/>
                              <a:pt x="343853" y="213551"/>
                              <a:pt x="347758" y="213551"/>
                            </a:cubicBezTo>
                            <a:cubicBezTo>
                              <a:pt x="348425" y="213551"/>
                              <a:pt x="349091" y="213455"/>
                              <a:pt x="349758" y="213265"/>
                            </a:cubicBezTo>
                            <a:cubicBezTo>
                              <a:pt x="357854" y="211265"/>
                              <a:pt x="366141" y="209550"/>
                              <a:pt x="374237" y="208026"/>
                            </a:cubicBezTo>
                            <a:cubicBezTo>
                              <a:pt x="378905" y="207264"/>
                              <a:pt x="382048" y="202787"/>
                              <a:pt x="381191" y="198215"/>
                            </a:cubicBezTo>
                            <a:cubicBezTo>
                              <a:pt x="380333" y="193548"/>
                              <a:pt x="375952" y="190405"/>
                              <a:pt x="371285" y="191262"/>
                            </a:cubicBezTo>
                            <a:close/>
                            <a:moveTo>
                              <a:pt x="449580" y="185547"/>
                            </a:moveTo>
                            <a:cubicBezTo>
                              <a:pt x="440817" y="185261"/>
                              <a:pt x="432149" y="185261"/>
                              <a:pt x="423386" y="185642"/>
                            </a:cubicBezTo>
                            <a:cubicBezTo>
                              <a:pt x="418624" y="185833"/>
                              <a:pt x="415004" y="189738"/>
                              <a:pt x="415195" y="194501"/>
                            </a:cubicBezTo>
                            <a:cubicBezTo>
                              <a:pt x="415385" y="199072"/>
                              <a:pt x="419100" y="202692"/>
                              <a:pt x="423672" y="202692"/>
                            </a:cubicBezTo>
                            <a:lnTo>
                              <a:pt x="424053" y="202692"/>
                            </a:lnTo>
                            <a:cubicBezTo>
                              <a:pt x="432340" y="202406"/>
                              <a:pt x="440722" y="202406"/>
                              <a:pt x="449009" y="202692"/>
                            </a:cubicBezTo>
                            <a:cubicBezTo>
                              <a:pt x="453676" y="203073"/>
                              <a:pt x="457676" y="199168"/>
                              <a:pt x="457867" y="194501"/>
                            </a:cubicBezTo>
                            <a:cubicBezTo>
                              <a:pt x="457867" y="189738"/>
                              <a:pt x="454342" y="185833"/>
                              <a:pt x="449580" y="185642"/>
                            </a:cubicBezTo>
                            <a:close/>
                            <a:moveTo>
                              <a:pt x="637889" y="167830"/>
                            </a:moveTo>
                            <a:cubicBezTo>
                              <a:pt x="634937" y="164116"/>
                              <a:pt x="629603" y="163544"/>
                              <a:pt x="625888" y="166402"/>
                            </a:cubicBezTo>
                            <a:cubicBezTo>
                              <a:pt x="619125" y="171736"/>
                              <a:pt x="612362" y="177260"/>
                              <a:pt x="605790" y="182880"/>
                            </a:cubicBezTo>
                            <a:cubicBezTo>
                              <a:pt x="602171" y="185928"/>
                              <a:pt x="601790" y="191262"/>
                              <a:pt x="604838" y="194882"/>
                            </a:cubicBezTo>
                            <a:cubicBezTo>
                              <a:pt x="606457" y="196882"/>
                              <a:pt x="608933" y="197930"/>
                              <a:pt x="611315" y="197930"/>
                            </a:cubicBezTo>
                            <a:cubicBezTo>
                              <a:pt x="613315" y="197930"/>
                              <a:pt x="615220" y="197263"/>
                              <a:pt x="616839" y="195834"/>
                            </a:cubicBezTo>
                            <a:cubicBezTo>
                              <a:pt x="623316" y="190405"/>
                              <a:pt x="629793" y="185071"/>
                              <a:pt x="636461" y="179832"/>
                            </a:cubicBezTo>
                            <a:cubicBezTo>
                              <a:pt x="640175" y="176879"/>
                              <a:pt x="640747" y="171545"/>
                              <a:pt x="637889" y="167830"/>
                            </a:cubicBezTo>
                            <a:close/>
                            <a:moveTo>
                              <a:pt x="701230" y="124397"/>
                            </a:moveTo>
                            <a:cubicBezTo>
                              <a:pt x="698659" y="120396"/>
                              <a:pt x="693420" y="119158"/>
                              <a:pt x="689420" y="121634"/>
                            </a:cubicBezTo>
                            <a:cubicBezTo>
                              <a:pt x="682085" y="126302"/>
                              <a:pt x="674846" y="130969"/>
                              <a:pt x="667703" y="135827"/>
                            </a:cubicBezTo>
                            <a:cubicBezTo>
                              <a:pt x="663797" y="138494"/>
                              <a:pt x="662750" y="143828"/>
                              <a:pt x="665417" y="147733"/>
                            </a:cubicBezTo>
                            <a:cubicBezTo>
                              <a:pt x="667131" y="150114"/>
                              <a:pt x="669798" y="151448"/>
                              <a:pt x="672560" y="151448"/>
                            </a:cubicBezTo>
                            <a:cubicBezTo>
                              <a:pt x="674180" y="151448"/>
                              <a:pt x="675799" y="150971"/>
                              <a:pt x="677323" y="149924"/>
                            </a:cubicBezTo>
                            <a:cubicBezTo>
                              <a:pt x="684276" y="145256"/>
                              <a:pt x="691325" y="140589"/>
                              <a:pt x="698468" y="136112"/>
                            </a:cubicBezTo>
                            <a:cubicBezTo>
                              <a:pt x="702469" y="133636"/>
                              <a:pt x="703707" y="128302"/>
                              <a:pt x="701230" y="124397"/>
                            </a:cubicBezTo>
                            <a:close/>
                            <a:moveTo>
                              <a:pt x="1560386" y="133160"/>
                            </a:moveTo>
                            <a:cubicBezTo>
                              <a:pt x="1556576" y="130397"/>
                              <a:pt x="1552670" y="127826"/>
                              <a:pt x="1548765" y="125158"/>
                            </a:cubicBezTo>
                            <a:cubicBezTo>
                              <a:pt x="1544860" y="122587"/>
                              <a:pt x="1539526" y="123634"/>
                              <a:pt x="1536954" y="127540"/>
                            </a:cubicBezTo>
                            <a:cubicBezTo>
                              <a:pt x="1534287" y="131445"/>
                              <a:pt x="1535335" y="136779"/>
                              <a:pt x="1539240" y="139351"/>
                            </a:cubicBezTo>
                            <a:cubicBezTo>
                              <a:pt x="1543050" y="141923"/>
                              <a:pt x="1546860" y="144494"/>
                              <a:pt x="1550670" y="147161"/>
                            </a:cubicBezTo>
                            <a:cubicBezTo>
                              <a:pt x="1552099" y="148209"/>
                              <a:pt x="1553813" y="148685"/>
                              <a:pt x="1555528" y="148685"/>
                            </a:cubicBezTo>
                            <a:cubicBezTo>
                              <a:pt x="1558195" y="148685"/>
                              <a:pt x="1560862" y="147447"/>
                              <a:pt x="1562481" y="145066"/>
                            </a:cubicBezTo>
                            <a:cubicBezTo>
                              <a:pt x="1565243" y="141161"/>
                              <a:pt x="1564291" y="135827"/>
                              <a:pt x="1560386" y="133160"/>
                            </a:cubicBezTo>
                            <a:close/>
                            <a:moveTo>
                              <a:pt x="1504664" y="97917"/>
                            </a:moveTo>
                            <a:cubicBezTo>
                              <a:pt x="1497140" y="93726"/>
                              <a:pt x="1489520" y="89535"/>
                              <a:pt x="1481900" y="85534"/>
                            </a:cubicBezTo>
                            <a:cubicBezTo>
                              <a:pt x="1477709" y="83439"/>
                              <a:pt x="1472565" y="85058"/>
                              <a:pt x="1470374" y="89249"/>
                            </a:cubicBezTo>
                            <a:cubicBezTo>
                              <a:pt x="1468184" y="93440"/>
                              <a:pt x="1469803" y="98584"/>
                              <a:pt x="1473994" y="100679"/>
                            </a:cubicBezTo>
                            <a:cubicBezTo>
                              <a:pt x="1481518" y="104584"/>
                              <a:pt x="1488853" y="108680"/>
                              <a:pt x="1496187" y="112776"/>
                            </a:cubicBezTo>
                            <a:cubicBezTo>
                              <a:pt x="1497521" y="113538"/>
                              <a:pt x="1499045" y="113919"/>
                              <a:pt x="1500473" y="113919"/>
                            </a:cubicBezTo>
                            <a:cubicBezTo>
                              <a:pt x="1503426" y="113919"/>
                              <a:pt x="1506284" y="112395"/>
                              <a:pt x="1507903" y="109633"/>
                            </a:cubicBezTo>
                            <a:cubicBezTo>
                              <a:pt x="1510189" y="105537"/>
                              <a:pt x="1508760" y="100298"/>
                              <a:pt x="1504664" y="97917"/>
                            </a:cubicBezTo>
                            <a:close/>
                            <a:moveTo>
                              <a:pt x="768668" y="87630"/>
                            </a:moveTo>
                            <a:cubicBezTo>
                              <a:pt x="766572" y="83439"/>
                              <a:pt x="761429" y="81725"/>
                              <a:pt x="757238" y="83820"/>
                            </a:cubicBezTo>
                            <a:cubicBezTo>
                              <a:pt x="749522" y="87630"/>
                              <a:pt x="741807" y="91535"/>
                              <a:pt x="734187" y="95631"/>
                            </a:cubicBezTo>
                            <a:cubicBezTo>
                              <a:pt x="730091" y="97822"/>
                              <a:pt x="728472" y="103061"/>
                              <a:pt x="730758" y="107156"/>
                            </a:cubicBezTo>
                            <a:cubicBezTo>
                              <a:pt x="732282" y="110109"/>
                              <a:pt x="735235" y="111728"/>
                              <a:pt x="738283" y="111728"/>
                            </a:cubicBezTo>
                            <a:cubicBezTo>
                              <a:pt x="739616" y="111728"/>
                              <a:pt x="741045" y="111347"/>
                              <a:pt x="742283" y="110680"/>
                            </a:cubicBezTo>
                            <a:cubicBezTo>
                              <a:pt x="749713" y="106680"/>
                              <a:pt x="757238" y="102870"/>
                              <a:pt x="764762" y="99060"/>
                            </a:cubicBezTo>
                            <a:cubicBezTo>
                              <a:pt x="769049" y="96965"/>
                              <a:pt x="770763" y="91916"/>
                              <a:pt x="768668" y="87630"/>
                            </a:cubicBezTo>
                            <a:close/>
                            <a:moveTo>
                              <a:pt x="1435037" y="63341"/>
                            </a:moveTo>
                            <a:cubicBezTo>
                              <a:pt x="1427131" y="59912"/>
                              <a:pt x="1419130" y="56579"/>
                              <a:pt x="1411034" y="53435"/>
                            </a:cubicBezTo>
                            <a:cubicBezTo>
                              <a:pt x="1406747" y="51721"/>
                              <a:pt x="1401699" y="53912"/>
                              <a:pt x="1399985" y="58293"/>
                            </a:cubicBezTo>
                            <a:cubicBezTo>
                              <a:pt x="1398270" y="62675"/>
                              <a:pt x="1400461" y="67628"/>
                              <a:pt x="1404842" y="69342"/>
                            </a:cubicBezTo>
                            <a:cubicBezTo>
                              <a:pt x="1412748" y="72485"/>
                              <a:pt x="1420559" y="75629"/>
                              <a:pt x="1428274" y="79057"/>
                            </a:cubicBezTo>
                            <a:cubicBezTo>
                              <a:pt x="1429417" y="79534"/>
                              <a:pt x="1430560" y="79724"/>
                              <a:pt x="1431703" y="79724"/>
                            </a:cubicBezTo>
                            <a:cubicBezTo>
                              <a:pt x="1434941" y="79724"/>
                              <a:pt x="1438085" y="77819"/>
                              <a:pt x="1439513" y="74581"/>
                            </a:cubicBezTo>
                            <a:cubicBezTo>
                              <a:pt x="1441418" y="70199"/>
                              <a:pt x="1439418" y="65246"/>
                              <a:pt x="1435037" y="63341"/>
                            </a:cubicBezTo>
                            <a:close/>
                            <a:moveTo>
                              <a:pt x="839534" y="57912"/>
                            </a:moveTo>
                            <a:cubicBezTo>
                              <a:pt x="837819" y="53530"/>
                              <a:pt x="832961" y="51245"/>
                              <a:pt x="828484" y="52959"/>
                            </a:cubicBezTo>
                            <a:cubicBezTo>
                              <a:pt x="820388" y="55912"/>
                              <a:pt x="812387" y="59150"/>
                              <a:pt x="804386" y="62389"/>
                            </a:cubicBezTo>
                            <a:cubicBezTo>
                              <a:pt x="800100" y="64199"/>
                              <a:pt x="798005" y="69247"/>
                              <a:pt x="799814" y="73533"/>
                            </a:cubicBezTo>
                            <a:cubicBezTo>
                              <a:pt x="801148" y="76867"/>
                              <a:pt x="804291" y="78867"/>
                              <a:pt x="807720" y="78867"/>
                            </a:cubicBezTo>
                            <a:cubicBezTo>
                              <a:pt x="808768" y="78867"/>
                              <a:pt x="809911" y="78677"/>
                              <a:pt x="810959" y="78200"/>
                            </a:cubicBezTo>
                            <a:cubicBezTo>
                              <a:pt x="818769" y="74962"/>
                              <a:pt x="826580" y="71914"/>
                              <a:pt x="834485" y="68866"/>
                            </a:cubicBezTo>
                            <a:cubicBezTo>
                              <a:pt x="838962" y="67247"/>
                              <a:pt x="841153" y="62294"/>
                              <a:pt x="839534" y="57912"/>
                            </a:cubicBezTo>
                            <a:close/>
                            <a:moveTo>
                              <a:pt x="1362170" y="36290"/>
                            </a:moveTo>
                            <a:cubicBezTo>
                              <a:pt x="1353979" y="33719"/>
                              <a:pt x="1345692" y="31242"/>
                              <a:pt x="1337310" y="28956"/>
                            </a:cubicBezTo>
                            <a:cubicBezTo>
                              <a:pt x="1332833" y="27718"/>
                              <a:pt x="1328071" y="30385"/>
                              <a:pt x="1326833" y="34957"/>
                            </a:cubicBezTo>
                            <a:cubicBezTo>
                              <a:pt x="1325594" y="39433"/>
                              <a:pt x="1328261" y="44196"/>
                              <a:pt x="1332833" y="45434"/>
                            </a:cubicBezTo>
                            <a:cubicBezTo>
                              <a:pt x="1340930" y="47720"/>
                              <a:pt x="1349026" y="50102"/>
                              <a:pt x="1357122" y="52578"/>
                            </a:cubicBezTo>
                            <a:cubicBezTo>
                              <a:pt x="1357979" y="52864"/>
                              <a:pt x="1358837" y="52959"/>
                              <a:pt x="1359599" y="52959"/>
                            </a:cubicBezTo>
                            <a:cubicBezTo>
                              <a:pt x="1363313" y="52959"/>
                              <a:pt x="1366647" y="50673"/>
                              <a:pt x="1367790" y="46958"/>
                            </a:cubicBezTo>
                            <a:cubicBezTo>
                              <a:pt x="1369219" y="42481"/>
                              <a:pt x="1366742" y="37719"/>
                              <a:pt x="1362170" y="36290"/>
                            </a:cubicBezTo>
                            <a:close/>
                            <a:moveTo>
                              <a:pt x="912876" y="35052"/>
                            </a:moveTo>
                            <a:cubicBezTo>
                              <a:pt x="911638" y="30575"/>
                              <a:pt x="906971" y="27813"/>
                              <a:pt x="902399" y="29051"/>
                            </a:cubicBezTo>
                            <a:cubicBezTo>
                              <a:pt x="894112" y="31337"/>
                              <a:pt x="885730" y="33719"/>
                              <a:pt x="877538" y="36195"/>
                            </a:cubicBezTo>
                            <a:cubicBezTo>
                              <a:pt x="872966" y="37624"/>
                              <a:pt x="870490" y="42386"/>
                              <a:pt x="871823" y="46863"/>
                            </a:cubicBezTo>
                            <a:cubicBezTo>
                              <a:pt x="872966" y="50578"/>
                              <a:pt x="876395" y="52959"/>
                              <a:pt x="880015" y="52959"/>
                            </a:cubicBezTo>
                            <a:cubicBezTo>
                              <a:pt x="880872" y="52959"/>
                              <a:pt x="881634" y="52864"/>
                              <a:pt x="882491" y="52578"/>
                            </a:cubicBezTo>
                            <a:cubicBezTo>
                              <a:pt x="890588" y="50102"/>
                              <a:pt x="898684" y="47720"/>
                              <a:pt x="906875" y="45530"/>
                            </a:cubicBezTo>
                            <a:cubicBezTo>
                              <a:pt x="911447" y="44291"/>
                              <a:pt x="914114" y="39624"/>
                              <a:pt x="912876" y="35052"/>
                            </a:cubicBezTo>
                            <a:close/>
                            <a:moveTo>
                              <a:pt x="978218" y="12287"/>
                            </a:moveTo>
                            <a:cubicBezTo>
                              <a:pt x="969645" y="13811"/>
                              <a:pt x="961168" y="15335"/>
                              <a:pt x="952786" y="17145"/>
                            </a:cubicBezTo>
                            <a:cubicBezTo>
                              <a:pt x="948118" y="18098"/>
                              <a:pt x="945166" y="22574"/>
                              <a:pt x="946118" y="27146"/>
                            </a:cubicBezTo>
                            <a:cubicBezTo>
                              <a:pt x="946976" y="31242"/>
                              <a:pt x="950500" y="34004"/>
                              <a:pt x="954500" y="34004"/>
                            </a:cubicBezTo>
                            <a:cubicBezTo>
                              <a:pt x="955072" y="34004"/>
                              <a:pt x="955643" y="33909"/>
                              <a:pt x="956215" y="33814"/>
                            </a:cubicBezTo>
                            <a:cubicBezTo>
                              <a:pt x="964501" y="32099"/>
                              <a:pt x="972788" y="30575"/>
                              <a:pt x="981075" y="29147"/>
                            </a:cubicBezTo>
                            <a:cubicBezTo>
                              <a:pt x="985742" y="28289"/>
                              <a:pt x="988886" y="23908"/>
                              <a:pt x="988028" y="19241"/>
                            </a:cubicBezTo>
                            <a:cubicBezTo>
                              <a:pt x="987266" y="14573"/>
                              <a:pt x="982790" y="11430"/>
                              <a:pt x="978218" y="12287"/>
                            </a:cubicBezTo>
                            <a:close/>
                            <a:moveTo>
                              <a:pt x="1287018" y="16764"/>
                            </a:moveTo>
                            <a:cubicBezTo>
                              <a:pt x="1278541" y="15050"/>
                              <a:pt x="1270064" y="13430"/>
                              <a:pt x="1261586" y="12002"/>
                            </a:cubicBezTo>
                            <a:cubicBezTo>
                              <a:pt x="1256919" y="11144"/>
                              <a:pt x="1252538" y="14288"/>
                              <a:pt x="1251680" y="18955"/>
                            </a:cubicBezTo>
                            <a:cubicBezTo>
                              <a:pt x="1250918" y="23527"/>
                              <a:pt x="1253966" y="28004"/>
                              <a:pt x="1258634" y="28766"/>
                            </a:cubicBezTo>
                            <a:cubicBezTo>
                              <a:pt x="1267016" y="30290"/>
                              <a:pt x="1275302" y="31814"/>
                              <a:pt x="1283589" y="33528"/>
                            </a:cubicBezTo>
                            <a:cubicBezTo>
                              <a:pt x="1284161" y="33528"/>
                              <a:pt x="1284732" y="33719"/>
                              <a:pt x="1285304" y="33719"/>
                            </a:cubicBezTo>
                            <a:cubicBezTo>
                              <a:pt x="1289209" y="33719"/>
                              <a:pt x="1292828" y="30956"/>
                              <a:pt x="1293686" y="26860"/>
                            </a:cubicBezTo>
                            <a:cubicBezTo>
                              <a:pt x="1294638" y="22289"/>
                              <a:pt x="1291590" y="17717"/>
                              <a:pt x="1287018" y="16764"/>
                            </a:cubicBezTo>
                            <a:close/>
                            <a:moveTo>
                              <a:pt x="1055180" y="2667"/>
                            </a:moveTo>
                            <a:cubicBezTo>
                              <a:pt x="1046607" y="3334"/>
                              <a:pt x="1038034" y="4096"/>
                              <a:pt x="1029462" y="5048"/>
                            </a:cubicBezTo>
                            <a:cubicBezTo>
                              <a:pt x="1024795" y="5620"/>
                              <a:pt x="1021366" y="9811"/>
                              <a:pt x="1021842" y="14478"/>
                            </a:cubicBezTo>
                            <a:cubicBezTo>
                              <a:pt x="1022318" y="18859"/>
                              <a:pt x="1026033" y="22098"/>
                              <a:pt x="1030319" y="22098"/>
                            </a:cubicBezTo>
                            <a:cubicBezTo>
                              <a:pt x="1030700" y="22098"/>
                              <a:pt x="1030986" y="22098"/>
                              <a:pt x="1031272" y="22003"/>
                            </a:cubicBezTo>
                            <a:cubicBezTo>
                              <a:pt x="1039749" y="21146"/>
                              <a:pt x="1048131" y="20288"/>
                              <a:pt x="1056513" y="19622"/>
                            </a:cubicBezTo>
                            <a:cubicBezTo>
                              <a:pt x="1061276" y="19241"/>
                              <a:pt x="1064800" y="15145"/>
                              <a:pt x="1064419" y="10478"/>
                            </a:cubicBezTo>
                            <a:cubicBezTo>
                              <a:pt x="1064038" y="5715"/>
                              <a:pt x="1059847" y="2191"/>
                              <a:pt x="1055180" y="2667"/>
                            </a:cubicBezTo>
                            <a:close/>
                            <a:moveTo>
                              <a:pt x="1210247" y="4763"/>
                            </a:moveTo>
                            <a:cubicBezTo>
                              <a:pt x="1201674" y="3810"/>
                              <a:pt x="1193102" y="3048"/>
                              <a:pt x="1184529" y="2381"/>
                            </a:cubicBezTo>
                            <a:cubicBezTo>
                              <a:pt x="1179767" y="2191"/>
                              <a:pt x="1175671" y="5525"/>
                              <a:pt x="1175385" y="10287"/>
                            </a:cubicBezTo>
                            <a:cubicBezTo>
                              <a:pt x="1175004" y="14954"/>
                              <a:pt x="1178528" y="19050"/>
                              <a:pt x="1183196" y="19431"/>
                            </a:cubicBezTo>
                            <a:cubicBezTo>
                              <a:pt x="1191673" y="20098"/>
                              <a:pt x="1200055" y="20860"/>
                              <a:pt x="1208437" y="21717"/>
                            </a:cubicBezTo>
                            <a:cubicBezTo>
                              <a:pt x="1208723" y="21812"/>
                              <a:pt x="1209104" y="21812"/>
                              <a:pt x="1209389" y="21812"/>
                            </a:cubicBezTo>
                            <a:cubicBezTo>
                              <a:pt x="1213676" y="21812"/>
                              <a:pt x="1217390" y="18574"/>
                              <a:pt x="1217867" y="14192"/>
                            </a:cubicBezTo>
                            <a:cubicBezTo>
                              <a:pt x="1218343" y="9525"/>
                              <a:pt x="1215009" y="5239"/>
                              <a:pt x="1210247" y="4763"/>
                            </a:cubicBezTo>
                            <a:close/>
                            <a:moveTo>
                              <a:pt x="1132808" y="95"/>
                            </a:moveTo>
                            <a:cubicBezTo>
                              <a:pt x="1128998" y="0"/>
                              <a:pt x="1125188" y="0"/>
                              <a:pt x="1121378" y="0"/>
                            </a:cubicBezTo>
                            <a:cubicBezTo>
                              <a:pt x="1116616" y="0"/>
                              <a:pt x="1111758" y="95"/>
                              <a:pt x="1106900" y="95"/>
                            </a:cubicBezTo>
                            <a:cubicBezTo>
                              <a:pt x="1102138" y="191"/>
                              <a:pt x="1098423" y="4096"/>
                              <a:pt x="1098518" y="8858"/>
                            </a:cubicBezTo>
                            <a:cubicBezTo>
                              <a:pt x="1098614" y="13526"/>
                              <a:pt x="1102424" y="17240"/>
                              <a:pt x="1107091" y="17240"/>
                            </a:cubicBezTo>
                            <a:lnTo>
                              <a:pt x="1107186" y="17240"/>
                            </a:lnTo>
                            <a:cubicBezTo>
                              <a:pt x="1111663" y="17145"/>
                              <a:pt x="1116140" y="17050"/>
                              <a:pt x="1120712" y="17050"/>
                            </a:cubicBezTo>
                            <a:cubicBezTo>
                              <a:pt x="1124617" y="17050"/>
                              <a:pt x="1128617" y="17145"/>
                              <a:pt x="1132523" y="17145"/>
                            </a:cubicBezTo>
                            <a:cubicBezTo>
                              <a:pt x="1137095" y="16955"/>
                              <a:pt x="1141095" y="13430"/>
                              <a:pt x="1141190" y="8763"/>
                            </a:cubicBezTo>
                            <a:cubicBezTo>
                              <a:pt x="1141286" y="4001"/>
                              <a:pt x="1137476" y="191"/>
                              <a:pt x="1132808" y="95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23" name="AutoShape 123"/>
                      <p:cNvSpPr/>
                      <p:nvPr/>
                    </p:nvSpPr>
                    <p:spPr>
                      <a:xfrm>
                        <a:off x="3660196" y="2641926"/>
                        <a:ext cx="592262" cy="3314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2262" h="331493">
                            <a:moveTo>
                              <a:pt x="184760" y="313300"/>
                            </a:moveTo>
                            <a:cubicBezTo>
                              <a:pt x="176378" y="313872"/>
                              <a:pt x="167996" y="314253"/>
                              <a:pt x="159614" y="314443"/>
                            </a:cubicBezTo>
                            <a:cubicBezTo>
                              <a:pt x="154947" y="314539"/>
                              <a:pt x="151137" y="318348"/>
                              <a:pt x="151232" y="323111"/>
                            </a:cubicBezTo>
                            <a:cubicBezTo>
                              <a:pt x="151232" y="327778"/>
                              <a:pt x="155137" y="331493"/>
                              <a:pt x="159709" y="331493"/>
                            </a:cubicBezTo>
                            <a:lnTo>
                              <a:pt x="159900" y="331493"/>
                            </a:lnTo>
                            <a:cubicBezTo>
                              <a:pt x="168567" y="331398"/>
                              <a:pt x="177330" y="331017"/>
                              <a:pt x="185998" y="330350"/>
                            </a:cubicBezTo>
                            <a:cubicBezTo>
                              <a:pt x="190665" y="330064"/>
                              <a:pt x="194190" y="325968"/>
                              <a:pt x="193904" y="321206"/>
                            </a:cubicBezTo>
                            <a:cubicBezTo>
                              <a:pt x="193523" y="316539"/>
                              <a:pt x="189522" y="312919"/>
                              <a:pt x="184760" y="313300"/>
                            </a:cubicBezTo>
                            <a:close/>
                            <a:moveTo>
                              <a:pt x="109417" y="312443"/>
                            </a:moveTo>
                            <a:cubicBezTo>
                              <a:pt x="101035" y="311681"/>
                              <a:pt x="92653" y="310633"/>
                              <a:pt x="84462" y="309395"/>
                            </a:cubicBezTo>
                            <a:cubicBezTo>
                              <a:pt x="79794" y="308633"/>
                              <a:pt x="75413" y="311871"/>
                              <a:pt x="74746" y="316539"/>
                            </a:cubicBezTo>
                            <a:cubicBezTo>
                              <a:pt x="73984" y="321206"/>
                              <a:pt x="77223" y="325587"/>
                              <a:pt x="81890" y="326254"/>
                            </a:cubicBezTo>
                            <a:cubicBezTo>
                              <a:pt x="90367" y="327588"/>
                              <a:pt x="99130" y="328635"/>
                              <a:pt x="107798" y="329493"/>
                            </a:cubicBezTo>
                            <a:lnTo>
                              <a:pt x="108560" y="329493"/>
                            </a:lnTo>
                            <a:cubicBezTo>
                              <a:pt x="112941" y="329493"/>
                              <a:pt x="116656" y="326159"/>
                              <a:pt x="117132" y="321777"/>
                            </a:cubicBezTo>
                            <a:cubicBezTo>
                              <a:pt x="117513" y="317110"/>
                              <a:pt x="114084" y="312919"/>
                              <a:pt x="109417" y="312443"/>
                            </a:cubicBezTo>
                            <a:close/>
                            <a:moveTo>
                              <a:pt x="269532" y="307966"/>
                            </a:moveTo>
                            <a:cubicBezTo>
                              <a:pt x="268389" y="303394"/>
                              <a:pt x="263817" y="300537"/>
                              <a:pt x="259150" y="301680"/>
                            </a:cubicBezTo>
                            <a:cubicBezTo>
                              <a:pt x="251149" y="303680"/>
                              <a:pt x="242862" y="305394"/>
                              <a:pt x="234576" y="306918"/>
                            </a:cubicBezTo>
                            <a:cubicBezTo>
                              <a:pt x="230004" y="307776"/>
                              <a:pt x="226860" y="312252"/>
                              <a:pt x="227717" y="316920"/>
                            </a:cubicBezTo>
                            <a:cubicBezTo>
                              <a:pt x="228480" y="321015"/>
                              <a:pt x="232099" y="323873"/>
                              <a:pt x="236100" y="323873"/>
                            </a:cubicBezTo>
                            <a:cubicBezTo>
                              <a:pt x="236671" y="323873"/>
                              <a:pt x="237147" y="323873"/>
                              <a:pt x="237719" y="323778"/>
                            </a:cubicBezTo>
                            <a:cubicBezTo>
                              <a:pt x="246196" y="322158"/>
                              <a:pt x="254864" y="320349"/>
                              <a:pt x="263246" y="318348"/>
                            </a:cubicBezTo>
                            <a:cubicBezTo>
                              <a:pt x="267818" y="317206"/>
                              <a:pt x="270580" y="312538"/>
                              <a:pt x="269532" y="307966"/>
                            </a:cubicBezTo>
                            <a:close/>
                            <a:moveTo>
                              <a:pt x="35313" y="299013"/>
                            </a:moveTo>
                            <a:cubicBezTo>
                              <a:pt x="27216" y="296727"/>
                              <a:pt x="19120" y="294345"/>
                              <a:pt x="11309" y="291678"/>
                            </a:cubicBezTo>
                            <a:cubicBezTo>
                              <a:pt x="6833" y="290154"/>
                              <a:pt x="1975" y="292536"/>
                              <a:pt x="451" y="297012"/>
                            </a:cubicBezTo>
                            <a:cubicBezTo>
                              <a:pt x="-1073" y="301489"/>
                              <a:pt x="1404" y="306347"/>
                              <a:pt x="5785" y="307871"/>
                            </a:cubicBezTo>
                            <a:cubicBezTo>
                              <a:pt x="13976" y="310633"/>
                              <a:pt x="22359" y="313205"/>
                              <a:pt x="30836" y="315491"/>
                            </a:cubicBezTo>
                            <a:cubicBezTo>
                              <a:pt x="31598" y="315681"/>
                              <a:pt x="32360" y="315777"/>
                              <a:pt x="33026" y="315777"/>
                            </a:cubicBezTo>
                            <a:cubicBezTo>
                              <a:pt x="36837" y="315777"/>
                              <a:pt x="40266" y="313300"/>
                              <a:pt x="41313" y="309490"/>
                            </a:cubicBezTo>
                            <a:cubicBezTo>
                              <a:pt x="42551" y="304918"/>
                              <a:pt x="39884" y="300251"/>
                              <a:pt x="35313" y="299013"/>
                            </a:cubicBezTo>
                            <a:close/>
                            <a:moveTo>
                              <a:pt x="341827" y="282249"/>
                            </a:moveTo>
                            <a:cubicBezTo>
                              <a:pt x="339922" y="277867"/>
                              <a:pt x="334969" y="275962"/>
                              <a:pt x="330588" y="277772"/>
                            </a:cubicBezTo>
                            <a:cubicBezTo>
                              <a:pt x="322968" y="281106"/>
                              <a:pt x="315062" y="284249"/>
                              <a:pt x="307251" y="287106"/>
                            </a:cubicBezTo>
                            <a:cubicBezTo>
                              <a:pt x="302870" y="288726"/>
                              <a:pt x="300584" y="293679"/>
                              <a:pt x="302203" y="298060"/>
                            </a:cubicBezTo>
                            <a:cubicBezTo>
                              <a:pt x="303441" y="301584"/>
                              <a:pt x="306775" y="303680"/>
                              <a:pt x="310204" y="303680"/>
                            </a:cubicBezTo>
                            <a:cubicBezTo>
                              <a:pt x="311157" y="303680"/>
                              <a:pt x="312204" y="303490"/>
                              <a:pt x="313157" y="303204"/>
                            </a:cubicBezTo>
                            <a:cubicBezTo>
                              <a:pt x="321253" y="300156"/>
                              <a:pt x="329444" y="296917"/>
                              <a:pt x="337350" y="293488"/>
                            </a:cubicBezTo>
                            <a:cubicBezTo>
                              <a:pt x="341732" y="291583"/>
                              <a:pt x="343732" y="286535"/>
                              <a:pt x="341827" y="282249"/>
                            </a:cubicBezTo>
                            <a:close/>
                            <a:moveTo>
                              <a:pt x="408597" y="244244"/>
                            </a:moveTo>
                            <a:cubicBezTo>
                              <a:pt x="405930" y="240339"/>
                              <a:pt x="400692" y="239291"/>
                              <a:pt x="396691" y="241863"/>
                            </a:cubicBezTo>
                            <a:cubicBezTo>
                              <a:pt x="389738" y="246530"/>
                              <a:pt x="382499" y="251007"/>
                              <a:pt x="375355" y="255102"/>
                            </a:cubicBezTo>
                            <a:cubicBezTo>
                              <a:pt x="371355" y="257484"/>
                              <a:pt x="369926" y="262723"/>
                              <a:pt x="372307" y="266818"/>
                            </a:cubicBezTo>
                            <a:cubicBezTo>
                              <a:pt x="373926" y="269581"/>
                              <a:pt x="376784" y="271009"/>
                              <a:pt x="379737" y="271009"/>
                            </a:cubicBezTo>
                            <a:cubicBezTo>
                              <a:pt x="381165" y="271009"/>
                              <a:pt x="382594" y="270723"/>
                              <a:pt x="384023" y="269866"/>
                            </a:cubicBezTo>
                            <a:cubicBezTo>
                              <a:pt x="391452" y="265580"/>
                              <a:pt x="398882" y="260913"/>
                              <a:pt x="406121" y="256055"/>
                            </a:cubicBezTo>
                            <a:cubicBezTo>
                              <a:pt x="410121" y="253483"/>
                              <a:pt x="411169" y="248149"/>
                              <a:pt x="408597" y="244244"/>
                            </a:cubicBezTo>
                            <a:close/>
                            <a:moveTo>
                              <a:pt x="467748" y="195381"/>
                            </a:moveTo>
                            <a:cubicBezTo>
                              <a:pt x="464509" y="191952"/>
                              <a:pt x="459175" y="191761"/>
                              <a:pt x="455746" y="195000"/>
                            </a:cubicBezTo>
                            <a:cubicBezTo>
                              <a:pt x="449650" y="200715"/>
                              <a:pt x="443364" y="206334"/>
                              <a:pt x="436982" y="211764"/>
                            </a:cubicBezTo>
                            <a:cubicBezTo>
                              <a:pt x="433362" y="214812"/>
                              <a:pt x="432886" y="220146"/>
                              <a:pt x="435934" y="223765"/>
                            </a:cubicBezTo>
                            <a:cubicBezTo>
                              <a:pt x="437553" y="225765"/>
                              <a:pt x="440030" y="226813"/>
                              <a:pt x="442411" y="226813"/>
                            </a:cubicBezTo>
                            <a:cubicBezTo>
                              <a:pt x="444411" y="226813"/>
                              <a:pt x="446316" y="226146"/>
                              <a:pt x="447935" y="224813"/>
                            </a:cubicBezTo>
                            <a:cubicBezTo>
                              <a:pt x="454603" y="219193"/>
                              <a:pt x="461175" y="213383"/>
                              <a:pt x="467462" y="207477"/>
                            </a:cubicBezTo>
                            <a:cubicBezTo>
                              <a:pt x="470891" y="204239"/>
                              <a:pt x="470986" y="198810"/>
                              <a:pt x="467748" y="195381"/>
                            </a:cubicBezTo>
                            <a:close/>
                            <a:moveTo>
                              <a:pt x="518040" y="137373"/>
                            </a:moveTo>
                            <a:cubicBezTo>
                              <a:pt x="514325" y="134516"/>
                              <a:pt x="508991" y="135278"/>
                              <a:pt x="506133" y="138993"/>
                            </a:cubicBezTo>
                            <a:cubicBezTo>
                              <a:pt x="501085" y="145660"/>
                              <a:pt x="495751" y="152232"/>
                              <a:pt x="490322" y="158614"/>
                            </a:cubicBezTo>
                            <a:cubicBezTo>
                              <a:pt x="487274" y="162234"/>
                              <a:pt x="487750" y="167568"/>
                              <a:pt x="491274" y="170616"/>
                            </a:cubicBezTo>
                            <a:cubicBezTo>
                              <a:pt x="492893" y="172044"/>
                              <a:pt x="494894" y="172711"/>
                              <a:pt x="496894" y="172711"/>
                            </a:cubicBezTo>
                            <a:cubicBezTo>
                              <a:pt x="499275" y="172711"/>
                              <a:pt x="501657" y="171663"/>
                              <a:pt x="503371" y="169663"/>
                            </a:cubicBezTo>
                            <a:cubicBezTo>
                              <a:pt x="508991" y="163091"/>
                              <a:pt x="514515" y="156233"/>
                              <a:pt x="519659" y="149375"/>
                            </a:cubicBezTo>
                            <a:cubicBezTo>
                              <a:pt x="522516" y="145565"/>
                              <a:pt x="521850" y="140231"/>
                              <a:pt x="518040" y="137373"/>
                            </a:cubicBezTo>
                            <a:close/>
                            <a:moveTo>
                              <a:pt x="558044" y="71841"/>
                            </a:moveTo>
                            <a:cubicBezTo>
                              <a:pt x="553854" y="69651"/>
                              <a:pt x="548710" y="71270"/>
                              <a:pt x="546519" y="75461"/>
                            </a:cubicBezTo>
                            <a:cubicBezTo>
                              <a:pt x="542709" y="82795"/>
                              <a:pt x="538518" y="90129"/>
                              <a:pt x="534232" y="97368"/>
                            </a:cubicBezTo>
                            <a:cubicBezTo>
                              <a:pt x="531851" y="101369"/>
                              <a:pt x="533184" y="106608"/>
                              <a:pt x="537185" y="109084"/>
                            </a:cubicBezTo>
                            <a:cubicBezTo>
                              <a:pt x="538518" y="109846"/>
                              <a:pt x="540042" y="110322"/>
                              <a:pt x="541566" y="110322"/>
                            </a:cubicBezTo>
                            <a:cubicBezTo>
                              <a:pt x="544519" y="110322"/>
                              <a:pt x="547281" y="108798"/>
                              <a:pt x="548901" y="106131"/>
                            </a:cubicBezTo>
                            <a:cubicBezTo>
                              <a:pt x="553377" y="98607"/>
                              <a:pt x="557664" y="90987"/>
                              <a:pt x="561664" y="83367"/>
                            </a:cubicBezTo>
                            <a:cubicBezTo>
                              <a:pt x="563855" y="79176"/>
                              <a:pt x="562235" y="74032"/>
                              <a:pt x="558044" y="71841"/>
                            </a:cubicBezTo>
                            <a:close/>
                            <a:moveTo>
                              <a:pt x="586334" y="404"/>
                            </a:moveTo>
                            <a:cubicBezTo>
                              <a:pt x="581762" y="-1025"/>
                              <a:pt x="576999" y="1452"/>
                              <a:pt x="575571" y="6024"/>
                            </a:cubicBezTo>
                            <a:cubicBezTo>
                              <a:pt x="573094" y="13929"/>
                              <a:pt x="570237" y="21835"/>
                              <a:pt x="567284" y="29646"/>
                            </a:cubicBezTo>
                            <a:cubicBezTo>
                              <a:pt x="565569" y="34027"/>
                              <a:pt x="567760" y="38980"/>
                              <a:pt x="572142" y="40695"/>
                            </a:cubicBezTo>
                            <a:cubicBezTo>
                              <a:pt x="573189" y="41076"/>
                              <a:pt x="574142" y="41266"/>
                              <a:pt x="575190" y="41266"/>
                            </a:cubicBezTo>
                            <a:cubicBezTo>
                              <a:pt x="578618" y="41266"/>
                              <a:pt x="581857" y="39171"/>
                              <a:pt x="583191" y="35837"/>
                            </a:cubicBezTo>
                            <a:cubicBezTo>
                              <a:pt x="586334" y="27741"/>
                              <a:pt x="589191" y="19454"/>
                              <a:pt x="591858" y="11167"/>
                            </a:cubicBezTo>
                            <a:cubicBezTo>
                              <a:pt x="593287" y="6690"/>
                              <a:pt x="590810" y="1833"/>
                              <a:pt x="586334" y="404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24" name="AutoShape 124"/>
                      <p:cNvSpPr/>
                      <p:nvPr/>
                    </p:nvSpPr>
                    <p:spPr>
                      <a:xfrm>
                        <a:off x="1967092" y="4684082"/>
                        <a:ext cx="705987" cy="3973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05987" h="397314">
                            <a:moveTo>
                              <a:pt x="18203" y="356071"/>
                            </a:moveTo>
                            <a:cubicBezTo>
                              <a:pt x="13726" y="354642"/>
                              <a:pt x="8869" y="357119"/>
                              <a:pt x="7535" y="361595"/>
                            </a:cubicBezTo>
                            <a:cubicBezTo>
                              <a:pt x="4868" y="369882"/>
                              <a:pt x="2392" y="378264"/>
                              <a:pt x="296" y="386646"/>
                            </a:cubicBezTo>
                            <a:cubicBezTo>
                              <a:pt x="-942" y="391218"/>
                              <a:pt x="1820" y="395885"/>
                              <a:pt x="6392" y="397124"/>
                            </a:cubicBezTo>
                            <a:cubicBezTo>
                              <a:pt x="7059" y="397219"/>
                              <a:pt x="7821" y="397314"/>
                              <a:pt x="8488" y="397314"/>
                            </a:cubicBezTo>
                            <a:cubicBezTo>
                              <a:pt x="12298" y="397314"/>
                              <a:pt x="15822" y="394838"/>
                              <a:pt x="16774" y="390932"/>
                            </a:cubicBezTo>
                            <a:cubicBezTo>
                              <a:pt x="18870" y="382836"/>
                              <a:pt x="21251" y="374740"/>
                              <a:pt x="23728" y="366739"/>
                            </a:cubicBezTo>
                            <a:cubicBezTo>
                              <a:pt x="25156" y="362262"/>
                              <a:pt x="22680" y="357500"/>
                              <a:pt x="18203" y="356071"/>
                            </a:cubicBezTo>
                            <a:close/>
                            <a:moveTo>
                              <a:pt x="48207" y="285395"/>
                            </a:moveTo>
                            <a:cubicBezTo>
                              <a:pt x="44016" y="283300"/>
                              <a:pt x="38872" y="285014"/>
                              <a:pt x="36777" y="289205"/>
                            </a:cubicBezTo>
                            <a:cubicBezTo>
                              <a:pt x="32967" y="297016"/>
                              <a:pt x="29252" y="304922"/>
                              <a:pt x="25823" y="312827"/>
                            </a:cubicBezTo>
                            <a:cubicBezTo>
                              <a:pt x="23918" y="317209"/>
                              <a:pt x="25918" y="322162"/>
                              <a:pt x="30205" y="324067"/>
                            </a:cubicBezTo>
                            <a:cubicBezTo>
                              <a:pt x="31348" y="324543"/>
                              <a:pt x="32491" y="324829"/>
                              <a:pt x="33634" y="324829"/>
                            </a:cubicBezTo>
                            <a:cubicBezTo>
                              <a:pt x="36872" y="324829"/>
                              <a:pt x="40015" y="322829"/>
                              <a:pt x="41444" y="319685"/>
                            </a:cubicBezTo>
                            <a:cubicBezTo>
                              <a:pt x="44778" y="311970"/>
                              <a:pt x="48397" y="304255"/>
                              <a:pt x="52112" y="296825"/>
                            </a:cubicBezTo>
                            <a:cubicBezTo>
                              <a:pt x="54208" y="292634"/>
                              <a:pt x="52398" y="287491"/>
                              <a:pt x="48207" y="285395"/>
                            </a:cubicBezTo>
                            <a:close/>
                            <a:moveTo>
                              <a:pt x="88498" y="219958"/>
                            </a:moveTo>
                            <a:cubicBezTo>
                              <a:pt x="84592" y="217291"/>
                              <a:pt x="79258" y="218244"/>
                              <a:pt x="76591" y="222054"/>
                            </a:cubicBezTo>
                            <a:cubicBezTo>
                              <a:pt x="71638" y="229103"/>
                              <a:pt x="66781" y="236437"/>
                              <a:pt x="62209" y="243771"/>
                            </a:cubicBezTo>
                            <a:cubicBezTo>
                              <a:pt x="59732" y="247772"/>
                              <a:pt x="60875" y="253106"/>
                              <a:pt x="64876" y="255582"/>
                            </a:cubicBezTo>
                            <a:cubicBezTo>
                              <a:pt x="66304" y="256439"/>
                              <a:pt x="67924" y="256916"/>
                              <a:pt x="69448" y="256916"/>
                            </a:cubicBezTo>
                            <a:cubicBezTo>
                              <a:pt x="72305" y="256916"/>
                              <a:pt x="75067" y="255487"/>
                              <a:pt x="76687" y="252820"/>
                            </a:cubicBezTo>
                            <a:cubicBezTo>
                              <a:pt x="81163" y="245771"/>
                              <a:pt x="85735" y="238723"/>
                              <a:pt x="90593" y="231865"/>
                            </a:cubicBezTo>
                            <a:cubicBezTo>
                              <a:pt x="93260" y="227960"/>
                              <a:pt x="92308" y="222626"/>
                              <a:pt x="88498" y="219958"/>
                            </a:cubicBezTo>
                            <a:close/>
                            <a:moveTo>
                              <a:pt x="137837" y="161094"/>
                            </a:moveTo>
                            <a:cubicBezTo>
                              <a:pt x="134408" y="157856"/>
                              <a:pt x="128979" y="158046"/>
                              <a:pt x="125740" y="161475"/>
                            </a:cubicBezTo>
                            <a:cubicBezTo>
                              <a:pt x="119930" y="167762"/>
                              <a:pt x="114025" y="174239"/>
                              <a:pt x="108405" y="180906"/>
                            </a:cubicBezTo>
                            <a:cubicBezTo>
                              <a:pt x="105357" y="184430"/>
                              <a:pt x="105738" y="189860"/>
                              <a:pt x="109357" y="192908"/>
                            </a:cubicBezTo>
                            <a:cubicBezTo>
                              <a:pt x="110977" y="194337"/>
                              <a:pt x="112882" y="195003"/>
                              <a:pt x="114882" y="195003"/>
                            </a:cubicBezTo>
                            <a:cubicBezTo>
                              <a:pt x="117263" y="195003"/>
                              <a:pt x="119644" y="193955"/>
                              <a:pt x="121359" y="191955"/>
                            </a:cubicBezTo>
                            <a:cubicBezTo>
                              <a:pt x="126788" y="185573"/>
                              <a:pt x="132408" y="179287"/>
                              <a:pt x="138218" y="173191"/>
                            </a:cubicBezTo>
                            <a:cubicBezTo>
                              <a:pt x="141457" y="169762"/>
                              <a:pt x="141266" y="164333"/>
                              <a:pt x="137837" y="161094"/>
                            </a:cubicBezTo>
                            <a:close/>
                            <a:moveTo>
                              <a:pt x="195273" y="110231"/>
                            </a:moveTo>
                            <a:cubicBezTo>
                              <a:pt x="192415" y="106516"/>
                              <a:pt x="186986" y="105849"/>
                              <a:pt x="183367" y="108802"/>
                            </a:cubicBezTo>
                            <a:cubicBezTo>
                              <a:pt x="176509" y="114136"/>
                              <a:pt x="169746" y="119756"/>
                              <a:pt x="163269" y="125375"/>
                            </a:cubicBezTo>
                            <a:cubicBezTo>
                              <a:pt x="159745" y="128519"/>
                              <a:pt x="159364" y="133853"/>
                              <a:pt x="162412" y="137472"/>
                            </a:cubicBezTo>
                            <a:cubicBezTo>
                              <a:pt x="164126" y="139377"/>
                              <a:pt x="166507" y="140330"/>
                              <a:pt x="168889" y="140330"/>
                            </a:cubicBezTo>
                            <a:cubicBezTo>
                              <a:pt x="170889" y="140330"/>
                              <a:pt x="172889" y="139663"/>
                              <a:pt x="174508" y="138234"/>
                            </a:cubicBezTo>
                            <a:cubicBezTo>
                              <a:pt x="180795" y="132805"/>
                              <a:pt x="187272" y="127376"/>
                              <a:pt x="193844" y="122137"/>
                            </a:cubicBezTo>
                            <a:cubicBezTo>
                              <a:pt x="197559" y="119279"/>
                              <a:pt x="198226" y="113850"/>
                              <a:pt x="195273" y="110231"/>
                            </a:cubicBezTo>
                            <a:close/>
                            <a:moveTo>
                              <a:pt x="259757" y="68511"/>
                            </a:moveTo>
                            <a:cubicBezTo>
                              <a:pt x="257471" y="64320"/>
                              <a:pt x="252232" y="62891"/>
                              <a:pt x="248137" y="65273"/>
                            </a:cubicBezTo>
                            <a:cubicBezTo>
                              <a:pt x="242612" y="68321"/>
                              <a:pt x="237088" y="71654"/>
                              <a:pt x="231754" y="74893"/>
                            </a:cubicBezTo>
                            <a:cubicBezTo>
                              <a:pt x="229753" y="76131"/>
                              <a:pt x="227753" y="77370"/>
                              <a:pt x="225848" y="78608"/>
                            </a:cubicBezTo>
                            <a:cubicBezTo>
                              <a:pt x="221848" y="81179"/>
                              <a:pt x="220609" y="86418"/>
                              <a:pt x="223181" y="90419"/>
                            </a:cubicBezTo>
                            <a:cubicBezTo>
                              <a:pt x="224800" y="92990"/>
                              <a:pt x="227563" y="94419"/>
                              <a:pt x="230420" y="94419"/>
                            </a:cubicBezTo>
                            <a:cubicBezTo>
                              <a:pt x="231944" y="94419"/>
                              <a:pt x="233563" y="93943"/>
                              <a:pt x="234992" y="93086"/>
                            </a:cubicBezTo>
                            <a:cubicBezTo>
                              <a:pt x="235373" y="92895"/>
                              <a:pt x="235659" y="92609"/>
                              <a:pt x="236040" y="92419"/>
                            </a:cubicBezTo>
                            <a:cubicBezTo>
                              <a:pt x="242707" y="88133"/>
                              <a:pt x="249661" y="84037"/>
                              <a:pt x="256519" y="80132"/>
                            </a:cubicBezTo>
                            <a:cubicBezTo>
                              <a:pt x="260614" y="77750"/>
                              <a:pt x="262138" y="72607"/>
                              <a:pt x="259757" y="68511"/>
                            </a:cubicBezTo>
                            <a:close/>
                            <a:moveTo>
                              <a:pt x="329956" y="37269"/>
                            </a:moveTo>
                            <a:cubicBezTo>
                              <a:pt x="328337" y="32888"/>
                              <a:pt x="323384" y="30697"/>
                              <a:pt x="319003" y="32316"/>
                            </a:cubicBezTo>
                            <a:cubicBezTo>
                              <a:pt x="310906" y="35269"/>
                              <a:pt x="302810" y="38603"/>
                              <a:pt x="294809" y="42032"/>
                            </a:cubicBezTo>
                            <a:cubicBezTo>
                              <a:pt x="290523" y="43937"/>
                              <a:pt x="288523" y="48890"/>
                              <a:pt x="290332" y="53271"/>
                            </a:cubicBezTo>
                            <a:cubicBezTo>
                              <a:pt x="291761" y="56510"/>
                              <a:pt x="294904" y="58415"/>
                              <a:pt x="298238" y="58415"/>
                            </a:cubicBezTo>
                            <a:cubicBezTo>
                              <a:pt x="299381" y="58415"/>
                              <a:pt x="300524" y="58129"/>
                              <a:pt x="301572" y="57653"/>
                            </a:cubicBezTo>
                            <a:cubicBezTo>
                              <a:pt x="309287" y="54319"/>
                              <a:pt x="317193" y="51176"/>
                              <a:pt x="324908" y="48318"/>
                            </a:cubicBezTo>
                            <a:cubicBezTo>
                              <a:pt x="329385" y="46699"/>
                              <a:pt x="331576" y="41746"/>
                              <a:pt x="329956" y="37269"/>
                            </a:cubicBezTo>
                            <a:close/>
                            <a:moveTo>
                              <a:pt x="700669" y="38603"/>
                            </a:moveTo>
                            <a:cubicBezTo>
                              <a:pt x="692764" y="35269"/>
                              <a:pt x="684572" y="32126"/>
                              <a:pt x="676381" y="29173"/>
                            </a:cubicBezTo>
                            <a:cubicBezTo>
                              <a:pt x="671904" y="27649"/>
                              <a:pt x="667046" y="29935"/>
                              <a:pt x="665522" y="34412"/>
                            </a:cubicBezTo>
                            <a:cubicBezTo>
                              <a:pt x="663903" y="38888"/>
                              <a:pt x="666189" y="43746"/>
                              <a:pt x="670666" y="45270"/>
                            </a:cubicBezTo>
                            <a:cubicBezTo>
                              <a:pt x="678667" y="48128"/>
                              <a:pt x="686572" y="51176"/>
                              <a:pt x="694192" y="54319"/>
                            </a:cubicBezTo>
                            <a:cubicBezTo>
                              <a:pt x="695240" y="54795"/>
                              <a:pt x="696383" y="54986"/>
                              <a:pt x="697431" y="54986"/>
                            </a:cubicBezTo>
                            <a:cubicBezTo>
                              <a:pt x="700765" y="54986"/>
                              <a:pt x="704003" y="52985"/>
                              <a:pt x="705337" y="49747"/>
                            </a:cubicBezTo>
                            <a:cubicBezTo>
                              <a:pt x="707146" y="45365"/>
                              <a:pt x="705051" y="40317"/>
                              <a:pt x="700669" y="38603"/>
                            </a:cubicBezTo>
                            <a:close/>
                            <a:moveTo>
                              <a:pt x="404156" y="17266"/>
                            </a:moveTo>
                            <a:cubicBezTo>
                              <a:pt x="403108" y="12695"/>
                              <a:pt x="398632" y="9742"/>
                              <a:pt x="393964" y="10695"/>
                            </a:cubicBezTo>
                            <a:cubicBezTo>
                              <a:pt x="385487" y="12409"/>
                              <a:pt x="376915" y="14409"/>
                              <a:pt x="368628" y="16600"/>
                            </a:cubicBezTo>
                            <a:cubicBezTo>
                              <a:pt x="364056" y="17838"/>
                              <a:pt x="361389" y="22505"/>
                              <a:pt x="362532" y="27077"/>
                            </a:cubicBezTo>
                            <a:cubicBezTo>
                              <a:pt x="363580" y="30887"/>
                              <a:pt x="367009" y="33459"/>
                              <a:pt x="370819" y="33459"/>
                            </a:cubicBezTo>
                            <a:cubicBezTo>
                              <a:pt x="371485" y="33459"/>
                              <a:pt x="372247" y="33364"/>
                              <a:pt x="373009" y="33173"/>
                            </a:cubicBezTo>
                            <a:cubicBezTo>
                              <a:pt x="381010" y="31078"/>
                              <a:pt x="389202" y="29078"/>
                              <a:pt x="397489" y="27363"/>
                            </a:cubicBezTo>
                            <a:cubicBezTo>
                              <a:pt x="402061" y="26411"/>
                              <a:pt x="405109" y="21934"/>
                              <a:pt x="404156" y="17266"/>
                            </a:cubicBezTo>
                            <a:close/>
                            <a:moveTo>
                              <a:pt x="626470" y="14314"/>
                            </a:moveTo>
                            <a:cubicBezTo>
                              <a:pt x="618088" y="12314"/>
                              <a:pt x="609515" y="10504"/>
                              <a:pt x="600943" y="8885"/>
                            </a:cubicBezTo>
                            <a:cubicBezTo>
                              <a:pt x="596275" y="7932"/>
                              <a:pt x="591894" y="10980"/>
                              <a:pt x="591037" y="15647"/>
                            </a:cubicBezTo>
                            <a:cubicBezTo>
                              <a:pt x="590084" y="20315"/>
                              <a:pt x="593132" y="24791"/>
                              <a:pt x="597799" y="25649"/>
                            </a:cubicBezTo>
                            <a:cubicBezTo>
                              <a:pt x="605991" y="27173"/>
                              <a:pt x="614278" y="28982"/>
                              <a:pt x="622374" y="30983"/>
                            </a:cubicBezTo>
                            <a:cubicBezTo>
                              <a:pt x="623136" y="31078"/>
                              <a:pt x="623803" y="31173"/>
                              <a:pt x="624469" y="31173"/>
                            </a:cubicBezTo>
                            <a:cubicBezTo>
                              <a:pt x="628279" y="31173"/>
                              <a:pt x="631804" y="28601"/>
                              <a:pt x="632756" y="24696"/>
                            </a:cubicBezTo>
                            <a:cubicBezTo>
                              <a:pt x="633804" y="20124"/>
                              <a:pt x="631042" y="15457"/>
                              <a:pt x="626470" y="14314"/>
                            </a:cubicBezTo>
                            <a:close/>
                            <a:moveTo>
                              <a:pt x="471403" y="503"/>
                            </a:moveTo>
                            <a:cubicBezTo>
                              <a:pt x="462735" y="979"/>
                              <a:pt x="453972" y="1646"/>
                              <a:pt x="445399" y="2598"/>
                            </a:cubicBezTo>
                            <a:cubicBezTo>
                              <a:pt x="440732" y="3074"/>
                              <a:pt x="437398" y="7361"/>
                              <a:pt x="437875" y="12028"/>
                            </a:cubicBezTo>
                            <a:cubicBezTo>
                              <a:pt x="438351" y="16409"/>
                              <a:pt x="442066" y="19648"/>
                              <a:pt x="446352" y="19648"/>
                            </a:cubicBezTo>
                            <a:cubicBezTo>
                              <a:pt x="446638" y="19648"/>
                              <a:pt x="446923" y="19648"/>
                              <a:pt x="447304" y="19648"/>
                            </a:cubicBezTo>
                            <a:cubicBezTo>
                              <a:pt x="455591" y="18791"/>
                              <a:pt x="463973" y="18124"/>
                              <a:pt x="472355" y="17648"/>
                            </a:cubicBezTo>
                            <a:cubicBezTo>
                              <a:pt x="477118" y="17362"/>
                              <a:pt x="480642" y="13266"/>
                              <a:pt x="480451" y="8599"/>
                            </a:cubicBezTo>
                            <a:cubicBezTo>
                              <a:pt x="480166" y="3836"/>
                              <a:pt x="476070" y="217"/>
                              <a:pt x="471403" y="598"/>
                            </a:cubicBezTo>
                            <a:close/>
                            <a:moveTo>
                              <a:pt x="549412" y="1646"/>
                            </a:moveTo>
                            <a:cubicBezTo>
                              <a:pt x="540745" y="883"/>
                              <a:pt x="532077" y="312"/>
                              <a:pt x="523409" y="26"/>
                            </a:cubicBezTo>
                            <a:cubicBezTo>
                              <a:pt x="518837" y="-355"/>
                              <a:pt x="514741" y="3455"/>
                              <a:pt x="514551" y="8218"/>
                            </a:cubicBezTo>
                            <a:cubicBezTo>
                              <a:pt x="514360" y="12885"/>
                              <a:pt x="518075" y="16886"/>
                              <a:pt x="522742" y="17076"/>
                            </a:cubicBezTo>
                            <a:cubicBezTo>
                              <a:pt x="531124" y="17457"/>
                              <a:pt x="539506" y="17933"/>
                              <a:pt x="547888" y="18695"/>
                            </a:cubicBezTo>
                            <a:lnTo>
                              <a:pt x="548650" y="18695"/>
                            </a:lnTo>
                            <a:cubicBezTo>
                              <a:pt x="553032" y="18695"/>
                              <a:pt x="556747" y="15362"/>
                              <a:pt x="557128" y="10980"/>
                            </a:cubicBezTo>
                            <a:cubicBezTo>
                              <a:pt x="557604" y="6218"/>
                              <a:pt x="554080" y="2122"/>
                              <a:pt x="549412" y="1646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grpSp>
              <p:nvGrpSpPr>
                <p:cNvPr id="125" name="Group 125"/>
                <p:cNvGrpSpPr/>
                <p:nvPr/>
              </p:nvGrpSpPr>
              <p:grpSpPr>
                <a:xfrm>
                  <a:off x="8288108" y="1202548"/>
                  <a:ext cx="3528806" cy="4697746"/>
                  <a:chOff x="7138168" y="-224971"/>
                  <a:chExt cx="4689654" cy="6243131"/>
                </a:xfrm>
              </p:grpSpPr>
              <p:sp>
                <p:nvSpPr>
                  <p:cNvPr id="126" name="AutoShape 126"/>
                  <p:cNvSpPr/>
                  <p:nvPr/>
                </p:nvSpPr>
                <p:spPr>
                  <a:xfrm>
                    <a:off x="8972904" y="1364870"/>
                    <a:ext cx="2812832" cy="27442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67" h="2571311">
                        <a:moveTo>
                          <a:pt x="2635568" y="1285655"/>
                        </a:moveTo>
                        <a:cubicBezTo>
                          <a:pt x="2635568" y="1374047"/>
                          <a:pt x="2306289" y="1424339"/>
                          <a:pt x="2287429" y="1507112"/>
                        </a:cubicBezTo>
                        <a:cubicBezTo>
                          <a:pt x="2267998" y="1592551"/>
                          <a:pt x="2542413" y="1780479"/>
                          <a:pt x="2505265" y="1857537"/>
                        </a:cubicBezTo>
                        <a:cubicBezTo>
                          <a:pt x="2467451" y="1935927"/>
                          <a:pt x="2149127" y="1838201"/>
                          <a:pt x="2095310" y="1905447"/>
                        </a:cubicBezTo>
                        <a:cubicBezTo>
                          <a:pt x="2041303" y="1973075"/>
                          <a:pt x="2207133" y="2261778"/>
                          <a:pt x="2139506" y="2315784"/>
                        </a:cubicBezTo>
                        <a:cubicBezTo>
                          <a:pt x="2072164" y="2369505"/>
                          <a:pt x="1827562" y="2143953"/>
                          <a:pt x="1749266" y="2181672"/>
                        </a:cubicBezTo>
                        <a:cubicBezTo>
                          <a:pt x="1672209" y="2218820"/>
                          <a:pt x="1696403" y="2551052"/>
                          <a:pt x="1610964" y="2570483"/>
                        </a:cubicBezTo>
                        <a:cubicBezTo>
                          <a:pt x="1528191" y="2589247"/>
                          <a:pt x="1406272" y="2279875"/>
                          <a:pt x="1317784" y="2279875"/>
                        </a:cubicBezTo>
                        <a:cubicBezTo>
                          <a:pt x="1229297" y="2279875"/>
                          <a:pt x="1107377" y="2589342"/>
                          <a:pt x="1024604" y="2570483"/>
                        </a:cubicBezTo>
                        <a:cubicBezTo>
                          <a:pt x="939165" y="2551052"/>
                          <a:pt x="963454" y="2218820"/>
                          <a:pt x="886301" y="2181672"/>
                        </a:cubicBezTo>
                        <a:cubicBezTo>
                          <a:pt x="807911" y="2143858"/>
                          <a:pt x="563309" y="2369505"/>
                          <a:pt x="496062" y="2315784"/>
                        </a:cubicBezTo>
                        <a:cubicBezTo>
                          <a:pt x="428435" y="2261778"/>
                          <a:pt x="594265" y="1973075"/>
                          <a:pt x="540258" y="1905447"/>
                        </a:cubicBezTo>
                        <a:cubicBezTo>
                          <a:pt x="486537" y="1838105"/>
                          <a:pt x="168116" y="1935832"/>
                          <a:pt x="130302" y="1857537"/>
                        </a:cubicBezTo>
                        <a:cubicBezTo>
                          <a:pt x="93155" y="1780479"/>
                          <a:pt x="367570" y="1592551"/>
                          <a:pt x="348139" y="1507112"/>
                        </a:cubicBezTo>
                        <a:cubicBezTo>
                          <a:pt x="329375" y="1424339"/>
                          <a:pt x="0" y="1374047"/>
                          <a:pt x="0" y="1285655"/>
                        </a:cubicBezTo>
                        <a:cubicBezTo>
                          <a:pt x="0" y="1197263"/>
                          <a:pt x="329279" y="1146971"/>
                          <a:pt x="348139" y="1064199"/>
                        </a:cubicBezTo>
                        <a:cubicBezTo>
                          <a:pt x="367570" y="978760"/>
                          <a:pt x="93155" y="790832"/>
                          <a:pt x="130302" y="713774"/>
                        </a:cubicBezTo>
                        <a:cubicBezTo>
                          <a:pt x="168116" y="635384"/>
                          <a:pt x="486442" y="733110"/>
                          <a:pt x="540258" y="665864"/>
                        </a:cubicBezTo>
                        <a:cubicBezTo>
                          <a:pt x="594265" y="598236"/>
                          <a:pt x="428435" y="309533"/>
                          <a:pt x="496062" y="255527"/>
                        </a:cubicBezTo>
                        <a:cubicBezTo>
                          <a:pt x="563404" y="201806"/>
                          <a:pt x="808006" y="427358"/>
                          <a:pt x="886301" y="389639"/>
                        </a:cubicBezTo>
                        <a:cubicBezTo>
                          <a:pt x="963359" y="352491"/>
                          <a:pt x="939165" y="20259"/>
                          <a:pt x="1024604" y="828"/>
                        </a:cubicBezTo>
                        <a:cubicBezTo>
                          <a:pt x="1107377" y="-17936"/>
                          <a:pt x="1229297" y="291436"/>
                          <a:pt x="1317784" y="291436"/>
                        </a:cubicBezTo>
                        <a:cubicBezTo>
                          <a:pt x="1406272" y="291436"/>
                          <a:pt x="1528191" y="-18031"/>
                          <a:pt x="1610964" y="828"/>
                        </a:cubicBezTo>
                        <a:cubicBezTo>
                          <a:pt x="1696403" y="20259"/>
                          <a:pt x="1672114" y="352491"/>
                          <a:pt x="1749266" y="389639"/>
                        </a:cubicBezTo>
                        <a:cubicBezTo>
                          <a:pt x="1827658" y="427453"/>
                          <a:pt x="2072259" y="201806"/>
                          <a:pt x="2139506" y="255527"/>
                        </a:cubicBezTo>
                        <a:cubicBezTo>
                          <a:pt x="2207133" y="309533"/>
                          <a:pt x="2041303" y="598236"/>
                          <a:pt x="2095310" y="665864"/>
                        </a:cubicBezTo>
                        <a:cubicBezTo>
                          <a:pt x="2149031" y="733206"/>
                          <a:pt x="2467451" y="635479"/>
                          <a:pt x="2505265" y="713774"/>
                        </a:cubicBezTo>
                        <a:cubicBezTo>
                          <a:pt x="2542413" y="790832"/>
                          <a:pt x="2267998" y="978760"/>
                          <a:pt x="2287429" y="1064199"/>
                        </a:cubicBezTo>
                        <a:cubicBezTo>
                          <a:pt x="2306194" y="1146971"/>
                          <a:pt x="2635568" y="1197263"/>
                          <a:pt x="2635568" y="1285655"/>
                        </a:cubicBezTo>
                        <a:close/>
                      </a:path>
                    </a:pathLst>
                  </a:custGeom>
                  <a:solidFill>
                    <a:srgbClr val="FFD05C">
                      <a:alpha val="100000"/>
                      <a:lumMod val="20000"/>
                      <a:lumOff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27" name="Group 127"/>
                  <p:cNvGrpSpPr/>
                  <p:nvPr/>
                </p:nvGrpSpPr>
                <p:grpSpPr>
                  <a:xfrm>
                    <a:off x="8378026" y="557310"/>
                    <a:ext cx="3449796" cy="5068253"/>
                    <a:chOff x="8231042" y="960337"/>
                    <a:chExt cx="3232390" cy="4748852"/>
                  </a:xfrm>
                </p:grpSpPr>
                <p:grpSp>
                  <p:nvGrpSpPr>
                    <p:cNvPr id="128" name="Group 128"/>
                    <p:cNvGrpSpPr/>
                    <p:nvPr/>
                  </p:nvGrpSpPr>
                  <p:grpSpPr>
                    <a:xfrm>
                      <a:off x="8231042" y="960337"/>
                      <a:ext cx="3172180" cy="4748852"/>
                      <a:chOff x="8231042" y="960337"/>
                      <a:chExt cx="3172180" cy="4748852"/>
                    </a:xfrm>
                  </p:grpSpPr>
                  <p:grpSp>
                    <p:nvGrpSpPr>
                      <p:cNvPr id="129" name="Group 129"/>
                      <p:cNvGrpSpPr/>
                      <p:nvPr/>
                    </p:nvGrpSpPr>
                    <p:grpSpPr>
                      <a:xfrm>
                        <a:off x="10574885" y="3680443"/>
                        <a:ext cx="828337" cy="1064552"/>
                        <a:chOff x="10574885" y="3680443"/>
                        <a:chExt cx="828337" cy="1064552"/>
                      </a:xfrm>
                    </p:grpSpPr>
                    <p:sp>
                      <p:nvSpPr>
                        <p:cNvPr id="130" name="AutoShape 130"/>
                        <p:cNvSpPr/>
                        <p:nvPr/>
                      </p:nvSpPr>
                      <p:spPr>
                        <a:xfrm>
                          <a:off x="10574885" y="3680443"/>
                          <a:ext cx="828337" cy="91241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28337" h="912416">
                              <a:moveTo>
                                <a:pt x="500022" y="912417"/>
                              </a:moveTo>
                              <a:lnTo>
                                <a:pt x="155979" y="831550"/>
                              </a:lnTo>
                              <a:lnTo>
                                <a:pt x="128261" y="644478"/>
                              </a:lnTo>
                              <a:cubicBezTo>
                                <a:pt x="128261" y="644478"/>
                                <a:pt x="-57761" y="508843"/>
                                <a:pt x="18248" y="289958"/>
                              </a:cubicBezTo>
                              <a:cubicBezTo>
                                <a:pt x="100067" y="54405"/>
                                <a:pt x="309617" y="-28653"/>
                                <a:pt x="532884" y="8494"/>
                              </a:cubicBezTo>
                              <a:cubicBezTo>
                                <a:pt x="769103" y="47833"/>
                                <a:pt x="858925" y="307770"/>
                                <a:pt x="819300" y="487983"/>
                              </a:cubicBezTo>
                              <a:cubicBezTo>
                                <a:pt x="782820" y="654099"/>
                                <a:pt x="572793" y="745825"/>
                                <a:pt x="572793" y="745825"/>
                              </a:cubicBezTo>
                              <a:lnTo>
                                <a:pt x="500022" y="91232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1" name="AutoShape 131"/>
                        <p:cNvSpPr/>
                        <p:nvPr/>
                      </p:nvSpPr>
                      <p:spPr>
                        <a:xfrm>
                          <a:off x="10847148" y="3986512"/>
                          <a:ext cx="323628" cy="47633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23628" h="476330">
                              <a:moveTo>
                                <a:pt x="300435" y="133335"/>
                              </a:moveTo>
                              <a:cubicBezTo>
                                <a:pt x="286624" y="131526"/>
                                <a:pt x="275861" y="141813"/>
                                <a:pt x="267860" y="150957"/>
                              </a:cubicBezTo>
                              <a:cubicBezTo>
                                <a:pt x="234712" y="189057"/>
                                <a:pt x="204614" y="230300"/>
                                <a:pt x="178134" y="273734"/>
                              </a:cubicBezTo>
                              <a:cubicBezTo>
                                <a:pt x="169657" y="270876"/>
                                <a:pt x="161847" y="266114"/>
                                <a:pt x="155655" y="259256"/>
                              </a:cubicBezTo>
                              <a:cubicBezTo>
                                <a:pt x="147749" y="250493"/>
                                <a:pt x="142606" y="238491"/>
                                <a:pt x="140605" y="224680"/>
                              </a:cubicBezTo>
                              <a:cubicBezTo>
                                <a:pt x="140796" y="224394"/>
                                <a:pt x="141082" y="224109"/>
                                <a:pt x="141273" y="223918"/>
                              </a:cubicBezTo>
                              <a:cubicBezTo>
                                <a:pt x="183183" y="175912"/>
                                <a:pt x="204614" y="112952"/>
                                <a:pt x="223569" y="57421"/>
                              </a:cubicBezTo>
                              <a:cubicBezTo>
                                <a:pt x="226521" y="48658"/>
                                <a:pt x="229950" y="38657"/>
                                <a:pt x="229188" y="28084"/>
                              </a:cubicBezTo>
                              <a:cubicBezTo>
                                <a:pt x="228427" y="17321"/>
                                <a:pt x="222235" y="4843"/>
                                <a:pt x="210043" y="1033"/>
                              </a:cubicBezTo>
                              <a:cubicBezTo>
                                <a:pt x="197755" y="-2682"/>
                                <a:pt x="185469" y="4176"/>
                                <a:pt x="178800" y="12749"/>
                              </a:cubicBezTo>
                              <a:cubicBezTo>
                                <a:pt x="172229" y="21131"/>
                                <a:pt x="169562" y="31418"/>
                                <a:pt x="167085" y="40467"/>
                              </a:cubicBezTo>
                              <a:lnTo>
                                <a:pt x="137367" y="152004"/>
                              </a:lnTo>
                              <a:cubicBezTo>
                                <a:pt x="132318" y="170673"/>
                                <a:pt x="127176" y="189914"/>
                                <a:pt x="126985" y="210011"/>
                              </a:cubicBezTo>
                              <a:cubicBezTo>
                                <a:pt x="126890" y="213536"/>
                                <a:pt x="126985" y="216965"/>
                                <a:pt x="127271" y="220299"/>
                              </a:cubicBezTo>
                              <a:cubicBezTo>
                                <a:pt x="114602" y="233538"/>
                                <a:pt x="103077" y="239730"/>
                                <a:pt x="91362" y="239063"/>
                              </a:cubicBezTo>
                              <a:cubicBezTo>
                                <a:pt x="84313" y="238682"/>
                                <a:pt x="77265" y="235634"/>
                                <a:pt x="70026" y="229919"/>
                              </a:cubicBezTo>
                              <a:cubicBezTo>
                                <a:pt x="70883" y="221061"/>
                                <a:pt x="71549" y="212012"/>
                                <a:pt x="72121" y="203058"/>
                              </a:cubicBezTo>
                              <a:cubicBezTo>
                                <a:pt x="74884" y="157338"/>
                                <a:pt x="74216" y="104665"/>
                                <a:pt x="48213" y="61136"/>
                              </a:cubicBezTo>
                              <a:cubicBezTo>
                                <a:pt x="46689" y="58564"/>
                                <a:pt x="44975" y="56183"/>
                                <a:pt x="42974" y="53992"/>
                              </a:cubicBezTo>
                              <a:lnTo>
                                <a:pt x="42974" y="53992"/>
                              </a:lnTo>
                              <a:cubicBezTo>
                                <a:pt x="35069" y="44943"/>
                                <a:pt x="24019" y="39419"/>
                                <a:pt x="13828" y="44943"/>
                              </a:cubicBezTo>
                              <a:cubicBezTo>
                                <a:pt x="13161" y="45324"/>
                                <a:pt x="12590" y="45705"/>
                                <a:pt x="12018" y="46182"/>
                              </a:cubicBezTo>
                              <a:cubicBezTo>
                                <a:pt x="4684" y="51230"/>
                                <a:pt x="2588" y="60564"/>
                                <a:pt x="1731" y="67327"/>
                              </a:cubicBezTo>
                              <a:cubicBezTo>
                                <a:pt x="-5699" y="122763"/>
                                <a:pt x="11065" y="181436"/>
                                <a:pt x="46689" y="224490"/>
                              </a:cubicBezTo>
                              <a:cubicBezTo>
                                <a:pt x="50023" y="228585"/>
                                <a:pt x="53357" y="232110"/>
                                <a:pt x="56690" y="235253"/>
                              </a:cubicBezTo>
                              <a:cubicBezTo>
                                <a:pt x="50308" y="300594"/>
                                <a:pt x="36879" y="365078"/>
                                <a:pt x="16495" y="427467"/>
                              </a:cubicBezTo>
                              <a:cubicBezTo>
                                <a:pt x="14590" y="433182"/>
                                <a:pt x="12685" y="438897"/>
                                <a:pt x="10685" y="444612"/>
                              </a:cubicBezTo>
                              <a:cubicBezTo>
                                <a:pt x="9542" y="447946"/>
                                <a:pt x="11256" y="451566"/>
                                <a:pt x="14590" y="452709"/>
                              </a:cubicBezTo>
                              <a:cubicBezTo>
                                <a:pt x="17923" y="453852"/>
                                <a:pt x="21543" y="452137"/>
                                <a:pt x="22686" y="448803"/>
                              </a:cubicBezTo>
                              <a:cubicBezTo>
                                <a:pt x="24782" y="442898"/>
                                <a:pt x="26782" y="436897"/>
                                <a:pt x="28592" y="430896"/>
                              </a:cubicBezTo>
                              <a:cubicBezTo>
                                <a:pt x="48404" y="370317"/>
                                <a:pt x="61834" y="307833"/>
                                <a:pt x="68597" y="244492"/>
                              </a:cubicBezTo>
                              <a:cubicBezTo>
                                <a:pt x="75836" y="248969"/>
                                <a:pt x="83170" y="251350"/>
                                <a:pt x="90694" y="251731"/>
                              </a:cubicBezTo>
                              <a:cubicBezTo>
                                <a:pt x="103839" y="252398"/>
                                <a:pt x="116698" y="247159"/>
                                <a:pt x="129748" y="235539"/>
                              </a:cubicBezTo>
                              <a:cubicBezTo>
                                <a:pt x="132890" y="248111"/>
                                <a:pt x="138415" y="259161"/>
                                <a:pt x="146226" y="267733"/>
                              </a:cubicBezTo>
                              <a:cubicBezTo>
                                <a:pt x="153465" y="275734"/>
                                <a:pt x="162036" y="281354"/>
                                <a:pt x="171372" y="284973"/>
                              </a:cubicBezTo>
                              <a:cubicBezTo>
                                <a:pt x="140416" y="337361"/>
                                <a:pt x="114697" y="392892"/>
                                <a:pt x="94981" y="450042"/>
                              </a:cubicBezTo>
                              <a:cubicBezTo>
                                <a:pt x="92791" y="456042"/>
                                <a:pt x="90790" y="462043"/>
                                <a:pt x="88885" y="468044"/>
                              </a:cubicBezTo>
                              <a:cubicBezTo>
                                <a:pt x="87837" y="471377"/>
                                <a:pt x="89647" y="474997"/>
                                <a:pt x="92980" y="476045"/>
                              </a:cubicBezTo>
                              <a:cubicBezTo>
                                <a:pt x="93648" y="476235"/>
                                <a:pt x="94314" y="476331"/>
                                <a:pt x="94981" y="476331"/>
                              </a:cubicBezTo>
                              <a:cubicBezTo>
                                <a:pt x="97648" y="476331"/>
                                <a:pt x="100124" y="474616"/>
                                <a:pt x="100982" y="471949"/>
                              </a:cubicBezTo>
                              <a:cubicBezTo>
                                <a:pt x="102982" y="465758"/>
                                <a:pt x="104982" y="459662"/>
                                <a:pt x="107268" y="453566"/>
                              </a:cubicBezTo>
                              <a:cubicBezTo>
                                <a:pt x="126985" y="396321"/>
                                <a:pt x="152893" y="340885"/>
                                <a:pt x="184040" y="288593"/>
                              </a:cubicBezTo>
                              <a:cubicBezTo>
                                <a:pt x="206423" y="292879"/>
                                <a:pt x="230808" y="287355"/>
                                <a:pt x="249000" y="276306"/>
                              </a:cubicBezTo>
                              <a:cubicBezTo>
                                <a:pt x="281576" y="256684"/>
                                <a:pt x="301198" y="222108"/>
                                <a:pt x="314722" y="194105"/>
                              </a:cubicBezTo>
                              <a:cubicBezTo>
                                <a:pt x="319485" y="184103"/>
                                <a:pt x="324152" y="173340"/>
                                <a:pt x="323581" y="161625"/>
                              </a:cubicBezTo>
                              <a:cubicBezTo>
                                <a:pt x="322914" y="149242"/>
                                <a:pt x="314627" y="135145"/>
                                <a:pt x="300435" y="133335"/>
                              </a:cubicBezTo>
                              <a:close/>
                              <a:moveTo>
                                <a:pt x="59358" y="202296"/>
                              </a:moveTo>
                              <a:cubicBezTo>
                                <a:pt x="58976" y="207726"/>
                                <a:pt x="58690" y="213060"/>
                                <a:pt x="58215" y="218394"/>
                              </a:cubicBezTo>
                              <a:cubicBezTo>
                                <a:pt x="57643" y="217727"/>
                                <a:pt x="57072" y="217060"/>
                                <a:pt x="56500" y="216393"/>
                              </a:cubicBezTo>
                              <a:cubicBezTo>
                                <a:pt x="23162" y="176007"/>
                                <a:pt x="7350" y="120953"/>
                                <a:pt x="14399" y="69042"/>
                              </a:cubicBezTo>
                              <a:cubicBezTo>
                                <a:pt x="14971" y="64469"/>
                                <a:pt x="16209" y="58183"/>
                                <a:pt x="19829" y="56183"/>
                              </a:cubicBezTo>
                              <a:cubicBezTo>
                                <a:pt x="20686" y="55707"/>
                                <a:pt x="21543" y="55516"/>
                                <a:pt x="22496" y="55516"/>
                              </a:cubicBezTo>
                              <a:cubicBezTo>
                                <a:pt x="27639" y="55516"/>
                                <a:pt x="33926" y="62088"/>
                                <a:pt x="37259" y="67708"/>
                              </a:cubicBezTo>
                              <a:cubicBezTo>
                                <a:pt x="61453" y="108189"/>
                                <a:pt x="62024" y="158481"/>
                                <a:pt x="59358" y="202296"/>
                              </a:cubicBezTo>
                              <a:close/>
                              <a:moveTo>
                                <a:pt x="149655" y="155243"/>
                              </a:moveTo>
                              <a:lnTo>
                                <a:pt x="179373" y="43705"/>
                              </a:lnTo>
                              <a:cubicBezTo>
                                <a:pt x="181658" y="35418"/>
                                <a:pt x="183944" y="26941"/>
                                <a:pt x="188898" y="20559"/>
                              </a:cubicBezTo>
                              <a:cubicBezTo>
                                <a:pt x="192136" y="16368"/>
                                <a:pt x="197755" y="12749"/>
                                <a:pt x="203090" y="12749"/>
                              </a:cubicBezTo>
                              <a:cubicBezTo>
                                <a:pt x="204137" y="12749"/>
                                <a:pt x="205185" y="12939"/>
                                <a:pt x="206233" y="13225"/>
                              </a:cubicBezTo>
                              <a:cubicBezTo>
                                <a:pt x="212710" y="15225"/>
                                <a:pt x="216044" y="22750"/>
                                <a:pt x="216520" y="28941"/>
                              </a:cubicBezTo>
                              <a:cubicBezTo>
                                <a:pt x="217091" y="37038"/>
                                <a:pt x="214234" y="45324"/>
                                <a:pt x="211472" y="53325"/>
                              </a:cubicBezTo>
                              <a:cubicBezTo>
                                <a:pt x="194231" y="103998"/>
                                <a:pt x="174801" y="160863"/>
                                <a:pt x="139844" y="205630"/>
                              </a:cubicBezTo>
                              <a:cubicBezTo>
                                <a:pt x="140700" y="188676"/>
                                <a:pt x="145273" y="171721"/>
                                <a:pt x="149655" y="155243"/>
                              </a:cubicBezTo>
                              <a:close/>
                              <a:moveTo>
                                <a:pt x="303198" y="188580"/>
                              </a:moveTo>
                              <a:cubicBezTo>
                                <a:pt x="290434" y="214965"/>
                                <a:pt x="272051" y="247540"/>
                                <a:pt x="242428" y="265447"/>
                              </a:cubicBezTo>
                              <a:cubicBezTo>
                                <a:pt x="227854" y="274210"/>
                                <a:pt x="208900" y="278687"/>
                                <a:pt x="191279" y="276591"/>
                              </a:cubicBezTo>
                              <a:cubicBezTo>
                                <a:pt x="216805" y="235158"/>
                                <a:pt x="245666" y="195819"/>
                                <a:pt x="277479" y="159339"/>
                              </a:cubicBezTo>
                              <a:cubicBezTo>
                                <a:pt x="283671" y="152195"/>
                                <a:pt x="291005" y="144956"/>
                                <a:pt x="298721" y="145908"/>
                              </a:cubicBezTo>
                              <a:cubicBezTo>
                                <a:pt x="305769" y="146861"/>
                                <a:pt x="310532" y="155148"/>
                                <a:pt x="310817" y="162196"/>
                              </a:cubicBezTo>
                              <a:cubicBezTo>
                                <a:pt x="311294" y="170959"/>
                                <a:pt x="307293" y="180008"/>
                                <a:pt x="303198" y="18858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2" name="AutoShape 132"/>
                        <p:cNvSpPr/>
                        <p:nvPr/>
                      </p:nvSpPr>
                      <p:spPr>
                        <a:xfrm>
                          <a:off x="10764869" y="4673346"/>
                          <a:ext cx="150018" cy="7164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0018" h="71649">
                              <a:moveTo>
                                <a:pt x="0" y="0"/>
                              </a:moveTo>
                              <a:lnTo>
                                <a:pt x="26574" y="42291"/>
                              </a:lnTo>
                              <a:cubicBezTo>
                                <a:pt x="30575" y="48577"/>
                                <a:pt x="36576" y="53340"/>
                                <a:pt x="43624" y="55721"/>
                              </a:cubicBezTo>
                              <a:lnTo>
                                <a:pt x="86487" y="70009"/>
                              </a:lnTo>
                              <a:cubicBezTo>
                                <a:pt x="96584" y="73342"/>
                                <a:pt x="107632" y="71533"/>
                                <a:pt x="116109" y="65151"/>
                              </a:cubicBezTo>
                              <a:lnTo>
                                <a:pt x="150019" y="39529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3" name="AutoShape 133"/>
                        <p:cNvSpPr/>
                        <p:nvPr/>
                      </p:nvSpPr>
                      <p:spPr>
                        <a:xfrm>
                          <a:off x="10681525" y="4400931"/>
                          <a:ext cx="456818" cy="33270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56818" h="332708">
                              <a:moveTo>
                                <a:pt x="6190" y="0"/>
                              </a:moveTo>
                              <a:lnTo>
                                <a:pt x="456819" y="118777"/>
                              </a:lnTo>
                              <a:lnTo>
                                <a:pt x="358615" y="298323"/>
                              </a:lnTo>
                              <a:lnTo>
                                <a:pt x="279463" y="332708"/>
                              </a:lnTo>
                              <a:lnTo>
                                <a:pt x="44005" y="270605"/>
                              </a:lnTo>
                              <a:lnTo>
                                <a:pt x="0" y="216598"/>
                              </a:lnTo>
                              <a:lnTo>
                                <a:pt x="619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  <a:lumMod val="75000"/>
                            <a:lumOff val="25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4" name="AutoShape 134"/>
                        <p:cNvSpPr/>
                        <p:nvPr/>
                      </p:nvSpPr>
                      <p:spPr>
                        <a:xfrm>
                          <a:off x="10657640" y="4363907"/>
                          <a:ext cx="514971" cy="19215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4971" h="192158">
                              <a:moveTo>
                                <a:pt x="493658" y="132941"/>
                              </a:moveTo>
                              <a:cubicBezTo>
                                <a:pt x="341258" y="89030"/>
                                <a:pt x="188953" y="45120"/>
                                <a:pt x="36553" y="1305"/>
                              </a:cubicBezTo>
                              <a:cubicBezTo>
                                <a:pt x="-499" y="-9363"/>
                                <a:pt x="-15739" y="48549"/>
                                <a:pt x="21313" y="59217"/>
                              </a:cubicBezTo>
                              <a:cubicBezTo>
                                <a:pt x="173714" y="103128"/>
                                <a:pt x="326018" y="147038"/>
                                <a:pt x="478418" y="190853"/>
                              </a:cubicBezTo>
                              <a:cubicBezTo>
                                <a:pt x="515471" y="201521"/>
                                <a:pt x="530710" y="143609"/>
                                <a:pt x="493658" y="1329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5" name="AutoShape 135"/>
                        <p:cNvSpPr/>
                        <p:nvPr/>
                      </p:nvSpPr>
                      <p:spPr>
                        <a:xfrm>
                          <a:off x="10655665" y="4450890"/>
                          <a:ext cx="460723" cy="15654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60723" h="156542">
                              <a:moveTo>
                                <a:pt x="454295" y="156543"/>
                              </a:moveTo>
                              <a:cubicBezTo>
                                <a:pt x="453627" y="156543"/>
                                <a:pt x="452961" y="156543"/>
                                <a:pt x="452389" y="156257"/>
                              </a:cubicBezTo>
                              <a:lnTo>
                                <a:pt x="4429" y="12430"/>
                              </a:lnTo>
                              <a:cubicBezTo>
                                <a:pt x="1095" y="11382"/>
                                <a:pt x="-810" y="7763"/>
                                <a:pt x="333" y="4429"/>
                              </a:cubicBezTo>
                              <a:cubicBezTo>
                                <a:pt x="1381" y="1095"/>
                                <a:pt x="5000" y="-810"/>
                                <a:pt x="8334" y="333"/>
                              </a:cubicBezTo>
                              <a:lnTo>
                                <a:pt x="456295" y="144161"/>
                              </a:lnTo>
                              <a:cubicBezTo>
                                <a:pt x="459628" y="145208"/>
                                <a:pt x="461534" y="148828"/>
                                <a:pt x="460391" y="152162"/>
                              </a:cubicBezTo>
                              <a:cubicBezTo>
                                <a:pt x="459533" y="154829"/>
                                <a:pt x="457056" y="156543"/>
                                <a:pt x="454295" y="15654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6" name="AutoShape 136"/>
                        <p:cNvSpPr/>
                        <p:nvPr/>
                      </p:nvSpPr>
                      <p:spPr>
                        <a:xfrm>
                          <a:off x="10654610" y="4529559"/>
                          <a:ext cx="436544" cy="13245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36544" h="132451">
                              <a:moveTo>
                                <a:pt x="430108" y="132452"/>
                              </a:moveTo>
                              <a:cubicBezTo>
                                <a:pt x="429536" y="132452"/>
                                <a:pt x="428965" y="132452"/>
                                <a:pt x="428393" y="132166"/>
                              </a:cubicBezTo>
                              <a:lnTo>
                                <a:pt x="4626" y="12532"/>
                              </a:lnTo>
                              <a:cubicBezTo>
                                <a:pt x="1197" y="11579"/>
                                <a:pt x="-708" y="8055"/>
                                <a:pt x="245" y="4626"/>
                              </a:cubicBezTo>
                              <a:cubicBezTo>
                                <a:pt x="1197" y="1197"/>
                                <a:pt x="4721" y="-708"/>
                                <a:pt x="8150" y="245"/>
                              </a:cubicBezTo>
                              <a:lnTo>
                                <a:pt x="431917" y="119879"/>
                              </a:lnTo>
                              <a:cubicBezTo>
                                <a:pt x="435347" y="120831"/>
                                <a:pt x="437252" y="124355"/>
                                <a:pt x="436299" y="127784"/>
                              </a:cubicBezTo>
                              <a:cubicBezTo>
                                <a:pt x="435537" y="130547"/>
                                <a:pt x="432966" y="132452"/>
                                <a:pt x="430203" y="1324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7" name="AutoShape 137"/>
                        <p:cNvSpPr/>
                        <p:nvPr/>
                      </p:nvSpPr>
                      <p:spPr>
                        <a:xfrm>
                          <a:off x="10650389" y="4609634"/>
                          <a:ext cx="422031" cy="8219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22031" h="82190">
                              <a:moveTo>
                                <a:pt x="415661" y="82095"/>
                              </a:moveTo>
                              <a:cubicBezTo>
                                <a:pt x="415661" y="82095"/>
                                <a:pt x="414898" y="82095"/>
                                <a:pt x="414613" y="82095"/>
                              </a:cubicBezTo>
                              <a:lnTo>
                                <a:pt x="5323" y="12658"/>
                              </a:lnTo>
                              <a:cubicBezTo>
                                <a:pt x="1894" y="12086"/>
                                <a:pt x="-487" y="8753"/>
                                <a:pt x="85" y="5324"/>
                              </a:cubicBezTo>
                              <a:cubicBezTo>
                                <a:pt x="656" y="1895"/>
                                <a:pt x="3895" y="-487"/>
                                <a:pt x="7419" y="85"/>
                              </a:cubicBezTo>
                              <a:lnTo>
                                <a:pt x="416708" y="69522"/>
                              </a:lnTo>
                              <a:cubicBezTo>
                                <a:pt x="420137" y="70094"/>
                                <a:pt x="422518" y="73427"/>
                                <a:pt x="421946" y="76856"/>
                              </a:cubicBezTo>
                              <a:cubicBezTo>
                                <a:pt x="421471" y="80000"/>
                                <a:pt x="418708" y="82190"/>
                                <a:pt x="415661" y="8219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8" name="AutoShape 138"/>
                        <p:cNvSpPr/>
                        <p:nvPr/>
                      </p:nvSpPr>
                      <p:spPr>
                        <a:xfrm>
                          <a:off x="10736083" y="3735808"/>
                          <a:ext cx="301604" cy="14410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01604" h="144104">
                              <a:moveTo>
                                <a:pt x="6402" y="144105"/>
                              </a:moveTo>
                              <a:cubicBezTo>
                                <a:pt x="5069" y="144105"/>
                                <a:pt x="3736" y="143724"/>
                                <a:pt x="2593" y="142866"/>
                              </a:cubicBezTo>
                              <a:cubicBezTo>
                                <a:pt x="-265" y="140771"/>
                                <a:pt x="-836" y="136771"/>
                                <a:pt x="1259" y="133913"/>
                              </a:cubicBezTo>
                              <a:cubicBezTo>
                                <a:pt x="68220" y="43711"/>
                                <a:pt x="183757" y="-8486"/>
                                <a:pt x="295771" y="1134"/>
                              </a:cubicBezTo>
                              <a:cubicBezTo>
                                <a:pt x="299295" y="1420"/>
                                <a:pt x="301867" y="4468"/>
                                <a:pt x="301582" y="7992"/>
                              </a:cubicBezTo>
                              <a:cubicBezTo>
                                <a:pt x="301296" y="11517"/>
                                <a:pt x="298248" y="13993"/>
                                <a:pt x="294724" y="13803"/>
                              </a:cubicBezTo>
                              <a:cubicBezTo>
                                <a:pt x="187092" y="4563"/>
                                <a:pt x="75935" y="54760"/>
                                <a:pt x="11546" y="141533"/>
                              </a:cubicBezTo>
                              <a:cubicBezTo>
                                <a:pt x="10307" y="143247"/>
                                <a:pt x="8403" y="144105"/>
                                <a:pt x="6402" y="1441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39" name="AutoShape 139"/>
                        <p:cNvSpPr/>
                        <p:nvPr/>
                      </p:nvSpPr>
                      <p:spPr>
                        <a:xfrm>
                          <a:off x="10676932" y="3908937"/>
                          <a:ext cx="50149" cy="9689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0149" h="96896">
                              <a:moveTo>
                                <a:pt x="6307" y="96896"/>
                              </a:moveTo>
                              <a:cubicBezTo>
                                <a:pt x="6307" y="96896"/>
                                <a:pt x="5545" y="96896"/>
                                <a:pt x="5164" y="96801"/>
                              </a:cubicBezTo>
                              <a:cubicBezTo>
                                <a:pt x="1735" y="96135"/>
                                <a:pt x="-551" y="92801"/>
                                <a:pt x="116" y="89372"/>
                              </a:cubicBezTo>
                              <a:cubicBezTo>
                                <a:pt x="6021" y="57939"/>
                                <a:pt x="19261" y="27936"/>
                                <a:pt x="38692" y="2504"/>
                              </a:cubicBezTo>
                              <a:cubicBezTo>
                                <a:pt x="40787" y="-259"/>
                                <a:pt x="44788" y="-830"/>
                                <a:pt x="47645" y="1265"/>
                              </a:cubicBezTo>
                              <a:cubicBezTo>
                                <a:pt x="50408" y="3361"/>
                                <a:pt x="50980" y="7362"/>
                                <a:pt x="48883" y="10219"/>
                              </a:cubicBezTo>
                              <a:cubicBezTo>
                                <a:pt x="30692" y="34031"/>
                                <a:pt x="18213" y="62226"/>
                                <a:pt x="12689" y="91658"/>
                              </a:cubicBezTo>
                              <a:cubicBezTo>
                                <a:pt x="12117" y="94706"/>
                                <a:pt x="9451" y="96896"/>
                                <a:pt x="6402" y="9689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140" name="Group 140"/>
                      <p:cNvGrpSpPr/>
                      <p:nvPr/>
                    </p:nvGrpSpPr>
                    <p:grpSpPr>
                      <a:xfrm>
                        <a:off x="8672523" y="960337"/>
                        <a:ext cx="989909" cy="1205075"/>
                        <a:chOff x="8672523" y="960337"/>
                        <a:chExt cx="989909" cy="1205075"/>
                      </a:xfrm>
                    </p:grpSpPr>
                    <p:sp>
                      <p:nvSpPr>
                        <p:cNvPr id="141" name="AutoShape 141"/>
                        <p:cNvSpPr/>
                        <p:nvPr/>
                      </p:nvSpPr>
                      <p:spPr>
                        <a:xfrm>
                          <a:off x="8680799" y="1194625"/>
                          <a:ext cx="807815" cy="95648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07815" h="956481">
                              <a:moveTo>
                                <a:pt x="223742" y="927354"/>
                              </a:moveTo>
                              <a:lnTo>
                                <a:pt x="56007" y="955834"/>
                              </a:lnTo>
                              <a:cubicBezTo>
                                <a:pt x="29242" y="960406"/>
                                <a:pt x="4763" y="940213"/>
                                <a:pt x="4096" y="913067"/>
                              </a:cubicBezTo>
                              <a:lnTo>
                                <a:pt x="0" y="749999"/>
                              </a:lnTo>
                              <a:lnTo>
                                <a:pt x="591598" y="0"/>
                              </a:lnTo>
                              <a:lnTo>
                                <a:pt x="807815" y="175641"/>
                              </a:lnTo>
                              <a:lnTo>
                                <a:pt x="223647" y="92725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2" name="AutoShape 142"/>
                        <p:cNvSpPr/>
                        <p:nvPr/>
                      </p:nvSpPr>
                      <p:spPr>
                        <a:xfrm>
                          <a:off x="8712993" y="1224819"/>
                          <a:ext cx="726185" cy="88134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26185" h="881348">
                              <a:moveTo>
                                <a:pt x="587597" y="0"/>
                              </a:moveTo>
                              <a:lnTo>
                                <a:pt x="0" y="750380"/>
                              </a:lnTo>
                              <a:lnTo>
                                <a:pt x="54007" y="802958"/>
                              </a:lnTo>
                              <a:lnTo>
                                <a:pt x="645890" y="47339"/>
                              </a:lnTo>
                              <a:lnTo>
                                <a:pt x="671989" y="68485"/>
                              </a:lnTo>
                              <a:lnTo>
                                <a:pt x="77724" y="856107"/>
                              </a:lnTo>
                              <a:lnTo>
                                <a:pt x="134302" y="881348"/>
                              </a:lnTo>
                              <a:lnTo>
                                <a:pt x="726186" y="90678"/>
                              </a:lnTo>
                              <a:lnTo>
                                <a:pt x="58759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  <a:lumMod val="60000"/>
                            <a:lumOff val="4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3" name="AutoShape 143"/>
                        <p:cNvSpPr/>
                        <p:nvPr/>
                      </p:nvSpPr>
                      <p:spPr>
                        <a:xfrm>
                          <a:off x="8680799" y="1941024"/>
                          <a:ext cx="223742" cy="21008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23742" h="210082">
                              <a:moveTo>
                                <a:pt x="223742" y="180955"/>
                              </a:moveTo>
                              <a:lnTo>
                                <a:pt x="56007" y="209435"/>
                              </a:lnTo>
                              <a:cubicBezTo>
                                <a:pt x="29242" y="214007"/>
                                <a:pt x="4763" y="193814"/>
                                <a:pt x="4096" y="166668"/>
                              </a:cubicBezTo>
                              <a:lnTo>
                                <a:pt x="0" y="3600"/>
                              </a:lnTo>
                              <a:cubicBezTo>
                                <a:pt x="64294" y="-16307"/>
                                <a:pt x="60674" y="52844"/>
                                <a:pt x="60674" y="52844"/>
                              </a:cubicBezTo>
                              <a:cubicBezTo>
                                <a:pt x="146304" y="17411"/>
                                <a:pt x="142399" y="119233"/>
                                <a:pt x="142399" y="119233"/>
                              </a:cubicBezTo>
                              <a:cubicBezTo>
                                <a:pt x="220694" y="117233"/>
                                <a:pt x="223647" y="180860"/>
                                <a:pt x="223647" y="18086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4" name="AutoShape 144"/>
                        <p:cNvSpPr/>
                        <p:nvPr/>
                      </p:nvSpPr>
                      <p:spPr>
                        <a:xfrm>
                          <a:off x="8672523" y="2062937"/>
                          <a:ext cx="107868" cy="10247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7868" h="102475">
                              <a:moveTo>
                                <a:pt x="101431" y="102476"/>
                              </a:moveTo>
                              <a:cubicBezTo>
                                <a:pt x="98478" y="102476"/>
                                <a:pt x="95811" y="100380"/>
                                <a:pt x="95239" y="97428"/>
                              </a:cubicBezTo>
                              <a:cubicBezTo>
                                <a:pt x="86190" y="54851"/>
                                <a:pt x="48472" y="19228"/>
                                <a:pt x="5419" y="12655"/>
                              </a:cubicBezTo>
                              <a:cubicBezTo>
                                <a:pt x="1894" y="12084"/>
                                <a:pt x="-487" y="8845"/>
                                <a:pt x="85" y="5416"/>
                              </a:cubicBezTo>
                              <a:cubicBezTo>
                                <a:pt x="656" y="1987"/>
                                <a:pt x="3800" y="-489"/>
                                <a:pt x="7324" y="82"/>
                              </a:cubicBezTo>
                              <a:cubicBezTo>
                                <a:pt x="55425" y="7416"/>
                                <a:pt x="97621" y="47231"/>
                                <a:pt x="107717" y="94856"/>
                              </a:cubicBezTo>
                              <a:cubicBezTo>
                                <a:pt x="108479" y="98285"/>
                                <a:pt x="106288" y="101714"/>
                                <a:pt x="102764" y="102381"/>
                              </a:cubicBezTo>
                              <a:cubicBezTo>
                                <a:pt x="102288" y="102476"/>
                                <a:pt x="101907" y="102476"/>
                                <a:pt x="101431" y="1024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5" name="AutoShape 145"/>
                        <p:cNvSpPr/>
                        <p:nvPr/>
                      </p:nvSpPr>
                      <p:spPr>
                        <a:xfrm>
                          <a:off x="8744059" y="1231977"/>
                          <a:ext cx="606524" cy="7493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06524" h="749317">
                              <a:moveTo>
                                <a:pt x="6368" y="749318"/>
                              </a:moveTo>
                              <a:cubicBezTo>
                                <a:pt x="4939" y="749318"/>
                                <a:pt x="3510" y="748842"/>
                                <a:pt x="2367" y="747889"/>
                              </a:cubicBezTo>
                              <a:cubicBezTo>
                                <a:pt x="-395" y="745698"/>
                                <a:pt x="-776" y="741698"/>
                                <a:pt x="1415" y="738935"/>
                              </a:cubicBezTo>
                              <a:lnTo>
                                <a:pt x="595203" y="2367"/>
                              </a:lnTo>
                              <a:cubicBezTo>
                                <a:pt x="597394" y="-395"/>
                                <a:pt x="601395" y="-776"/>
                                <a:pt x="604157" y="1415"/>
                              </a:cubicBezTo>
                              <a:cubicBezTo>
                                <a:pt x="606919" y="3605"/>
                                <a:pt x="607300" y="7606"/>
                                <a:pt x="605109" y="10368"/>
                              </a:cubicBezTo>
                              <a:lnTo>
                                <a:pt x="11321" y="746936"/>
                              </a:lnTo>
                              <a:cubicBezTo>
                                <a:pt x="10083" y="748460"/>
                                <a:pt x="8178" y="749318"/>
                                <a:pt x="6368" y="7493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6" name="AutoShape 146"/>
                        <p:cNvSpPr/>
                        <p:nvPr/>
                      </p:nvSpPr>
                      <p:spPr>
                        <a:xfrm>
                          <a:off x="8810693" y="1330424"/>
                          <a:ext cx="580317" cy="7574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80317" h="757455">
                              <a:moveTo>
                                <a:pt x="6314" y="757455"/>
                              </a:moveTo>
                              <a:cubicBezTo>
                                <a:pt x="4980" y="757455"/>
                                <a:pt x="3647" y="757074"/>
                                <a:pt x="2504" y="756122"/>
                              </a:cubicBezTo>
                              <a:cubicBezTo>
                                <a:pt x="-259" y="754026"/>
                                <a:pt x="-830" y="750026"/>
                                <a:pt x="1266" y="747168"/>
                              </a:cubicBezTo>
                              <a:lnTo>
                                <a:pt x="568860" y="2504"/>
                              </a:lnTo>
                              <a:cubicBezTo>
                                <a:pt x="570956" y="-259"/>
                                <a:pt x="574956" y="-830"/>
                                <a:pt x="577814" y="1265"/>
                              </a:cubicBezTo>
                              <a:cubicBezTo>
                                <a:pt x="580576" y="3361"/>
                                <a:pt x="581148" y="7361"/>
                                <a:pt x="579052" y="10219"/>
                              </a:cubicBezTo>
                              <a:lnTo>
                                <a:pt x="11457" y="754883"/>
                              </a:lnTo>
                              <a:cubicBezTo>
                                <a:pt x="10219" y="756503"/>
                                <a:pt x="8314" y="757360"/>
                                <a:pt x="6409" y="75736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7" name="AutoShape 147"/>
                        <p:cNvSpPr/>
                        <p:nvPr/>
                      </p:nvSpPr>
                      <p:spPr>
                        <a:xfrm>
                          <a:off x="9380601" y="960337"/>
                          <a:ext cx="281831" cy="27448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81831" h="274483">
                              <a:moveTo>
                                <a:pt x="258508" y="81793"/>
                              </a:moveTo>
                              <a:lnTo>
                                <a:pt x="168687" y="12451"/>
                              </a:lnTo>
                              <a:cubicBezTo>
                                <a:pt x="142970" y="-7361"/>
                                <a:pt x="106108" y="-3075"/>
                                <a:pt x="85630" y="22071"/>
                              </a:cubicBezTo>
                              <a:lnTo>
                                <a:pt x="0" y="127513"/>
                              </a:lnTo>
                              <a:lnTo>
                                <a:pt x="180975" y="274484"/>
                              </a:lnTo>
                              <a:lnTo>
                                <a:pt x="268414" y="166851"/>
                              </a:lnTo>
                              <a:cubicBezTo>
                                <a:pt x="289655" y="140753"/>
                                <a:pt x="285179" y="102272"/>
                                <a:pt x="258508" y="8179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8" name="AutoShape 148"/>
                        <p:cNvSpPr/>
                        <p:nvPr/>
                      </p:nvSpPr>
                      <p:spPr>
                        <a:xfrm>
                          <a:off x="9248012" y="1055655"/>
                          <a:ext cx="345471" cy="33851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5471" h="338518">
                              <a:moveTo>
                                <a:pt x="116110" y="0"/>
                              </a:moveTo>
                              <a:lnTo>
                                <a:pt x="0" y="142875"/>
                              </a:lnTo>
                              <a:lnTo>
                                <a:pt x="235839" y="338519"/>
                              </a:lnTo>
                              <a:lnTo>
                                <a:pt x="345472" y="186309"/>
                              </a:lnTo>
                              <a:lnTo>
                                <a:pt x="11611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  <a:lumMod val="75000"/>
                            <a:lumOff val="25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49" name="AutoShape 149"/>
                        <p:cNvSpPr/>
                        <p:nvPr/>
                      </p:nvSpPr>
                      <p:spPr>
                        <a:xfrm>
                          <a:off x="9320862" y="1073545"/>
                          <a:ext cx="259685" cy="22480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59685" h="224807">
                              <a:moveTo>
                                <a:pt x="253382" y="224807"/>
                              </a:moveTo>
                              <a:cubicBezTo>
                                <a:pt x="251954" y="224807"/>
                                <a:pt x="250429" y="224331"/>
                                <a:pt x="249191" y="223283"/>
                              </a:cubicBezTo>
                              <a:lnTo>
                                <a:pt x="2208" y="11161"/>
                              </a:lnTo>
                              <a:cubicBezTo>
                                <a:pt x="-459" y="8875"/>
                                <a:pt x="-745" y="4875"/>
                                <a:pt x="1541" y="2208"/>
                              </a:cubicBezTo>
                              <a:cubicBezTo>
                                <a:pt x="3827" y="-459"/>
                                <a:pt x="7828" y="-745"/>
                                <a:pt x="10495" y="1541"/>
                              </a:cubicBezTo>
                              <a:lnTo>
                                <a:pt x="257478" y="213663"/>
                              </a:lnTo>
                              <a:cubicBezTo>
                                <a:pt x="260145" y="215949"/>
                                <a:pt x="260430" y="219949"/>
                                <a:pt x="258145" y="222616"/>
                              </a:cubicBezTo>
                              <a:cubicBezTo>
                                <a:pt x="256906" y="224045"/>
                                <a:pt x="255096" y="224807"/>
                                <a:pt x="253287" y="22480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50" name="AutoShape 150"/>
                        <p:cNvSpPr/>
                        <p:nvPr/>
                      </p:nvSpPr>
                      <p:spPr>
                        <a:xfrm>
                          <a:off x="9280905" y="1125670"/>
                          <a:ext cx="262827" cy="21906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2827" h="219068">
                              <a:moveTo>
                                <a:pt x="256477" y="219069"/>
                              </a:moveTo>
                              <a:cubicBezTo>
                                <a:pt x="255049" y="219069"/>
                                <a:pt x="253620" y="218593"/>
                                <a:pt x="252381" y="217640"/>
                              </a:cubicBezTo>
                              <a:lnTo>
                                <a:pt x="2350" y="11233"/>
                              </a:lnTo>
                              <a:cubicBezTo>
                                <a:pt x="-412" y="8947"/>
                                <a:pt x="-793" y="4947"/>
                                <a:pt x="1493" y="2280"/>
                              </a:cubicBezTo>
                              <a:cubicBezTo>
                                <a:pt x="3779" y="-387"/>
                                <a:pt x="7779" y="-768"/>
                                <a:pt x="10446" y="1423"/>
                              </a:cubicBezTo>
                              <a:lnTo>
                                <a:pt x="260477" y="207829"/>
                              </a:lnTo>
                              <a:cubicBezTo>
                                <a:pt x="263240" y="210115"/>
                                <a:pt x="263621" y="214116"/>
                                <a:pt x="261335" y="216783"/>
                              </a:cubicBezTo>
                              <a:cubicBezTo>
                                <a:pt x="260097" y="218307"/>
                                <a:pt x="258287" y="219069"/>
                                <a:pt x="256382" y="21906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51" name="AutoShape 151"/>
                        <p:cNvSpPr/>
                        <p:nvPr/>
                      </p:nvSpPr>
                      <p:spPr>
                        <a:xfrm>
                          <a:off x="9135426" y="1527741"/>
                          <a:ext cx="169832" cy="22228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69832" h="222286">
                              <a:moveTo>
                                <a:pt x="6383" y="222191"/>
                              </a:moveTo>
                              <a:cubicBezTo>
                                <a:pt x="5049" y="222191"/>
                                <a:pt x="3716" y="221810"/>
                                <a:pt x="2573" y="220953"/>
                              </a:cubicBezTo>
                              <a:cubicBezTo>
                                <a:pt x="-285" y="218857"/>
                                <a:pt x="-856" y="214857"/>
                                <a:pt x="1334" y="211999"/>
                              </a:cubicBezTo>
                              <a:lnTo>
                                <a:pt x="158306" y="2545"/>
                              </a:lnTo>
                              <a:cubicBezTo>
                                <a:pt x="160402" y="-218"/>
                                <a:pt x="164402" y="-884"/>
                                <a:pt x="167260" y="1306"/>
                              </a:cubicBezTo>
                              <a:cubicBezTo>
                                <a:pt x="170118" y="3402"/>
                                <a:pt x="170689" y="7402"/>
                                <a:pt x="168498" y="10260"/>
                              </a:cubicBezTo>
                              <a:lnTo>
                                <a:pt x="11526" y="219715"/>
                              </a:lnTo>
                              <a:cubicBezTo>
                                <a:pt x="10288" y="221429"/>
                                <a:pt x="8383" y="222286"/>
                                <a:pt x="6383" y="22228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152" name="AutoShape 152"/>
                        <p:cNvSpPr/>
                        <p:nvPr/>
                      </p:nvSpPr>
                      <p:spPr>
                        <a:xfrm>
                          <a:off x="9084060" y="1764669"/>
                          <a:ext cx="44088" cy="5403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4088" h="54033">
                              <a:moveTo>
                                <a:pt x="6314" y="54034"/>
                              </a:moveTo>
                              <a:cubicBezTo>
                                <a:pt x="4980" y="54034"/>
                                <a:pt x="3647" y="53653"/>
                                <a:pt x="2503" y="52700"/>
                              </a:cubicBezTo>
                              <a:cubicBezTo>
                                <a:pt x="-259" y="50605"/>
                                <a:pt x="-830" y="46604"/>
                                <a:pt x="1266" y="43747"/>
                              </a:cubicBezTo>
                              <a:lnTo>
                                <a:pt x="32603" y="2504"/>
                              </a:lnTo>
                              <a:cubicBezTo>
                                <a:pt x="34698" y="-259"/>
                                <a:pt x="38699" y="-830"/>
                                <a:pt x="41556" y="1265"/>
                              </a:cubicBezTo>
                              <a:cubicBezTo>
                                <a:pt x="44414" y="3361"/>
                                <a:pt x="44890" y="7361"/>
                                <a:pt x="42794" y="10219"/>
                              </a:cubicBezTo>
                              <a:lnTo>
                                <a:pt x="11457" y="51462"/>
                              </a:lnTo>
                              <a:cubicBezTo>
                                <a:pt x="10219" y="53081"/>
                                <a:pt x="8314" y="53939"/>
                                <a:pt x="6409" y="539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153" name="Group 153"/>
                      <p:cNvGrpSpPr/>
                      <p:nvPr/>
                    </p:nvGrpSpPr>
                    <p:grpSpPr>
                      <a:xfrm>
                        <a:off x="8231042" y="2027290"/>
                        <a:ext cx="2317654" cy="3681899"/>
                        <a:chOff x="8231042" y="2027290"/>
                        <a:chExt cx="2317654" cy="3681899"/>
                      </a:xfrm>
                    </p:grpSpPr>
                    <p:grpSp>
                      <p:nvGrpSpPr>
                        <p:cNvPr id="154" name="Group 154"/>
                        <p:cNvGrpSpPr/>
                        <p:nvPr/>
                      </p:nvGrpSpPr>
                      <p:grpSpPr>
                        <a:xfrm>
                          <a:off x="8231042" y="2027290"/>
                          <a:ext cx="2317654" cy="1896021"/>
                          <a:chOff x="8231042" y="2027290"/>
                          <a:chExt cx="2317654" cy="1896021"/>
                        </a:xfrm>
                      </p:grpSpPr>
                      <p:sp>
                        <p:nvSpPr>
                          <p:cNvPr id="155" name="AutoShape 155"/>
                          <p:cNvSpPr/>
                          <p:nvPr/>
                        </p:nvSpPr>
                        <p:spPr>
                          <a:xfrm>
                            <a:off x="8231042" y="2027290"/>
                            <a:ext cx="2317654" cy="189602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317654" h="1896021">
                                <a:moveTo>
                                  <a:pt x="1821548" y="3821"/>
                                </a:moveTo>
                                <a:cubicBezTo>
                                  <a:pt x="1213186" y="218133"/>
                                  <a:pt x="620255" y="435589"/>
                                  <a:pt x="42849" y="656473"/>
                                </a:cubicBezTo>
                                <a:cubicBezTo>
                                  <a:pt x="9893" y="669047"/>
                                  <a:pt x="-7538" y="705813"/>
                                  <a:pt x="3130" y="740389"/>
                                </a:cubicBezTo>
                                <a:cubicBezTo>
                                  <a:pt x="117716" y="1114150"/>
                                  <a:pt x="248684" y="1484768"/>
                                  <a:pt x="395464" y="1852337"/>
                                </a:cubicBezTo>
                                <a:cubicBezTo>
                                  <a:pt x="409562" y="1887580"/>
                                  <a:pt x="448709" y="1905011"/>
                                  <a:pt x="483095" y="1891390"/>
                                </a:cubicBezTo>
                                <a:cubicBezTo>
                                  <a:pt x="1057262" y="1664409"/>
                                  <a:pt x="1654384" y="1450954"/>
                                  <a:pt x="2271699" y="1249405"/>
                                </a:cubicBezTo>
                                <a:cubicBezTo>
                                  <a:pt x="2308943" y="1237213"/>
                                  <a:pt x="2327611" y="1195303"/>
                                  <a:pt x="2312276" y="1158060"/>
                                </a:cubicBezTo>
                                <a:cubicBezTo>
                                  <a:pt x="2177306" y="830019"/>
                                  <a:pt x="2042718" y="455020"/>
                                  <a:pt x="1908320" y="47921"/>
                                </a:cubicBezTo>
                                <a:cubicBezTo>
                                  <a:pt x="1896223" y="11155"/>
                                  <a:pt x="1856980" y="-8753"/>
                                  <a:pt x="1821452" y="372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D05C">
                              <a:alpha val="100000"/>
                              <a:lumMod val="40000"/>
                              <a:lumOff val="6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156" name="AutoShape 156"/>
                          <p:cNvSpPr/>
                          <p:nvPr/>
                        </p:nvSpPr>
                        <p:spPr>
                          <a:xfrm>
                            <a:off x="8416638" y="2217610"/>
                            <a:ext cx="1943159" cy="151542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943159" h="1515427">
                                <a:moveTo>
                                  <a:pt x="1938846" y="886397"/>
                                </a:moveTo>
                                <a:cubicBezTo>
                                  <a:pt x="1840167" y="649891"/>
                                  <a:pt x="1739298" y="372904"/>
                                  <a:pt x="1630332" y="39624"/>
                                </a:cubicBezTo>
                                <a:cubicBezTo>
                                  <a:pt x="1625569" y="25146"/>
                                  <a:pt x="1615187" y="13430"/>
                                  <a:pt x="1601090" y="6477"/>
                                </a:cubicBezTo>
                                <a:cubicBezTo>
                                  <a:pt x="1592423" y="2191"/>
                                  <a:pt x="1582707" y="0"/>
                                  <a:pt x="1572896" y="0"/>
                                </a:cubicBezTo>
                                <a:cubicBezTo>
                                  <a:pt x="1565371" y="0"/>
                                  <a:pt x="1557751" y="1238"/>
                                  <a:pt x="1550512" y="3810"/>
                                </a:cubicBezTo>
                                <a:cubicBezTo>
                                  <a:pt x="1222567" y="119539"/>
                                  <a:pt x="897002" y="237172"/>
                                  <a:pt x="577534" y="355378"/>
                                </a:cubicBezTo>
                                <a:cubicBezTo>
                                  <a:pt x="396749" y="422148"/>
                                  <a:pt x="217965" y="489204"/>
                                  <a:pt x="41753" y="556165"/>
                                </a:cubicBezTo>
                                <a:cubicBezTo>
                                  <a:pt x="10701" y="567976"/>
                                  <a:pt x="-6539" y="600361"/>
                                  <a:pt x="2319" y="629984"/>
                                </a:cubicBezTo>
                                <a:cubicBezTo>
                                  <a:pt x="87377" y="912781"/>
                                  <a:pt x="188056" y="1198531"/>
                                  <a:pt x="301499" y="1479423"/>
                                </a:cubicBezTo>
                                <a:cubicBezTo>
                                  <a:pt x="310548" y="1501902"/>
                                  <a:pt x="333217" y="1515428"/>
                                  <a:pt x="357601" y="1515428"/>
                                </a:cubicBezTo>
                                <a:cubicBezTo>
                                  <a:pt x="365793" y="1515428"/>
                                  <a:pt x="374079" y="1513904"/>
                                  <a:pt x="382081" y="1510760"/>
                                </a:cubicBezTo>
                                <a:cubicBezTo>
                                  <a:pt x="490094" y="1468469"/>
                                  <a:pt x="600013" y="1426273"/>
                                  <a:pt x="711455" y="1384364"/>
                                </a:cubicBezTo>
                                <a:cubicBezTo>
                                  <a:pt x="754985" y="1367981"/>
                                  <a:pt x="798609" y="1351693"/>
                                  <a:pt x="842614" y="1335405"/>
                                </a:cubicBezTo>
                                <a:cubicBezTo>
                                  <a:pt x="935197" y="1301115"/>
                                  <a:pt x="1028923" y="1267015"/>
                                  <a:pt x="1123602" y="1233011"/>
                                </a:cubicBezTo>
                                <a:cubicBezTo>
                                  <a:pt x="1375443" y="1142714"/>
                                  <a:pt x="1634332" y="1053751"/>
                                  <a:pt x="1898460" y="966597"/>
                                </a:cubicBezTo>
                                <a:cubicBezTo>
                                  <a:pt x="1916082" y="960787"/>
                                  <a:pt x="1930370" y="948118"/>
                                  <a:pt x="1937799" y="931926"/>
                                </a:cubicBezTo>
                                <a:cubicBezTo>
                                  <a:pt x="1944562" y="917067"/>
                                  <a:pt x="1944942" y="900970"/>
                                  <a:pt x="1938846" y="886397"/>
                                </a:cubicBezTo>
                                <a:close/>
                                <a:moveTo>
                                  <a:pt x="1926178" y="926592"/>
                                </a:moveTo>
                                <a:cubicBezTo>
                                  <a:pt x="1920273" y="939641"/>
                                  <a:pt x="1908748" y="949738"/>
                                  <a:pt x="1894556" y="954405"/>
                                </a:cubicBezTo>
                                <a:cubicBezTo>
                                  <a:pt x="1631189" y="1041178"/>
                                  <a:pt x="1373061" y="1129951"/>
                                  <a:pt x="1121887" y="1220057"/>
                                </a:cubicBezTo>
                                <a:cubicBezTo>
                                  <a:pt x="1027876" y="1253776"/>
                                  <a:pt x="934911" y="1287685"/>
                                  <a:pt x="842900" y="1321689"/>
                                </a:cubicBezTo>
                                <a:cubicBezTo>
                                  <a:pt x="784226" y="1343501"/>
                                  <a:pt x="726124" y="1365314"/>
                                  <a:pt x="668307" y="1387126"/>
                                </a:cubicBezTo>
                                <a:lnTo>
                                  <a:pt x="668211" y="1387126"/>
                                </a:lnTo>
                                <a:cubicBezTo>
                                  <a:pt x="668211" y="1387126"/>
                                  <a:pt x="668021" y="1387126"/>
                                  <a:pt x="668021" y="1387126"/>
                                </a:cubicBezTo>
                                <a:cubicBezTo>
                                  <a:pt x="569819" y="1424178"/>
                                  <a:pt x="472949" y="1461421"/>
                                  <a:pt x="377509" y="1498854"/>
                                </a:cubicBezTo>
                                <a:cubicBezTo>
                                  <a:pt x="351601" y="1508950"/>
                                  <a:pt x="322835" y="1498092"/>
                                  <a:pt x="313310" y="1474565"/>
                                </a:cubicBezTo>
                                <a:cubicBezTo>
                                  <a:pt x="199963" y="1194054"/>
                                  <a:pt x="99474" y="908590"/>
                                  <a:pt x="14511" y="626173"/>
                                </a:cubicBezTo>
                                <a:cubicBezTo>
                                  <a:pt x="7558" y="603028"/>
                                  <a:pt x="21464" y="577405"/>
                                  <a:pt x="46229" y="568071"/>
                                </a:cubicBezTo>
                                <a:cubicBezTo>
                                  <a:pt x="223966" y="500539"/>
                                  <a:pt x="404274" y="432911"/>
                                  <a:pt x="586677" y="365474"/>
                                </a:cubicBezTo>
                                <a:cubicBezTo>
                                  <a:pt x="654401" y="340423"/>
                                  <a:pt x="722504" y="315373"/>
                                  <a:pt x="790798" y="290322"/>
                                </a:cubicBezTo>
                                <a:cubicBezTo>
                                  <a:pt x="1042830" y="198120"/>
                                  <a:pt x="1298100" y="106394"/>
                                  <a:pt x="1554799" y="15716"/>
                                </a:cubicBezTo>
                                <a:cubicBezTo>
                                  <a:pt x="1560704" y="13621"/>
                                  <a:pt x="1566800" y="12668"/>
                                  <a:pt x="1572896" y="12668"/>
                                </a:cubicBezTo>
                                <a:cubicBezTo>
                                  <a:pt x="1580802" y="12668"/>
                                  <a:pt x="1588517" y="14383"/>
                                  <a:pt x="1595471" y="17812"/>
                                </a:cubicBezTo>
                                <a:cubicBezTo>
                                  <a:pt x="1606519" y="23241"/>
                                  <a:pt x="1614521" y="32385"/>
                                  <a:pt x="1618235" y="43529"/>
                                </a:cubicBezTo>
                                <a:cubicBezTo>
                                  <a:pt x="1727296" y="377095"/>
                                  <a:pt x="1828356" y="654368"/>
                                  <a:pt x="1927131" y="891159"/>
                                </a:cubicBezTo>
                                <a:cubicBezTo>
                                  <a:pt x="1931798" y="902398"/>
                                  <a:pt x="1931513" y="914972"/>
                                  <a:pt x="1926178" y="92649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157" name="Group 157"/>
                          <p:cNvGrpSpPr/>
                          <p:nvPr/>
                        </p:nvGrpSpPr>
                        <p:grpSpPr>
                          <a:xfrm>
                            <a:off x="8769000" y="2560525"/>
                            <a:ext cx="1506092" cy="1056212"/>
                            <a:chOff x="8769000" y="2560525"/>
                            <a:chExt cx="1506092" cy="1056212"/>
                          </a:xfrm>
                        </p:grpSpPr>
                        <p:sp>
                          <p:nvSpPr>
                            <p:cNvPr id="158" name="AutoShape 158"/>
                            <p:cNvSpPr/>
                            <p:nvPr/>
                          </p:nvSpPr>
                          <p:spPr>
                            <a:xfrm>
                              <a:off x="9364217" y="2776949"/>
                              <a:ext cx="910875" cy="61823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0875" h="618236">
                                  <a:moveTo>
                                    <a:pt x="0" y="618237"/>
                                  </a:moveTo>
                                  <a:lnTo>
                                    <a:pt x="910876" y="276289"/>
                                  </a:lnTo>
                                  <a:lnTo>
                                    <a:pt x="307943" y="6541"/>
                                  </a:lnTo>
                                  <a:cubicBezTo>
                                    <a:pt x="268414" y="-11175"/>
                                    <a:pt x="222123" y="8446"/>
                                    <a:pt x="207264" y="49118"/>
                                  </a:cubicBezTo>
                                  <a:lnTo>
                                    <a:pt x="0" y="618237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59" name="AutoShape 159"/>
                            <p:cNvSpPr/>
                            <p:nvPr/>
                          </p:nvSpPr>
                          <p:spPr>
                            <a:xfrm>
                              <a:off x="8769000" y="2846611"/>
                              <a:ext cx="1048512" cy="77012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48512" h="770126">
                                  <a:moveTo>
                                    <a:pt x="0" y="770126"/>
                                  </a:moveTo>
                                  <a:lnTo>
                                    <a:pt x="1048512" y="376458"/>
                                  </a:lnTo>
                                  <a:lnTo>
                                    <a:pt x="315468" y="7460"/>
                                  </a:lnTo>
                                  <a:cubicBezTo>
                                    <a:pt x="276796" y="-11971"/>
                                    <a:pt x="229838" y="8127"/>
                                    <a:pt x="217361" y="49560"/>
                                  </a:cubicBezTo>
                                  <a:lnTo>
                                    <a:pt x="0" y="77003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20000"/>
                                <a:lumOff val="8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60" name="AutoShape 160"/>
                            <p:cNvSpPr/>
                            <p:nvPr/>
                          </p:nvSpPr>
                          <p:spPr>
                            <a:xfrm rot="-1500000">
                              <a:off x="9210771" y="2604730"/>
                              <a:ext cx="265747" cy="26574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65747" h="265747">
                                  <a:moveTo>
                                    <a:pt x="265747" y="132874"/>
                                  </a:moveTo>
                                  <a:cubicBezTo>
                                    <a:pt x="265747" y="206258"/>
                                    <a:pt x="206258" y="265748"/>
                                    <a:pt x="132873" y="265748"/>
                                  </a:cubicBezTo>
                                  <a:cubicBezTo>
                                    <a:pt x="59490" y="265748"/>
                                    <a:pt x="0" y="206258"/>
                                    <a:pt x="0" y="132874"/>
                                  </a:cubicBezTo>
                                  <a:cubicBezTo>
                                    <a:pt x="0" y="59490"/>
                                    <a:pt x="59489" y="0"/>
                                    <a:pt x="132873" y="0"/>
                                  </a:cubicBezTo>
                                  <a:cubicBezTo>
                                    <a:pt x="206257" y="0"/>
                                    <a:pt x="265747" y="59490"/>
                                    <a:pt x="265747" y="132874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grpSp>
                        <p:nvGrpSpPr>
                          <p:cNvPr id="161" name="Group 161"/>
                          <p:cNvGrpSpPr/>
                          <p:nvPr/>
                        </p:nvGrpSpPr>
                        <p:grpSpPr>
                          <a:xfrm>
                            <a:off x="9274564" y="2231638"/>
                            <a:ext cx="446623" cy="176090"/>
                            <a:chOff x="9274564" y="2231638"/>
                            <a:chExt cx="446623" cy="176090"/>
                          </a:xfrm>
                          <a:solidFill>
                            <a:srgbClr val="FFFFFF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162" name="AutoShape 162"/>
                            <p:cNvSpPr/>
                            <p:nvPr/>
                          </p:nvSpPr>
                          <p:spPr>
                            <a:xfrm>
                              <a:off x="9274564" y="2279595"/>
                              <a:ext cx="323609" cy="1281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23609" h="128133">
                                  <a:moveTo>
                                    <a:pt x="6405" y="128134"/>
                                  </a:moveTo>
                                  <a:cubicBezTo>
                                    <a:pt x="3833" y="128134"/>
                                    <a:pt x="1356" y="126515"/>
                                    <a:pt x="404" y="123943"/>
                                  </a:cubicBezTo>
                                  <a:cubicBezTo>
                                    <a:pt x="-835" y="120609"/>
                                    <a:pt x="880" y="116990"/>
                                    <a:pt x="4119" y="115751"/>
                                  </a:cubicBezTo>
                                  <a:lnTo>
                                    <a:pt x="315015" y="404"/>
                                  </a:lnTo>
                                  <a:cubicBezTo>
                                    <a:pt x="318253" y="-834"/>
                                    <a:pt x="321968" y="880"/>
                                    <a:pt x="323206" y="4118"/>
                                  </a:cubicBezTo>
                                  <a:cubicBezTo>
                                    <a:pt x="324444" y="7452"/>
                                    <a:pt x="322730" y="11072"/>
                                    <a:pt x="319491" y="12310"/>
                                  </a:cubicBezTo>
                                  <a:lnTo>
                                    <a:pt x="8595" y="127658"/>
                                  </a:lnTo>
                                  <a:cubicBezTo>
                                    <a:pt x="7834" y="127943"/>
                                    <a:pt x="7071" y="128039"/>
                                    <a:pt x="6405" y="12803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63" name="AutoShape 163"/>
                            <p:cNvSpPr/>
                            <p:nvPr/>
                          </p:nvSpPr>
                          <p:spPr>
                            <a:xfrm>
                              <a:off x="9632944" y="2231638"/>
                              <a:ext cx="88243" cy="3988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88243" h="39883">
                                  <a:moveTo>
                                    <a:pt x="6355" y="39883"/>
                                  </a:moveTo>
                                  <a:cubicBezTo>
                                    <a:pt x="3783" y="39883"/>
                                    <a:pt x="1307" y="38264"/>
                                    <a:pt x="354" y="35692"/>
                                  </a:cubicBezTo>
                                  <a:cubicBezTo>
                                    <a:pt x="-789" y="32358"/>
                                    <a:pt x="926" y="28739"/>
                                    <a:pt x="4165" y="27501"/>
                                  </a:cubicBezTo>
                                  <a:lnTo>
                                    <a:pt x="79698" y="354"/>
                                  </a:lnTo>
                                  <a:cubicBezTo>
                                    <a:pt x="82936" y="-789"/>
                                    <a:pt x="86651" y="926"/>
                                    <a:pt x="87889" y="4164"/>
                                  </a:cubicBezTo>
                                  <a:cubicBezTo>
                                    <a:pt x="89032" y="7498"/>
                                    <a:pt x="87318" y="11118"/>
                                    <a:pt x="84079" y="12356"/>
                                  </a:cubicBezTo>
                                  <a:lnTo>
                                    <a:pt x="8546" y="39502"/>
                                  </a:lnTo>
                                  <a:cubicBezTo>
                                    <a:pt x="7879" y="39788"/>
                                    <a:pt x="7117" y="39883"/>
                                    <a:pt x="6355" y="3988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grpSp>
                        <p:nvGrpSpPr>
                          <p:cNvPr id="164" name="Group 164"/>
                          <p:cNvGrpSpPr/>
                          <p:nvPr/>
                        </p:nvGrpSpPr>
                        <p:grpSpPr>
                          <a:xfrm>
                            <a:off x="8604435" y="2743809"/>
                            <a:ext cx="179807" cy="113690"/>
                            <a:chOff x="8604435" y="2743809"/>
                            <a:chExt cx="179807" cy="113690"/>
                          </a:xfrm>
                          <a:solidFill>
                            <a:srgbClr val="282523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165" name="AutoShape 165"/>
                            <p:cNvSpPr/>
                            <p:nvPr/>
                          </p:nvSpPr>
                          <p:spPr>
                            <a:xfrm>
                              <a:off x="8637773" y="2762334"/>
                              <a:ext cx="33950" cy="2039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3950" h="20394">
                                  <a:moveTo>
                                    <a:pt x="6355" y="20395"/>
                                  </a:moveTo>
                                  <a:cubicBezTo>
                                    <a:pt x="3783" y="20395"/>
                                    <a:pt x="1307" y="18775"/>
                                    <a:pt x="354" y="16204"/>
                                  </a:cubicBezTo>
                                  <a:cubicBezTo>
                                    <a:pt x="-789" y="12870"/>
                                    <a:pt x="926" y="9250"/>
                                    <a:pt x="4164" y="8012"/>
                                  </a:cubicBezTo>
                                  <a:lnTo>
                                    <a:pt x="25405" y="392"/>
                                  </a:lnTo>
                                  <a:cubicBezTo>
                                    <a:pt x="28643" y="-846"/>
                                    <a:pt x="32358" y="964"/>
                                    <a:pt x="33597" y="4202"/>
                                  </a:cubicBezTo>
                                  <a:cubicBezTo>
                                    <a:pt x="34739" y="7536"/>
                                    <a:pt x="33025" y="11155"/>
                                    <a:pt x="29786" y="12394"/>
                                  </a:cubicBezTo>
                                  <a:lnTo>
                                    <a:pt x="8546" y="20014"/>
                                  </a:lnTo>
                                  <a:cubicBezTo>
                                    <a:pt x="7879" y="20299"/>
                                    <a:pt x="7117" y="20395"/>
                                    <a:pt x="6355" y="2039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66" name="AutoShape 166"/>
                            <p:cNvSpPr/>
                            <p:nvPr/>
                          </p:nvSpPr>
                          <p:spPr>
                            <a:xfrm>
                              <a:off x="8693791" y="2743809"/>
                              <a:ext cx="36500" cy="2072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6500" h="20726">
                                  <a:moveTo>
                                    <a:pt x="6344" y="20727"/>
                                  </a:moveTo>
                                  <a:cubicBezTo>
                                    <a:pt x="3676" y="20727"/>
                                    <a:pt x="1200" y="19012"/>
                                    <a:pt x="343" y="16345"/>
                                  </a:cubicBezTo>
                                  <a:cubicBezTo>
                                    <a:pt x="-800" y="13011"/>
                                    <a:pt x="1010" y="9392"/>
                                    <a:pt x="4343" y="8249"/>
                                  </a:cubicBezTo>
                                  <a:lnTo>
                                    <a:pt x="28060" y="343"/>
                                  </a:lnTo>
                                  <a:cubicBezTo>
                                    <a:pt x="31395" y="-800"/>
                                    <a:pt x="35014" y="1010"/>
                                    <a:pt x="36157" y="4344"/>
                                  </a:cubicBezTo>
                                  <a:cubicBezTo>
                                    <a:pt x="37300" y="7677"/>
                                    <a:pt x="35490" y="11297"/>
                                    <a:pt x="32156" y="12440"/>
                                  </a:cubicBezTo>
                                  <a:lnTo>
                                    <a:pt x="8439" y="20345"/>
                                  </a:lnTo>
                                  <a:cubicBezTo>
                                    <a:pt x="7772" y="20536"/>
                                    <a:pt x="7105" y="20631"/>
                                    <a:pt x="6439" y="2063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67" name="AutoShape 167"/>
                            <p:cNvSpPr/>
                            <p:nvPr/>
                          </p:nvSpPr>
                          <p:spPr>
                            <a:xfrm>
                              <a:off x="8669407" y="2780576"/>
                              <a:ext cx="53835" cy="269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3835" h="26917">
                                  <a:moveTo>
                                    <a:pt x="6344" y="26823"/>
                                  </a:moveTo>
                                  <a:cubicBezTo>
                                    <a:pt x="3676" y="26823"/>
                                    <a:pt x="1200" y="25203"/>
                                    <a:pt x="343" y="22536"/>
                                  </a:cubicBezTo>
                                  <a:cubicBezTo>
                                    <a:pt x="-800" y="19203"/>
                                    <a:pt x="1010" y="15583"/>
                                    <a:pt x="4343" y="14440"/>
                                  </a:cubicBezTo>
                                  <a:lnTo>
                                    <a:pt x="45396" y="343"/>
                                  </a:lnTo>
                                  <a:cubicBezTo>
                                    <a:pt x="48730" y="-800"/>
                                    <a:pt x="52349" y="1010"/>
                                    <a:pt x="53492" y="4344"/>
                                  </a:cubicBezTo>
                                  <a:cubicBezTo>
                                    <a:pt x="54635" y="7677"/>
                                    <a:pt x="52825" y="11297"/>
                                    <a:pt x="49492" y="12440"/>
                                  </a:cubicBezTo>
                                  <a:lnTo>
                                    <a:pt x="8439" y="26537"/>
                                  </a:lnTo>
                                  <a:cubicBezTo>
                                    <a:pt x="7772" y="26727"/>
                                    <a:pt x="7010" y="26918"/>
                                    <a:pt x="6344" y="269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68" name="AutoShape 168"/>
                            <p:cNvSpPr/>
                            <p:nvPr/>
                          </p:nvSpPr>
                          <p:spPr>
                            <a:xfrm>
                              <a:off x="8753875" y="2760555"/>
                              <a:ext cx="30345" cy="20268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0345" h="20268">
                                  <a:moveTo>
                                    <a:pt x="6362" y="20268"/>
                                  </a:moveTo>
                                  <a:cubicBezTo>
                                    <a:pt x="3886" y="20268"/>
                                    <a:pt x="1600" y="18840"/>
                                    <a:pt x="552" y="16458"/>
                                  </a:cubicBezTo>
                                  <a:cubicBezTo>
                                    <a:pt x="-877" y="13220"/>
                                    <a:pt x="552" y="9505"/>
                                    <a:pt x="3886" y="8076"/>
                                  </a:cubicBezTo>
                                  <a:lnTo>
                                    <a:pt x="21411" y="552"/>
                                  </a:lnTo>
                                  <a:cubicBezTo>
                                    <a:pt x="24650" y="-877"/>
                                    <a:pt x="28365" y="552"/>
                                    <a:pt x="29793" y="3885"/>
                                  </a:cubicBezTo>
                                  <a:cubicBezTo>
                                    <a:pt x="31222" y="7124"/>
                                    <a:pt x="29793" y="10839"/>
                                    <a:pt x="26460" y="12267"/>
                                  </a:cubicBezTo>
                                  <a:lnTo>
                                    <a:pt x="8934" y="19792"/>
                                  </a:lnTo>
                                  <a:cubicBezTo>
                                    <a:pt x="8077" y="20173"/>
                                    <a:pt x="7219" y="20268"/>
                                    <a:pt x="6457" y="2026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69" name="AutoShape 169"/>
                            <p:cNvSpPr/>
                            <p:nvPr/>
                          </p:nvSpPr>
                          <p:spPr>
                            <a:xfrm>
                              <a:off x="8707847" y="2797775"/>
                              <a:ext cx="76395" cy="3248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6395" h="32482">
                                  <a:moveTo>
                                    <a:pt x="6384" y="32483"/>
                                  </a:moveTo>
                                  <a:cubicBezTo>
                                    <a:pt x="3622" y="32483"/>
                                    <a:pt x="1145" y="30768"/>
                                    <a:pt x="288" y="28006"/>
                                  </a:cubicBezTo>
                                  <a:cubicBezTo>
                                    <a:pt x="-760" y="24672"/>
                                    <a:pt x="1145" y="21053"/>
                                    <a:pt x="4479" y="20005"/>
                                  </a:cubicBezTo>
                                  <a:lnTo>
                                    <a:pt x="68106" y="288"/>
                                  </a:lnTo>
                                  <a:cubicBezTo>
                                    <a:pt x="71440" y="-760"/>
                                    <a:pt x="75060" y="1145"/>
                                    <a:pt x="76107" y="4479"/>
                                  </a:cubicBezTo>
                                  <a:cubicBezTo>
                                    <a:pt x="77155" y="7813"/>
                                    <a:pt x="75250" y="11432"/>
                                    <a:pt x="71916" y="12480"/>
                                  </a:cubicBezTo>
                                  <a:lnTo>
                                    <a:pt x="8289" y="32197"/>
                                  </a:lnTo>
                                  <a:cubicBezTo>
                                    <a:pt x="7622" y="32387"/>
                                    <a:pt x="7051" y="32483"/>
                                    <a:pt x="6384" y="3248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70" name="AutoShape 170"/>
                            <p:cNvSpPr/>
                            <p:nvPr/>
                          </p:nvSpPr>
                          <p:spPr>
                            <a:xfrm>
                              <a:off x="8633677" y="2835523"/>
                              <a:ext cx="38427" cy="2197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8427" h="21976">
                                  <a:moveTo>
                                    <a:pt x="6355" y="21976"/>
                                  </a:moveTo>
                                  <a:cubicBezTo>
                                    <a:pt x="3783" y="21976"/>
                                    <a:pt x="1307" y="20357"/>
                                    <a:pt x="354" y="17785"/>
                                  </a:cubicBezTo>
                                  <a:cubicBezTo>
                                    <a:pt x="-789" y="14451"/>
                                    <a:pt x="926" y="10832"/>
                                    <a:pt x="4164" y="9594"/>
                                  </a:cubicBezTo>
                                  <a:lnTo>
                                    <a:pt x="29882" y="354"/>
                                  </a:lnTo>
                                  <a:cubicBezTo>
                                    <a:pt x="33120" y="-789"/>
                                    <a:pt x="36835" y="926"/>
                                    <a:pt x="38073" y="4164"/>
                                  </a:cubicBezTo>
                                  <a:cubicBezTo>
                                    <a:pt x="39216" y="7498"/>
                                    <a:pt x="37502" y="11118"/>
                                    <a:pt x="34263" y="12356"/>
                                  </a:cubicBezTo>
                                  <a:lnTo>
                                    <a:pt x="8546" y="21595"/>
                                  </a:lnTo>
                                  <a:cubicBezTo>
                                    <a:pt x="7879" y="21881"/>
                                    <a:pt x="7117" y="21976"/>
                                    <a:pt x="6355" y="2197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71" name="AutoShape 171"/>
                            <p:cNvSpPr/>
                            <p:nvPr/>
                          </p:nvSpPr>
                          <p:spPr>
                            <a:xfrm>
                              <a:off x="8604435" y="2817007"/>
                              <a:ext cx="29474" cy="187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9474" h="18775">
                                  <a:moveTo>
                                    <a:pt x="6355" y="18775"/>
                                  </a:moveTo>
                                  <a:cubicBezTo>
                                    <a:pt x="3783" y="18775"/>
                                    <a:pt x="1307" y="17156"/>
                                    <a:pt x="354" y="14584"/>
                                  </a:cubicBezTo>
                                  <a:cubicBezTo>
                                    <a:pt x="-789" y="11251"/>
                                    <a:pt x="926" y="7631"/>
                                    <a:pt x="4164" y="6393"/>
                                  </a:cubicBezTo>
                                  <a:lnTo>
                                    <a:pt x="20928" y="392"/>
                                  </a:lnTo>
                                  <a:cubicBezTo>
                                    <a:pt x="24167" y="-846"/>
                                    <a:pt x="27882" y="964"/>
                                    <a:pt x="29119" y="4202"/>
                                  </a:cubicBezTo>
                                  <a:cubicBezTo>
                                    <a:pt x="30263" y="7536"/>
                                    <a:pt x="28548" y="11155"/>
                                    <a:pt x="25310" y="12394"/>
                                  </a:cubicBezTo>
                                  <a:lnTo>
                                    <a:pt x="8546" y="18394"/>
                                  </a:lnTo>
                                  <a:cubicBezTo>
                                    <a:pt x="7879" y="18680"/>
                                    <a:pt x="7117" y="18775"/>
                                    <a:pt x="6355" y="1877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  <p:grpSp>
                      <p:nvGrpSpPr>
                        <p:cNvPr id="172" name="Group 172"/>
                        <p:cNvGrpSpPr/>
                        <p:nvPr/>
                      </p:nvGrpSpPr>
                      <p:grpSpPr>
                        <a:xfrm>
                          <a:off x="8956391" y="2988468"/>
                          <a:ext cx="1269172" cy="2720721"/>
                          <a:chOff x="8956391" y="2988468"/>
                          <a:chExt cx="1269172" cy="2720721"/>
                        </a:xfrm>
                      </p:grpSpPr>
                      <p:grpSp>
                        <p:nvGrpSpPr>
                          <p:cNvPr id="173" name="Group 173"/>
                          <p:cNvGrpSpPr/>
                          <p:nvPr/>
                        </p:nvGrpSpPr>
                        <p:grpSpPr>
                          <a:xfrm>
                            <a:off x="8956391" y="2988468"/>
                            <a:ext cx="1183706" cy="2720721"/>
                            <a:chOff x="8956391" y="2988468"/>
                            <a:chExt cx="1183706" cy="2720721"/>
                          </a:xfrm>
                        </p:grpSpPr>
                        <p:sp>
                          <p:nvSpPr>
                            <p:cNvPr id="174" name="AutoShape 174"/>
                            <p:cNvSpPr/>
                            <p:nvPr/>
                          </p:nvSpPr>
                          <p:spPr>
                            <a:xfrm>
                              <a:off x="8956391" y="2988468"/>
                              <a:ext cx="1183706" cy="272072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83706" h="2720721">
                                  <a:moveTo>
                                    <a:pt x="211707" y="2720721"/>
                                  </a:moveTo>
                                  <a:cubicBezTo>
                                    <a:pt x="211707" y="2720721"/>
                                    <a:pt x="280191" y="1962340"/>
                                    <a:pt x="251902" y="1886998"/>
                                  </a:cubicBezTo>
                                  <a:cubicBezTo>
                                    <a:pt x="223613" y="1811655"/>
                                    <a:pt x="23398" y="1445038"/>
                                    <a:pt x="3300" y="1301877"/>
                                  </a:cubicBezTo>
                                  <a:cubicBezTo>
                                    <a:pt x="-16798" y="1158716"/>
                                    <a:pt x="59783" y="960406"/>
                                    <a:pt x="101217" y="891349"/>
                                  </a:cubicBezTo>
                                  <a:cubicBezTo>
                                    <a:pt x="142651" y="822293"/>
                                    <a:pt x="303623" y="784670"/>
                                    <a:pt x="303623" y="784670"/>
                                  </a:cubicBezTo>
                                  <a:cubicBezTo>
                                    <a:pt x="303623" y="784670"/>
                                    <a:pt x="276953" y="-95"/>
                                    <a:pt x="431354" y="0"/>
                                  </a:cubicBezTo>
                                  <a:cubicBezTo>
                                    <a:pt x="554702" y="0"/>
                                    <a:pt x="607089" y="679228"/>
                                    <a:pt x="607089" y="679228"/>
                                  </a:cubicBezTo>
                                  <a:cubicBezTo>
                                    <a:pt x="737677" y="625221"/>
                                    <a:pt x="835595" y="762095"/>
                                    <a:pt x="835595" y="762095"/>
                                  </a:cubicBezTo>
                                  <a:cubicBezTo>
                                    <a:pt x="983708" y="731996"/>
                                    <a:pt x="1032762" y="921544"/>
                                    <a:pt x="1032762" y="921544"/>
                                  </a:cubicBezTo>
                                  <a:cubicBezTo>
                                    <a:pt x="1192210" y="907732"/>
                                    <a:pt x="1188495" y="1063466"/>
                                    <a:pt x="1180876" y="1221581"/>
                                  </a:cubicBezTo>
                                  <a:cubicBezTo>
                                    <a:pt x="1173255" y="1379696"/>
                                    <a:pt x="1112581" y="1757077"/>
                                    <a:pt x="1105057" y="1849946"/>
                                  </a:cubicBezTo>
                                  <a:cubicBezTo>
                                    <a:pt x="1097532" y="1942814"/>
                                    <a:pt x="1183637" y="2720626"/>
                                    <a:pt x="1183637" y="2720626"/>
                                  </a:cubicBezTo>
                                  <a:lnTo>
                                    <a:pt x="211612" y="272062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06D51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75" name="AutoShape 175"/>
                            <p:cNvSpPr/>
                            <p:nvPr/>
                          </p:nvSpPr>
                          <p:spPr>
                            <a:xfrm>
                              <a:off x="10016715" y="4273711"/>
                              <a:ext cx="47841" cy="25733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7841" h="257330">
                                  <a:moveTo>
                                    <a:pt x="6442" y="257331"/>
                                  </a:moveTo>
                                  <a:cubicBezTo>
                                    <a:pt x="6442" y="257331"/>
                                    <a:pt x="5871" y="257331"/>
                                    <a:pt x="5490" y="257331"/>
                                  </a:cubicBezTo>
                                  <a:cubicBezTo>
                                    <a:pt x="1966" y="256854"/>
                                    <a:pt x="-416" y="253616"/>
                                    <a:pt x="61" y="250092"/>
                                  </a:cubicBezTo>
                                  <a:lnTo>
                                    <a:pt x="35112" y="5490"/>
                                  </a:lnTo>
                                  <a:cubicBezTo>
                                    <a:pt x="35589" y="1966"/>
                                    <a:pt x="38827" y="-416"/>
                                    <a:pt x="42352" y="61"/>
                                  </a:cubicBezTo>
                                  <a:cubicBezTo>
                                    <a:pt x="45876" y="537"/>
                                    <a:pt x="48257" y="3775"/>
                                    <a:pt x="47781" y="7300"/>
                                  </a:cubicBezTo>
                                  <a:lnTo>
                                    <a:pt x="12729" y="251902"/>
                                  </a:lnTo>
                                  <a:cubicBezTo>
                                    <a:pt x="12252" y="255045"/>
                                    <a:pt x="9586" y="257331"/>
                                    <a:pt x="6442" y="25733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76" name="AutoShape 176"/>
                            <p:cNvSpPr/>
                            <p:nvPr/>
                          </p:nvSpPr>
                          <p:spPr>
                            <a:xfrm>
                              <a:off x="9993949" y="4563938"/>
                              <a:ext cx="25458" cy="6597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5458" h="65973">
                                  <a:moveTo>
                                    <a:pt x="6443" y="65974"/>
                                  </a:moveTo>
                                  <a:cubicBezTo>
                                    <a:pt x="5966" y="65974"/>
                                    <a:pt x="5490" y="65974"/>
                                    <a:pt x="4919" y="65783"/>
                                  </a:cubicBezTo>
                                  <a:cubicBezTo>
                                    <a:pt x="1490" y="65022"/>
                                    <a:pt x="-606" y="61497"/>
                                    <a:pt x="156" y="58068"/>
                                  </a:cubicBezTo>
                                  <a:lnTo>
                                    <a:pt x="12825" y="4919"/>
                                  </a:lnTo>
                                  <a:cubicBezTo>
                                    <a:pt x="13682" y="1490"/>
                                    <a:pt x="17016" y="-606"/>
                                    <a:pt x="20540" y="156"/>
                                  </a:cubicBezTo>
                                  <a:cubicBezTo>
                                    <a:pt x="23969" y="918"/>
                                    <a:pt x="26064" y="4442"/>
                                    <a:pt x="25302" y="7872"/>
                                  </a:cubicBezTo>
                                  <a:lnTo>
                                    <a:pt x="12634" y="61021"/>
                                  </a:lnTo>
                                  <a:cubicBezTo>
                                    <a:pt x="11967" y="63974"/>
                                    <a:pt x="9300" y="65879"/>
                                    <a:pt x="6443" y="6587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grpSp>
                          <p:nvGrpSpPr>
                            <p:cNvPr id="177" name="Group 177"/>
                            <p:cNvGrpSpPr/>
                            <p:nvPr/>
                          </p:nvGrpSpPr>
                          <p:grpSpPr>
                            <a:xfrm>
                              <a:off x="9183494" y="3031807"/>
                              <a:ext cx="822908" cy="1167955"/>
                              <a:chOff x="9183494" y="3031807"/>
                              <a:chExt cx="822908" cy="1167955"/>
                            </a:xfrm>
                            <a:solidFill>
                              <a:srgbClr val="282523">
                                <a:alpha val="100000"/>
                              </a:srgbClr>
                            </a:solidFill>
                          </p:grpSpPr>
                          <p:sp>
                            <p:nvSpPr>
                              <p:cNvPr id="178" name="AutoShape 178"/>
                              <p:cNvSpPr/>
                              <p:nvPr/>
                            </p:nvSpPr>
                            <p:spPr>
                              <a:xfrm>
                                <a:off x="9183494" y="3793616"/>
                                <a:ext cx="83006" cy="406146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83006" h="406146">
                                    <a:moveTo>
                                      <a:pt x="6416" y="406051"/>
                                    </a:moveTo>
                                    <a:cubicBezTo>
                                      <a:pt x="5654" y="406051"/>
                                      <a:pt x="4891" y="405955"/>
                                      <a:pt x="4130" y="405670"/>
                                    </a:cubicBezTo>
                                    <a:cubicBezTo>
                                      <a:pt x="796" y="404431"/>
                                      <a:pt x="-823" y="400717"/>
                                      <a:pt x="415" y="397478"/>
                                    </a:cubicBezTo>
                                    <a:cubicBezTo>
                                      <a:pt x="1082" y="395573"/>
                                      <a:pt x="71090" y="208693"/>
                                      <a:pt x="70233" y="6382"/>
                                    </a:cubicBezTo>
                                    <a:cubicBezTo>
                                      <a:pt x="70233" y="2857"/>
                                      <a:pt x="73091" y="0"/>
                                      <a:pt x="76615" y="0"/>
                                    </a:cubicBezTo>
                                    <a:lnTo>
                                      <a:pt x="76615" y="0"/>
                                    </a:lnTo>
                                    <a:cubicBezTo>
                                      <a:pt x="80139" y="0"/>
                                      <a:pt x="82997" y="2857"/>
                                      <a:pt x="82997" y="6382"/>
                                    </a:cubicBezTo>
                                    <a:cubicBezTo>
                                      <a:pt x="83949" y="211074"/>
                                      <a:pt x="13083" y="400145"/>
                                      <a:pt x="12417" y="402050"/>
                                    </a:cubicBezTo>
                                    <a:cubicBezTo>
                                      <a:pt x="11464" y="404622"/>
                                      <a:pt x="8988" y="406146"/>
                                      <a:pt x="6511" y="406146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79" name="AutoShape 179"/>
                              <p:cNvSpPr/>
                              <p:nvPr/>
                            </p:nvSpPr>
                            <p:spPr>
                              <a:xfrm>
                                <a:off x="9566793" y="3693880"/>
                                <a:ext cx="20234" cy="108214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0234" h="108214">
                                    <a:moveTo>
                                      <a:pt x="13927" y="108214"/>
                                    </a:moveTo>
                                    <a:cubicBezTo>
                                      <a:pt x="10594" y="108214"/>
                                      <a:pt x="7832" y="105642"/>
                                      <a:pt x="7546" y="102308"/>
                                    </a:cubicBezTo>
                                    <a:lnTo>
                                      <a:pt x="21" y="6868"/>
                                    </a:lnTo>
                                    <a:cubicBezTo>
                                      <a:pt x="-265" y="3344"/>
                                      <a:pt x="2402" y="296"/>
                                      <a:pt x="5831" y="10"/>
                                    </a:cubicBezTo>
                                    <a:cubicBezTo>
                                      <a:pt x="9260" y="-180"/>
                                      <a:pt x="12403" y="2391"/>
                                      <a:pt x="12689" y="5820"/>
                                    </a:cubicBezTo>
                                    <a:lnTo>
                                      <a:pt x="20214" y="101261"/>
                                    </a:lnTo>
                                    <a:cubicBezTo>
                                      <a:pt x="20499" y="104785"/>
                                      <a:pt x="17833" y="107833"/>
                                      <a:pt x="14404" y="108119"/>
                                    </a:cubicBezTo>
                                    <a:cubicBezTo>
                                      <a:pt x="14213" y="108119"/>
                                      <a:pt x="14023" y="108119"/>
                                      <a:pt x="13927" y="108119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80" name="AutoShape 180"/>
                              <p:cNvSpPr/>
                              <p:nvPr/>
                            </p:nvSpPr>
                            <p:spPr>
                              <a:xfrm>
                                <a:off x="9798739" y="3780082"/>
                                <a:ext cx="16115" cy="8811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6115" h="88115">
                                    <a:moveTo>
                                      <a:pt x="9725" y="88116"/>
                                    </a:moveTo>
                                    <a:cubicBezTo>
                                      <a:pt x="6296" y="88116"/>
                                      <a:pt x="3534" y="85449"/>
                                      <a:pt x="3343" y="82020"/>
                                    </a:cubicBezTo>
                                    <a:lnTo>
                                      <a:pt x="9" y="6677"/>
                                    </a:lnTo>
                                    <a:cubicBezTo>
                                      <a:pt x="-181" y="3153"/>
                                      <a:pt x="2581" y="200"/>
                                      <a:pt x="6105" y="9"/>
                                    </a:cubicBezTo>
                                    <a:cubicBezTo>
                                      <a:pt x="9344" y="-181"/>
                                      <a:pt x="12582" y="2581"/>
                                      <a:pt x="12773" y="6105"/>
                                    </a:cubicBezTo>
                                    <a:lnTo>
                                      <a:pt x="16107" y="81448"/>
                                    </a:lnTo>
                                    <a:cubicBezTo>
                                      <a:pt x="16297" y="84972"/>
                                      <a:pt x="13535" y="87925"/>
                                      <a:pt x="10010" y="88116"/>
                                    </a:cubicBezTo>
                                    <a:cubicBezTo>
                                      <a:pt x="10010" y="88116"/>
                                      <a:pt x="9820" y="88116"/>
                                      <a:pt x="9725" y="88116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81" name="AutoShape 181"/>
                              <p:cNvSpPr/>
                              <p:nvPr/>
                            </p:nvSpPr>
                            <p:spPr>
                              <a:xfrm>
                                <a:off x="9987810" y="3941625"/>
                                <a:ext cx="18592" cy="10487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8592" h="104879">
                                    <a:moveTo>
                                      <a:pt x="12297" y="104880"/>
                                    </a:moveTo>
                                    <a:cubicBezTo>
                                      <a:pt x="8963" y="104880"/>
                                      <a:pt x="6201" y="102308"/>
                                      <a:pt x="5915" y="98879"/>
                                    </a:cubicBezTo>
                                    <a:lnTo>
                                      <a:pt x="10" y="6772"/>
                                    </a:lnTo>
                                    <a:cubicBezTo>
                                      <a:pt x="-181" y="3248"/>
                                      <a:pt x="2486" y="200"/>
                                      <a:pt x="5915" y="10"/>
                                    </a:cubicBezTo>
                                    <a:cubicBezTo>
                                      <a:pt x="9439" y="-181"/>
                                      <a:pt x="12487" y="2486"/>
                                      <a:pt x="12677" y="5915"/>
                                    </a:cubicBezTo>
                                    <a:lnTo>
                                      <a:pt x="18583" y="98022"/>
                                    </a:lnTo>
                                    <a:cubicBezTo>
                                      <a:pt x="18774" y="101546"/>
                                      <a:pt x="16107" y="104594"/>
                                      <a:pt x="12677" y="104785"/>
                                    </a:cubicBezTo>
                                    <a:cubicBezTo>
                                      <a:pt x="12582" y="104785"/>
                                      <a:pt x="12392" y="104785"/>
                                      <a:pt x="12297" y="104785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82" name="AutoShape 182"/>
                              <p:cNvSpPr/>
                              <p:nvPr/>
                            </p:nvSpPr>
                            <p:spPr>
                              <a:xfrm>
                                <a:off x="9338275" y="3406921"/>
                                <a:ext cx="133343" cy="3179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3343" h="31793">
                                    <a:moveTo>
                                      <a:pt x="6416" y="31794"/>
                                    </a:moveTo>
                                    <a:cubicBezTo>
                                      <a:pt x="4130" y="31794"/>
                                      <a:pt x="1939" y="30556"/>
                                      <a:pt x="796" y="28460"/>
                                    </a:cubicBezTo>
                                    <a:cubicBezTo>
                                      <a:pt x="-918" y="25412"/>
                                      <a:pt x="225" y="21507"/>
                                      <a:pt x="3368" y="19792"/>
                                    </a:cubicBezTo>
                                    <a:cubicBezTo>
                                      <a:pt x="41564" y="-972"/>
                                      <a:pt x="87284" y="-5640"/>
                                      <a:pt x="128812" y="6933"/>
                                    </a:cubicBezTo>
                                    <a:cubicBezTo>
                                      <a:pt x="132146" y="7981"/>
                                      <a:pt x="134051" y="11506"/>
                                      <a:pt x="133099" y="14839"/>
                                    </a:cubicBezTo>
                                    <a:cubicBezTo>
                                      <a:pt x="132051" y="18173"/>
                                      <a:pt x="128527" y="20078"/>
                                      <a:pt x="125193" y="19125"/>
                                    </a:cubicBezTo>
                                    <a:cubicBezTo>
                                      <a:pt x="86807" y="7600"/>
                                      <a:pt x="44707" y="11886"/>
                                      <a:pt x="9464" y="31032"/>
                                    </a:cubicBezTo>
                                    <a:cubicBezTo>
                                      <a:pt x="8512" y="31603"/>
                                      <a:pt x="7464" y="31794"/>
                                      <a:pt x="6416" y="31794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83" name="AutoShape 183"/>
                              <p:cNvSpPr/>
                              <p:nvPr/>
                            </p:nvSpPr>
                            <p:spPr>
                              <a:xfrm>
                                <a:off x="9362416" y="3346886"/>
                                <a:ext cx="71488" cy="1562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1488" h="15629">
                                    <a:moveTo>
                                      <a:pt x="6374" y="15629"/>
                                    </a:moveTo>
                                    <a:cubicBezTo>
                                      <a:pt x="3326" y="15629"/>
                                      <a:pt x="659" y="13439"/>
                                      <a:pt x="88" y="10391"/>
                                    </a:cubicBezTo>
                                    <a:cubicBezTo>
                                      <a:pt x="-484" y="6961"/>
                                      <a:pt x="1802" y="3628"/>
                                      <a:pt x="5231" y="3056"/>
                                    </a:cubicBezTo>
                                    <a:cubicBezTo>
                                      <a:pt x="25234" y="-468"/>
                                      <a:pt x="45617" y="-944"/>
                                      <a:pt x="65905" y="1627"/>
                                    </a:cubicBezTo>
                                    <a:cubicBezTo>
                                      <a:pt x="69429" y="2104"/>
                                      <a:pt x="71906" y="5247"/>
                                      <a:pt x="71430" y="8771"/>
                                    </a:cubicBezTo>
                                    <a:cubicBezTo>
                                      <a:pt x="70954" y="12296"/>
                                      <a:pt x="67715" y="14772"/>
                                      <a:pt x="64286" y="14296"/>
                                    </a:cubicBezTo>
                                    <a:cubicBezTo>
                                      <a:pt x="45331" y="11915"/>
                                      <a:pt x="26186" y="12296"/>
                                      <a:pt x="7422" y="15629"/>
                                    </a:cubicBezTo>
                                    <a:cubicBezTo>
                                      <a:pt x="7041" y="15629"/>
                                      <a:pt x="6660" y="15629"/>
                                      <a:pt x="6279" y="15629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84" name="AutoShape 184"/>
                              <p:cNvSpPr/>
                              <p:nvPr/>
                            </p:nvSpPr>
                            <p:spPr>
                              <a:xfrm>
                                <a:off x="9324857" y="3031807"/>
                                <a:ext cx="132961" cy="17887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2961" h="178879">
                                    <a:moveTo>
                                      <a:pt x="126038" y="125444"/>
                                    </a:moveTo>
                                    <a:cubicBezTo>
                                      <a:pt x="115656" y="75629"/>
                                      <a:pt x="94320" y="0"/>
                                      <a:pt x="60792" y="0"/>
                                    </a:cubicBezTo>
                                    <a:cubicBezTo>
                                      <a:pt x="60030" y="0"/>
                                      <a:pt x="59363" y="0"/>
                                      <a:pt x="58602" y="95"/>
                                    </a:cubicBezTo>
                                    <a:cubicBezTo>
                                      <a:pt x="43361" y="1524"/>
                                      <a:pt x="30407" y="16859"/>
                                      <a:pt x="20120" y="45529"/>
                                    </a:cubicBezTo>
                                    <a:cubicBezTo>
                                      <a:pt x="6881" y="82487"/>
                                      <a:pt x="-4835" y="161925"/>
                                      <a:pt x="2023" y="168688"/>
                                    </a:cubicBezTo>
                                    <a:cubicBezTo>
                                      <a:pt x="2404" y="169069"/>
                                      <a:pt x="2785" y="169450"/>
                                      <a:pt x="3261" y="169736"/>
                                    </a:cubicBezTo>
                                    <a:cubicBezTo>
                                      <a:pt x="15168" y="176594"/>
                                      <a:pt x="33360" y="178879"/>
                                      <a:pt x="52410" y="178879"/>
                                    </a:cubicBezTo>
                                    <a:cubicBezTo>
                                      <a:pt x="72603" y="178879"/>
                                      <a:pt x="93558" y="176308"/>
                                      <a:pt x="108322" y="174022"/>
                                    </a:cubicBezTo>
                                    <a:cubicBezTo>
                                      <a:pt x="119371" y="172212"/>
                                      <a:pt x="126991" y="170688"/>
                                      <a:pt x="127943" y="170402"/>
                                    </a:cubicBezTo>
                                    <a:cubicBezTo>
                                      <a:pt x="131182" y="169736"/>
                                      <a:pt x="133373" y="166592"/>
                                      <a:pt x="132896" y="163259"/>
                                    </a:cubicBezTo>
                                    <a:cubicBezTo>
                                      <a:pt x="131849" y="156305"/>
                                      <a:pt x="129563" y="142304"/>
                                      <a:pt x="126038" y="125444"/>
                                    </a:cubicBezTo>
                                    <a:close/>
                                    <a:moveTo>
                                      <a:pt x="113370" y="160211"/>
                                    </a:moveTo>
                                    <a:cubicBezTo>
                                      <a:pt x="85271" y="165164"/>
                                      <a:pt x="35265" y="170688"/>
                                      <a:pt x="12405" y="160115"/>
                                    </a:cubicBezTo>
                                    <a:cubicBezTo>
                                      <a:pt x="12405" y="142494"/>
                                      <a:pt x="22025" y="53150"/>
                                      <a:pt x="46029" y="22289"/>
                                    </a:cubicBezTo>
                                    <a:cubicBezTo>
                                      <a:pt x="50505" y="16383"/>
                                      <a:pt x="55173" y="13240"/>
                                      <a:pt x="59840" y="12764"/>
                                    </a:cubicBezTo>
                                    <a:cubicBezTo>
                                      <a:pt x="83081" y="10478"/>
                                      <a:pt x="106322" y="86201"/>
                                      <a:pt x="117561" y="148685"/>
                                    </a:cubicBezTo>
                                    <a:cubicBezTo>
                                      <a:pt x="118228" y="152210"/>
                                      <a:pt x="118800" y="155734"/>
                                      <a:pt x="119371" y="159163"/>
                                    </a:cubicBezTo>
                                    <a:cubicBezTo>
                                      <a:pt x="117561" y="159544"/>
                                      <a:pt x="115561" y="159829"/>
                                      <a:pt x="113370" y="16021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185" name="Group 185"/>
                          <p:cNvGrpSpPr/>
                          <p:nvPr/>
                        </p:nvGrpSpPr>
                        <p:grpSpPr>
                          <a:xfrm>
                            <a:off x="9120282" y="5020369"/>
                            <a:ext cx="1105281" cy="688820"/>
                            <a:chOff x="9120282" y="5020369"/>
                            <a:chExt cx="1105281" cy="688820"/>
                          </a:xfrm>
                        </p:grpSpPr>
                        <p:sp>
                          <p:nvSpPr>
                            <p:cNvPr id="186" name="AutoShape 186"/>
                            <p:cNvSpPr/>
                            <p:nvPr/>
                          </p:nvSpPr>
                          <p:spPr>
                            <a:xfrm>
                              <a:off x="9171527" y="5020369"/>
                              <a:ext cx="949165" cy="28267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49165" h="282674">
                                  <a:moveTo>
                                    <a:pt x="0" y="282675"/>
                                  </a:moveTo>
                                  <a:cubicBezTo>
                                    <a:pt x="0" y="282675"/>
                                    <a:pt x="2762" y="29691"/>
                                    <a:pt x="48959" y="10069"/>
                                  </a:cubicBezTo>
                                  <a:cubicBezTo>
                                    <a:pt x="95059" y="-9457"/>
                                    <a:pt x="866775" y="-1170"/>
                                    <a:pt x="903065" y="40073"/>
                                  </a:cubicBezTo>
                                  <a:cubicBezTo>
                                    <a:pt x="939451" y="81316"/>
                                    <a:pt x="949166" y="282675"/>
                                    <a:pt x="949166" y="282675"/>
                                  </a:cubicBezTo>
                                  <a:lnTo>
                                    <a:pt x="0" y="28267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6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7" name="AutoShape 187"/>
                            <p:cNvSpPr/>
                            <p:nvPr/>
                          </p:nvSpPr>
                          <p:spPr>
                            <a:xfrm>
                              <a:off x="9257338" y="5071566"/>
                              <a:ext cx="22592" cy="22385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2592" h="223857">
                                  <a:moveTo>
                                    <a:pt x="16201" y="223857"/>
                                  </a:moveTo>
                                  <a:cubicBezTo>
                                    <a:pt x="12868" y="223857"/>
                                    <a:pt x="10010" y="221190"/>
                                    <a:pt x="9820" y="217761"/>
                                  </a:cubicBezTo>
                                  <a:lnTo>
                                    <a:pt x="9" y="6687"/>
                                  </a:lnTo>
                                  <a:cubicBezTo>
                                    <a:pt x="-181" y="3163"/>
                                    <a:pt x="2581" y="210"/>
                                    <a:pt x="6105" y="20"/>
                                  </a:cubicBezTo>
                                  <a:cubicBezTo>
                                    <a:pt x="9534" y="-266"/>
                                    <a:pt x="12582" y="2591"/>
                                    <a:pt x="12772" y="6116"/>
                                  </a:cubicBezTo>
                                  <a:lnTo>
                                    <a:pt x="22584" y="217190"/>
                                  </a:lnTo>
                                  <a:cubicBezTo>
                                    <a:pt x="22774" y="220714"/>
                                    <a:pt x="20012" y="223667"/>
                                    <a:pt x="16487" y="223857"/>
                                  </a:cubicBezTo>
                                  <a:cubicBezTo>
                                    <a:pt x="16392" y="223857"/>
                                    <a:pt x="16297" y="223857"/>
                                    <a:pt x="16201" y="22385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8" name="AutoShape 188"/>
                            <p:cNvSpPr/>
                            <p:nvPr/>
                          </p:nvSpPr>
                          <p:spPr>
                            <a:xfrm>
                              <a:off x="9406985" y="5078730"/>
                              <a:ext cx="14097" cy="20554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097" h="205549">
                                  <a:moveTo>
                                    <a:pt x="7811" y="205549"/>
                                  </a:moveTo>
                                  <a:cubicBezTo>
                                    <a:pt x="4286" y="205549"/>
                                    <a:pt x="1429" y="202692"/>
                                    <a:pt x="1429" y="199263"/>
                                  </a:cubicBezTo>
                                  <a:lnTo>
                                    <a:pt x="0" y="6382"/>
                                  </a:lnTo>
                                  <a:cubicBezTo>
                                    <a:pt x="0" y="2857"/>
                                    <a:pt x="2763" y="0"/>
                                    <a:pt x="6287" y="0"/>
                                  </a:cubicBezTo>
                                  <a:lnTo>
                                    <a:pt x="6287" y="0"/>
                                  </a:lnTo>
                                  <a:cubicBezTo>
                                    <a:pt x="9811" y="0"/>
                                    <a:pt x="12668" y="2857"/>
                                    <a:pt x="12668" y="6286"/>
                                  </a:cubicBezTo>
                                  <a:lnTo>
                                    <a:pt x="14097" y="199168"/>
                                  </a:lnTo>
                                  <a:cubicBezTo>
                                    <a:pt x="14097" y="202692"/>
                                    <a:pt x="11335" y="205549"/>
                                    <a:pt x="7811" y="205549"/>
                                  </a:cubicBezTo>
                                  <a:lnTo>
                                    <a:pt x="7811" y="20554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89" name="AutoShape 189"/>
                            <p:cNvSpPr/>
                            <p:nvPr/>
                          </p:nvSpPr>
                          <p:spPr>
                            <a:xfrm>
                              <a:off x="9563566" y="5075767"/>
                              <a:ext cx="25260" cy="20708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5260" h="207083">
                                  <a:moveTo>
                                    <a:pt x="18964" y="207083"/>
                                  </a:moveTo>
                                  <a:cubicBezTo>
                                    <a:pt x="15631" y="207083"/>
                                    <a:pt x="12869" y="204511"/>
                                    <a:pt x="12583" y="201082"/>
                                  </a:cubicBezTo>
                                  <a:lnTo>
                                    <a:pt x="10" y="6772"/>
                                  </a:lnTo>
                                  <a:cubicBezTo>
                                    <a:pt x="-181" y="3248"/>
                                    <a:pt x="2486" y="200"/>
                                    <a:pt x="5915" y="10"/>
                                  </a:cubicBezTo>
                                  <a:cubicBezTo>
                                    <a:pt x="9535" y="-181"/>
                                    <a:pt x="12487" y="2486"/>
                                    <a:pt x="12678" y="5915"/>
                                  </a:cubicBezTo>
                                  <a:lnTo>
                                    <a:pt x="25251" y="200225"/>
                                  </a:lnTo>
                                  <a:cubicBezTo>
                                    <a:pt x="25441" y="203749"/>
                                    <a:pt x="22774" y="206797"/>
                                    <a:pt x="19346" y="206988"/>
                                  </a:cubicBezTo>
                                  <a:cubicBezTo>
                                    <a:pt x="19250" y="206988"/>
                                    <a:pt x="19060" y="206988"/>
                                    <a:pt x="18964" y="20698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0" name="AutoShape 190"/>
                            <p:cNvSpPr/>
                            <p:nvPr/>
                          </p:nvSpPr>
                          <p:spPr>
                            <a:xfrm>
                              <a:off x="9739693" y="5084159"/>
                              <a:ext cx="18383" cy="20983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383" h="209835">
                                  <a:moveTo>
                                    <a:pt x="12002" y="209836"/>
                                  </a:moveTo>
                                  <a:cubicBezTo>
                                    <a:pt x="8573" y="209836"/>
                                    <a:pt x="5715" y="207074"/>
                                    <a:pt x="5620" y="203645"/>
                                  </a:cubicBezTo>
                                  <a:lnTo>
                                    <a:pt x="0" y="6572"/>
                                  </a:lnTo>
                                  <a:cubicBezTo>
                                    <a:pt x="0" y="3048"/>
                                    <a:pt x="2667" y="95"/>
                                    <a:pt x="6191" y="0"/>
                                  </a:cubicBezTo>
                                  <a:cubicBezTo>
                                    <a:pt x="9716" y="0"/>
                                    <a:pt x="12668" y="2667"/>
                                    <a:pt x="12764" y="6191"/>
                                  </a:cubicBezTo>
                                  <a:lnTo>
                                    <a:pt x="18383" y="203263"/>
                                  </a:lnTo>
                                  <a:cubicBezTo>
                                    <a:pt x="18383" y="206788"/>
                                    <a:pt x="15716" y="209741"/>
                                    <a:pt x="12192" y="209836"/>
                                  </a:cubicBezTo>
                                  <a:lnTo>
                                    <a:pt x="12002" y="20983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1" name="AutoShape 191"/>
                            <p:cNvSpPr/>
                            <p:nvPr/>
                          </p:nvSpPr>
                          <p:spPr>
                            <a:xfrm>
                              <a:off x="9896342" y="5100981"/>
                              <a:ext cx="30935" cy="1874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0935" h="187489">
                                  <a:moveTo>
                                    <a:pt x="24517" y="187489"/>
                                  </a:moveTo>
                                  <a:cubicBezTo>
                                    <a:pt x="21278" y="187489"/>
                                    <a:pt x="18516" y="185013"/>
                                    <a:pt x="18230" y="181774"/>
                                  </a:cubicBezTo>
                                  <a:lnTo>
                                    <a:pt x="37" y="6991"/>
                                  </a:lnTo>
                                  <a:cubicBezTo>
                                    <a:pt x="-343" y="3466"/>
                                    <a:pt x="2228" y="323"/>
                                    <a:pt x="5753" y="37"/>
                                  </a:cubicBezTo>
                                  <a:cubicBezTo>
                                    <a:pt x="9182" y="-344"/>
                                    <a:pt x="12420" y="2228"/>
                                    <a:pt x="12706" y="5753"/>
                                  </a:cubicBezTo>
                                  <a:lnTo>
                                    <a:pt x="30898" y="180536"/>
                                  </a:lnTo>
                                  <a:cubicBezTo>
                                    <a:pt x="31280" y="184060"/>
                                    <a:pt x="28708" y="187204"/>
                                    <a:pt x="25184" y="187489"/>
                                  </a:cubicBezTo>
                                  <a:cubicBezTo>
                                    <a:pt x="24993" y="187489"/>
                                    <a:pt x="24707" y="187489"/>
                                    <a:pt x="24517" y="18748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2" name="AutoShape 192"/>
                            <p:cNvSpPr/>
                            <p:nvPr/>
                          </p:nvSpPr>
                          <p:spPr>
                            <a:xfrm>
                              <a:off x="10010973" y="5105217"/>
                              <a:ext cx="40656" cy="17906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0656" h="179062">
                                  <a:moveTo>
                                    <a:pt x="34282" y="179062"/>
                                  </a:moveTo>
                                  <a:cubicBezTo>
                                    <a:pt x="31234" y="179062"/>
                                    <a:pt x="28567" y="176871"/>
                                    <a:pt x="27996" y="173728"/>
                                  </a:cubicBezTo>
                                  <a:lnTo>
                                    <a:pt x="88" y="7422"/>
                                  </a:lnTo>
                                  <a:cubicBezTo>
                                    <a:pt x="-484" y="3898"/>
                                    <a:pt x="1802" y="659"/>
                                    <a:pt x="5326" y="87"/>
                                  </a:cubicBezTo>
                                  <a:cubicBezTo>
                                    <a:pt x="8850" y="-484"/>
                                    <a:pt x="12089" y="1802"/>
                                    <a:pt x="12660" y="5326"/>
                                  </a:cubicBezTo>
                                  <a:lnTo>
                                    <a:pt x="40569" y="171633"/>
                                  </a:lnTo>
                                  <a:cubicBezTo>
                                    <a:pt x="41140" y="175157"/>
                                    <a:pt x="38854" y="178395"/>
                                    <a:pt x="35330" y="178967"/>
                                  </a:cubicBezTo>
                                  <a:cubicBezTo>
                                    <a:pt x="34949" y="178967"/>
                                    <a:pt x="34568" y="178967"/>
                                    <a:pt x="34282" y="17896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3" name="AutoShape 193"/>
                            <p:cNvSpPr/>
                            <p:nvPr/>
                          </p:nvSpPr>
                          <p:spPr>
                            <a:xfrm>
                              <a:off x="9120282" y="5246820"/>
                              <a:ext cx="1105281" cy="46236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05281" h="462369">
                                  <a:moveTo>
                                    <a:pt x="0" y="462369"/>
                                  </a:moveTo>
                                  <a:lnTo>
                                    <a:pt x="31718" y="48317"/>
                                  </a:lnTo>
                                  <a:cubicBezTo>
                                    <a:pt x="57817" y="-37408"/>
                                    <a:pt x="999077" y="11075"/>
                                    <a:pt x="1028891" y="40888"/>
                                  </a:cubicBezTo>
                                  <a:cubicBezTo>
                                    <a:pt x="1058704" y="70701"/>
                                    <a:pt x="1105281" y="462369"/>
                                    <a:pt x="1105281" y="462369"/>
                                  </a:cubicBezTo>
                                  <a:lnTo>
                                    <a:pt x="0" y="46236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53AFA6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4" name="AutoShape 194"/>
                            <p:cNvSpPr/>
                            <p:nvPr/>
                          </p:nvSpPr>
                          <p:spPr>
                            <a:xfrm>
                              <a:off x="10091604" y="5397684"/>
                              <a:ext cx="16458" cy="4728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6458" h="47281">
                                  <a:moveTo>
                                    <a:pt x="10039" y="47282"/>
                                  </a:moveTo>
                                  <a:cubicBezTo>
                                    <a:pt x="6800" y="47282"/>
                                    <a:pt x="4038" y="44900"/>
                                    <a:pt x="3752" y="41566"/>
                                  </a:cubicBezTo>
                                  <a:lnTo>
                                    <a:pt x="37" y="7086"/>
                                  </a:lnTo>
                                  <a:cubicBezTo>
                                    <a:pt x="-343" y="3562"/>
                                    <a:pt x="2228" y="418"/>
                                    <a:pt x="5657" y="37"/>
                                  </a:cubicBezTo>
                                  <a:cubicBezTo>
                                    <a:pt x="9086" y="-343"/>
                                    <a:pt x="12325" y="2228"/>
                                    <a:pt x="12706" y="5657"/>
                                  </a:cubicBezTo>
                                  <a:lnTo>
                                    <a:pt x="16421" y="40138"/>
                                  </a:lnTo>
                                  <a:cubicBezTo>
                                    <a:pt x="16802" y="43662"/>
                                    <a:pt x="14230" y="46805"/>
                                    <a:pt x="10801" y="47186"/>
                                  </a:cubicBezTo>
                                  <a:cubicBezTo>
                                    <a:pt x="10610" y="47186"/>
                                    <a:pt x="10325" y="47186"/>
                                    <a:pt x="10134" y="4718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5" name="AutoShape 195"/>
                            <p:cNvSpPr/>
                            <p:nvPr/>
                          </p:nvSpPr>
                          <p:spPr>
                            <a:xfrm>
                              <a:off x="10043108" y="5443485"/>
                              <a:ext cx="21153" cy="528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1153" h="52819">
                                  <a:moveTo>
                                    <a:pt x="14720" y="52820"/>
                                  </a:moveTo>
                                  <a:cubicBezTo>
                                    <a:pt x="11767" y="52820"/>
                                    <a:pt x="9100" y="50725"/>
                                    <a:pt x="8529" y="47772"/>
                                  </a:cubicBezTo>
                                  <a:lnTo>
                                    <a:pt x="147" y="7671"/>
                                  </a:lnTo>
                                  <a:cubicBezTo>
                                    <a:pt x="-615" y="4243"/>
                                    <a:pt x="1671" y="814"/>
                                    <a:pt x="5100" y="147"/>
                                  </a:cubicBezTo>
                                  <a:cubicBezTo>
                                    <a:pt x="8529" y="-615"/>
                                    <a:pt x="11958" y="1671"/>
                                    <a:pt x="12624" y="5100"/>
                                  </a:cubicBezTo>
                                  <a:lnTo>
                                    <a:pt x="21006" y="45200"/>
                                  </a:lnTo>
                                  <a:cubicBezTo>
                                    <a:pt x="21769" y="48629"/>
                                    <a:pt x="19483" y="52058"/>
                                    <a:pt x="16054" y="52725"/>
                                  </a:cubicBezTo>
                                  <a:cubicBezTo>
                                    <a:pt x="15578" y="52725"/>
                                    <a:pt x="15196" y="52820"/>
                                    <a:pt x="14720" y="5282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6" name="AutoShape 196"/>
                            <p:cNvSpPr/>
                            <p:nvPr/>
                          </p:nvSpPr>
                          <p:spPr>
                            <a:xfrm>
                              <a:off x="10107358" y="5480682"/>
                              <a:ext cx="13716" cy="48198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3716" h="48198">
                                  <a:moveTo>
                                    <a:pt x="7334" y="48199"/>
                                  </a:moveTo>
                                  <a:cubicBezTo>
                                    <a:pt x="3905" y="48199"/>
                                    <a:pt x="1048" y="45436"/>
                                    <a:pt x="952" y="42007"/>
                                  </a:cubicBezTo>
                                  <a:lnTo>
                                    <a:pt x="0" y="6575"/>
                                  </a:lnTo>
                                  <a:cubicBezTo>
                                    <a:pt x="0" y="3050"/>
                                    <a:pt x="2667" y="97"/>
                                    <a:pt x="6191" y="2"/>
                                  </a:cubicBezTo>
                                  <a:cubicBezTo>
                                    <a:pt x="9810" y="-93"/>
                                    <a:pt x="12668" y="2669"/>
                                    <a:pt x="12763" y="6193"/>
                                  </a:cubicBezTo>
                                  <a:lnTo>
                                    <a:pt x="13716" y="41627"/>
                                  </a:lnTo>
                                  <a:cubicBezTo>
                                    <a:pt x="13716" y="45151"/>
                                    <a:pt x="11049" y="48104"/>
                                    <a:pt x="7525" y="48199"/>
                                  </a:cubicBezTo>
                                  <a:lnTo>
                                    <a:pt x="7334" y="4819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7" name="AutoShape 197"/>
                            <p:cNvSpPr/>
                            <p:nvPr/>
                          </p:nvSpPr>
                          <p:spPr>
                            <a:xfrm>
                              <a:off x="10150211" y="5444455"/>
                              <a:ext cx="14592" cy="4718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592" h="47182">
                                  <a:moveTo>
                                    <a:pt x="8296" y="47183"/>
                                  </a:moveTo>
                                  <a:cubicBezTo>
                                    <a:pt x="4963" y="47183"/>
                                    <a:pt x="2105" y="44516"/>
                                    <a:pt x="1914" y="41182"/>
                                  </a:cubicBezTo>
                                  <a:lnTo>
                                    <a:pt x="10" y="6702"/>
                                  </a:lnTo>
                                  <a:cubicBezTo>
                                    <a:pt x="-181" y="3178"/>
                                    <a:pt x="2486" y="225"/>
                                    <a:pt x="6010" y="34"/>
                                  </a:cubicBezTo>
                                  <a:cubicBezTo>
                                    <a:pt x="9535" y="-347"/>
                                    <a:pt x="12487" y="2511"/>
                                    <a:pt x="12677" y="6035"/>
                                  </a:cubicBezTo>
                                  <a:lnTo>
                                    <a:pt x="14583" y="40515"/>
                                  </a:lnTo>
                                  <a:cubicBezTo>
                                    <a:pt x="14773" y="44040"/>
                                    <a:pt x="12107" y="46993"/>
                                    <a:pt x="8582" y="47183"/>
                                  </a:cubicBezTo>
                                  <a:cubicBezTo>
                                    <a:pt x="8487" y="47183"/>
                                    <a:pt x="8392" y="47183"/>
                                    <a:pt x="8201" y="4718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198" name="AutoShape 198"/>
                            <p:cNvSpPr/>
                            <p:nvPr/>
                          </p:nvSpPr>
                          <p:spPr>
                            <a:xfrm>
                              <a:off x="10066401" y="5540311"/>
                              <a:ext cx="12763" cy="56578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763" h="56578">
                                  <a:moveTo>
                                    <a:pt x="6382" y="56579"/>
                                  </a:moveTo>
                                  <a:cubicBezTo>
                                    <a:pt x="2857" y="56579"/>
                                    <a:pt x="0" y="53721"/>
                                    <a:pt x="0" y="50197"/>
                                  </a:cubicBezTo>
                                  <a:lnTo>
                                    <a:pt x="0" y="6382"/>
                                  </a:lnTo>
                                  <a:cubicBezTo>
                                    <a:pt x="0" y="2858"/>
                                    <a:pt x="2857" y="0"/>
                                    <a:pt x="6382" y="0"/>
                                  </a:cubicBezTo>
                                  <a:cubicBezTo>
                                    <a:pt x="9906" y="0"/>
                                    <a:pt x="12763" y="2858"/>
                                    <a:pt x="12763" y="6382"/>
                                  </a:cubicBezTo>
                                  <a:lnTo>
                                    <a:pt x="12763" y="50197"/>
                                  </a:lnTo>
                                  <a:cubicBezTo>
                                    <a:pt x="12763" y="53721"/>
                                    <a:pt x="9906" y="56579"/>
                                    <a:pt x="6382" y="5657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99" name="Group 199"/>
                    <p:cNvGrpSpPr/>
                    <p:nvPr/>
                  </p:nvGrpSpPr>
                  <p:grpSpPr>
                    <a:xfrm>
                      <a:off x="10322766" y="4856273"/>
                      <a:ext cx="451818" cy="354949"/>
                      <a:chOff x="10322766" y="4856273"/>
                      <a:chExt cx="451818" cy="354949"/>
                    </a:xfrm>
                    <a:solidFill>
                      <a:srgbClr val="FFFFFF">
                        <a:alpha val="100000"/>
                      </a:srgbClr>
                    </a:solidFill>
                  </p:grpSpPr>
                  <p:sp>
                    <p:nvSpPr>
                      <p:cNvPr id="200" name="AutoShape 200"/>
                      <p:cNvSpPr/>
                      <p:nvPr/>
                    </p:nvSpPr>
                    <p:spPr>
                      <a:xfrm>
                        <a:off x="10322766" y="4856273"/>
                        <a:ext cx="154019" cy="1540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019" h="154019">
                            <a:moveTo>
                              <a:pt x="151304" y="72152"/>
                            </a:moveTo>
                            <a:lnTo>
                              <a:pt x="109490" y="46339"/>
                            </a:lnTo>
                            <a:cubicBezTo>
                              <a:pt x="108728" y="45863"/>
                              <a:pt x="108061" y="45196"/>
                              <a:pt x="107680" y="44529"/>
                            </a:cubicBezTo>
                            <a:lnTo>
                              <a:pt x="81867" y="2715"/>
                            </a:lnTo>
                            <a:cubicBezTo>
                              <a:pt x="79676" y="-905"/>
                              <a:pt x="74437" y="-905"/>
                              <a:pt x="72151" y="2715"/>
                            </a:cubicBezTo>
                            <a:lnTo>
                              <a:pt x="46339" y="44529"/>
                            </a:lnTo>
                            <a:cubicBezTo>
                              <a:pt x="45862" y="45291"/>
                              <a:pt x="45196" y="45958"/>
                              <a:pt x="44530" y="46339"/>
                            </a:cubicBezTo>
                            <a:lnTo>
                              <a:pt x="2715" y="72152"/>
                            </a:lnTo>
                            <a:cubicBezTo>
                              <a:pt x="-905" y="74343"/>
                              <a:pt x="-905" y="79581"/>
                              <a:pt x="2715" y="81867"/>
                            </a:cubicBezTo>
                            <a:lnTo>
                              <a:pt x="44530" y="107680"/>
                            </a:lnTo>
                            <a:cubicBezTo>
                              <a:pt x="45291" y="108156"/>
                              <a:pt x="45957" y="108823"/>
                              <a:pt x="46339" y="109490"/>
                            </a:cubicBezTo>
                            <a:lnTo>
                              <a:pt x="72151" y="151305"/>
                            </a:lnTo>
                            <a:cubicBezTo>
                              <a:pt x="74343" y="154924"/>
                              <a:pt x="79581" y="154924"/>
                              <a:pt x="81867" y="151305"/>
                            </a:cubicBezTo>
                            <a:lnTo>
                              <a:pt x="107680" y="109490"/>
                            </a:lnTo>
                            <a:cubicBezTo>
                              <a:pt x="108156" y="108728"/>
                              <a:pt x="108823" y="108061"/>
                              <a:pt x="109490" y="107680"/>
                            </a:cubicBezTo>
                            <a:lnTo>
                              <a:pt x="151304" y="81867"/>
                            </a:lnTo>
                            <a:cubicBezTo>
                              <a:pt x="154924" y="79677"/>
                              <a:pt x="154924" y="74438"/>
                              <a:pt x="151304" y="72152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01" name="AutoShape 201"/>
                      <p:cNvSpPr/>
                      <p:nvPr/>
                    </p:nvSpPr>
                    <p:spPr>
                      <a:xfrm>
                        <a:off x="10496645" y="4933283"/>
                        <a:ext cx="277939" cy="27793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7939" h="277939">
                            <a:moveTo>
                              <a:pt x="273082" y="130207"/>
                            </a:moveTo>
                            <a:lnTo>
                              <a:pt x="197644" y="83629"/>
                            </a:lnTo>
                            <a:cubicBezTo>
                              <a:pt x="196310" y="82772"/>
                              <a:pt x="195167" y="81629"/>
                              <a:pt x="194311" y="80296"/>
                            </a:cubicBezTo>
                            <a:lnTo>
                              <a:pt x="147733" y="4858"/>
                            </a:lnTo>
                            <a:cubicBezTo>
                              <a:pt x="143732" y="-1619"/>
                              <a:pt x="134303" y="-1619"/>
                              <a:pt x="130207" y="4858"/>
                            </a:cubicBezTo>
                            <a:lnTo>
                              <a:pt x="83630" y="80296"/>
                            </a:lnTo>
                            <a:cubicBezTo>
                              <a:pt x="82772" y="81629"/>
                              <a:pt x="81629" y="82772"/>
                              <a:pt x="80295" y="83629"/>
                            </a:cubicBezTo>
                            <a:lnTo>
                              <a:pt x="4858" y="130207"/>
                            </a:lnTo>
                            <a:cubicBezTo>
                              <a:pt x="-1619" y="134207"/>
                              <a:pt x="-1619" y="143637"/>
                              <a:pt x="4858" y="147733"/>
                            </a:cubicBezTo>
                            <a:lnTo>
                              <a:pt x="80295" y="194310"/>
                            </a:lnTo>
                            <a:cubicBezTo>
                              <a:pt x="81629" y="195167"/>
                              <a:pt x="82772" y="196310"/>
                              <a:pt x="83630" y="197644"/>
                            </a:cubicBezTo>
                            <a:lnTo>
                              <a:pt x="130207" y="273082"/>
                            </a:lnTo>
                            <a:cubicBezTo>
                              <a:pt x="134207" y="279559"/>
                              <a:pt x="143637" y="279559"/>
                              <a:pt x="147733" y="273082"/>
                            </a:cubicBezTo>
                            <a:lnTo>
                              <a:pt x="194311" y="197644"/>
                            </a:lnTo>
                            <a:cubicBezTo>
                              <a:pt x="195167" y="196310"/>
                              <a:pt x="196310" y="195167"/>
                              <a:pt x="197644" y="194310"/>
                            </a:cubicBezTo>
                            <a:lnTo>
                              <a:pt x="273082" y="147733"/>
                            </a:lnTo>
                            <a:cubicBezTo>
                              <a:pt x="279559" y="143732"/>
                              <a:pt x="279559" y="134302"/>
                              <a:pt x="273082" y="130207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02" name="Group 202"/>
                    <p:cNvGrpSpPr/>
                    <p:nvPr/>
                  </p:nvGrpSpPr>
                  <p:grpSpPr>
                    <a:xfrm>
                      <a:off x="9932527" y="1125331"/>
                      <a:ext cx="451818" cy="355044"/>
                      <a:chOff x="9932527" y="1125331"/>
                      <a:chExt cx="451818" cy="355044"/>
                    </a:xfrm>
                    <a:solidFill>
                      <a:srgbClr val="FFFFFF">
                        <a:alpha val="100000"/>
                      </a:srgbClr>
                    </a:solidFill>
                  </p:grpSpPr>
                  <p:sp>
                    <p:nvSpPr>
                      <p:cNvPr id="203" name="AutoShape 203"/>
                      <p:cNvSpPr/>
                      <p:nvPr/>
                    </p:nvSpPr>
                    <p:spPr>
                      <a:xfrm>
                        <a:off x="9932527" y="1125331"/>
                        <a:ext cx="154019" cy="1540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019" h="154019">
                            <a:moveTo>
                              <a:pt x="151304" y="72152"/>
                            </a:moveTo>
                            <a:lnTo>
                              <a:pt x="109490" y="46339"/>
                            </a:lnTo>
                            <a:cubicBezTo>
                              <a:pt x="108728" y="45863"/>
                              <a:pt x="108061" y="45196"/>
                              <a:pt x="107680" y="44529"/>
                            </a:cubicBezTo>
                            <a:lnTo>
                              <a:pt x="81867" y="2715"/>
                            </a:lnTo>
                            <a:cubicBezTo>
                              <a:pt x="79677" y="-905"/>
                              <a:pt x="74438" y="-905"/>
                              <a:pt x="72152" y="2715"/>
                            </a:cubicBezTo>
                            <a:lnTo>
                              <a:pt x="46339" y="44529"/>
                            </a:lnTo>
                            <a:cubicBezTo>
                              <a:pt x="45863" y="45291"/>
                              <a:pt x="45196" y="45958"/>
                              <a:pt x="44530" y="46339"/>
                            </a:cubicBezTo>
                            <a:lnTo>
                              <a:pt x="2715" y="72152"/>
                            </a:lnTo>
                            <a:cubicBezTo>
                              <a:pt x="-905" y="74343"/>
                              <a:pt x="-905" y="79581"/>
                              <a:pt x="2715" y="81867"/>
                            </a:cubicBezTo>
                            <a:lnTo>
                              <a:pt x="44530" y="107680"/>
                            </a:lnTo>
                            <a:cubicBezTo>
                              <a:pt x="45291" y="108156"/>
                              <a:pt x="45958" y="108823"/>
                              <a:pt x="46339" y="109490"/>
                            </a:cubicBezTo>
                            <a:lnTo>
                              <a:pt x="72152" y="151305"/>
                            </a:lnTo>
                            <a:cubicBezTo>
                              <a:pt x="74343" y="154924"/>
                              <a:pt x="79581" y="154924"/>
                              <a:pt x="81867" y="151305"/>
                            </a:cubicBezTo>
                            <a:lnTo>
                              <a:pt x="107680" y="109490"/>
                            </a:lnTo>
                            <a:cubicBezTo>
                              <a:pt x="108156" y="108728"/>
                              <a:pt x="108823" y="108061"/>
                              <a:pt x="109490" y="107680"/>
                            </a:cubicBezTo>
                            <a:lnTo>
                              <a:pt x="151304" y="81867"/>
                            </a:lnTo>
                            <a:cubicBezTo>
                              <a:pt x="154924" y="79677"/>
                              <a:pt x="154924" y="74438"/>
                              <a:pt x="151304" y="72152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04" name="AutoShape 204"/>
                      <p:cNvSpPr/>
                      <p:nvPr/>
                    </p:nvSpPr>
                    <p:spPr>
                      <a:xfrm>
                        <a:off x="10106405" y="1202435"/>
                        <a:ext cx="277939" cy="27793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7939" h="277939">
                            <a:moveTo>
                              <a:pt x="273081" y="130207"/>
                            </a:moveTo>
                            <a:lnTo>
                              <a:pt x="197644" y="83629"/>
                            </a:lnTo>
                            <a:cubicBezTo>
                              <a:pt x="196311" y="82772"/>
                              <a:pt x="195168" y="81629"/>
                              <a:pt x="194310" y="80296"/>
                            </a:cubicBezTo>
                            <a:lnTo>
                              <a:pt x="147733" y="4858"/>
                            </a:lnTo>
                            <a:cubicBezTo>
                              <a:pt x="143732" y="-1619"/>
                              <a:pt x="134303" y="-1619"/>
                              <a:pt x="130206" y="4858"/>
                            </a:cubicBezTo>
                            <a:lnTo>
                              <a:pt x="83629" y="80296"/>
                            </a:lnTo>
                            <a:cubicBezTo>
                              <a:pt x="82772" y="81629"/>
                              <a:pt x="81629" y="82772"/>
                              <a:pt x="80296" y="83629"/>
                            </a:cubicBezTo>
                            <a:lnTo>
                              <a:pt x="4858" y="130207"/>
                            </a:lnTo>
                            <a:cubicBezTo>
                              <a:pt x="-1619" y="134207"/>
                              <a:pt x="-1619" y="143637"/>
                              <a:pt x="4858" y="147733"/>
                            </a:cubicBezTo>
                            <a:lnTo>
                              <a:pt x="80296" y="194310"/>
                            </a:lnTo>
                            <a:cubicBezTo>
                              <a:pt x="81629" y="195167"/>
                              <a:pt x="82772" y="196310"/>
                              <a:pt x="83629" y="197644"/>
                            </a:cubicBezTo>
                            <a:lnTo>
                              <a:pt x="130206" y="273082"/>
                            </a:lnTo>
                            <a:cubicBezTo>
                              <a:pt x="134207" y="279559"/>
                              <a:pt x="143637" y="279559"/>
                              <a:pt x="147733" y="273082"/>
                            </a:cubicBezTo>
                            <a:lnTo>
                              <a:pt x="194310" y="197644"/>
                            </a:lnTo>
                            <a:cubicBezTo>
                              <a:pt x="195168" y="196310"/>
                              <a:pt x="196311" y="195167"/>
                              <a:pt x="197644" y="194310"/>
                            </a:cubicBezTo>
                            <a:lnTo>
                              <a:pt x="273081" y="147733"/>
                            </a:lnTo>
                            <a:cubicBezTo>
                              <a:pt x="279559" y="143732"/>
                              <a:pt x="279559" y="134302"/>
                              <a:pt x="273081" y="130207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205" name="AutoShape 205"/>
                    <p:cNvSpPr/>
                    <p:nvPr/>
                  </p:nvSpPr>
                  <p:spPr>
                    <a:xfrm>
                      <a:off x="11102053" y="5239035"/>
                      <a:ext cx="361379" cy="1806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1379" h="180689">
                          <a:moveTo>
                            <a:pt x="361379" y="180689"/>
                          </a:moveTo>
                          <a:lnTo>
                            <a:pt x="291085" y="180689"/>
                          </a:lnTo>
                          <a:cubicBezTo>
                            <a:pt x="291085" y="119824"/>
                            <a:pt x="241555" y="70295"/>
                            <a:pt x="180690" y="70295"/>
                          </a:cubicBezTo>
                          <a:cubicBezTo>
                            <a:pt x="119825" y="70295"/>
                            <a:pt x="70295" y="119824"/>
                            <a:pt x="70295" y="180689"/>
                          </a:cubicBezTo>
                          <a:lnTo>
                            <a:pt x="0" y="180689"/>
                          </a:lnTo>
                          <a:cubicBezTo>
                            <a:pt x="0" y="81058"/>
                            <a:pt x="81058" y="0"/>
                            <a:pt x="180690" y="0"/>
                          </a:cubicBezTo>
                          <a:cubicBezTo>
                            <a:pt x="280321" y="0"/>
                            <a:pt x="361379" y="81058"/>
                            <a:pt x="361379" y="180689"/>
                          </a:cubicBezTo>
                          <a:close/>
                        </a:path>
                      </a:pathLst>
                    </a:custGeom>
                    <a:solidFill>
                      <a:srgbClr val="D84C4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06" name="AutoShape 206"/>
                    <p:cNvSpPr/>
                    <p:nvPr/>
                  </p:nvSpPr>
                  <p:spPr>
                    <a:xfrm>
                      <a:off x="10635710" y="3322986"/>
                      <a:ext cx="361379" cy="1806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1379" h="180689">
                          <a:moveTo>
                            <a:pt x="361379" y="180689"/>
                          </a:moveTo>
                          <a:lnTo>
                            <a:pt x="291085" y="180689"/>
                          </a:lnTo>
                          <a:cubicBezTo>
                            <a:pt x="291085" y="119825"/>
                            <a:pt x="241554" y="70295"/>
                            <a:pt x="180689" y="70295"/>
                          </a:cubicBezTo>
                          <a:cubicBezTo>
                            <a:pt x="119824" y="70295"/>
                            <a:pt x="70295" y="119825"/>
                            <a:pt x="70295" y="180689"/>
                          </a:cubicBezTo>
                          <a:lnTo>
                            <a:pt x="0" y="180689"/>
                          </a:lnTo>
                          <a:cubicBezTo>
                            <a:pt x="0" y="81058"/>
                            <a:pt x="81058" y="0"/>
                            <a:pt x="180689" y="0"/>
                          </a:cubicBezTo>
                          <a:cubicBezTo>
                            <a:pt x="280321" y="0"/>
                            <a:pt x="361379" y="81058"/>
                            <a:pt x="361379" y="180689"/>
                          </a:cubicBezTo>
                          <a:close/>
                        </a:path>
                      </a:pathLst>
                    </a:custGeom>
                    <a:solidFill>
                      <a:srgbClr val="53AFA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07" name="AutoShape 207"/>
                    <p:cNvSpPr/>
                    <p:nvPr/>
                  </p:nvSpPr>
                  <p:spPr>
                    <a:xfrm>
                      <a:off x="8532305" y="5058347"/>
                      <a:ext cx="180688" cy="3613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688" h="361378">
                          <a:moveTo>
                            <a:pt x="180689" y="0"/>
                          </a:moveTo>
                          <a:lnTo>
                            <a:pt x="180689" y="70295"/>
                          </a:lnTo>
                          <a:cubicBezTo>
                            <a:pt x="119824" y="70295"/>
                            <a:pt x="70295" y="119825"/>
                            <a:pt x="70295" y="180689"/>
                          </a:cubicBezTo>
                          <a:cubicBezTo>
                            <a:pt x="70295" y="241554"/>
                            <a:pt x="119824" y="291084"/>
                            <a:pt x="180689" y="291084"/>
                          </a:cubicBezTo>
                          <a:lnTo>
                            <a:pt x="180689" y="361379"/>
                          </a:lnTo>
                          <a:cubicBezTo>
                            <a:pt x="81058" y="361379"/>
                            <a:pt x="0" y="280321"/>
                            <a:pt x="0" y="180689"/>
                          </a:cubicBezTo>
                          <a:cubicBezTo>
                            <a:pt x="0" y="81058"/>
                            <a:pt x="81058" y="0"/>
                            <a:pt x="180689" y="0"/>
                          </a:cubicBezTo>
                          <a:close/>
                        </a:path>
                      </a:pathLst>
                    </a:custGeom>
                    <a:solidFill>
                      <a:srgbClr val="D84C4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08" name="Group 208"/>
                  <p:cNvGrpSpPr/>
                  <p:nvPr/>
                </p:nvGrpSpPr>
                <p:grpSpPr>
                  <a:xfrm>
                    <a:off x="7138168" y="-224971"/>
                    <a:ext cx="4668337" cy="6243131"/>
                    <a:chOff x="7069320" y="227355"/>
                    <a:chExt cx="4374138" cy="5849689"/>
                  </a:xfrm>
                  <a:solidFill>
                    <a:srgbClr val="282523">
                      <a:alpha val="100000"/>
                    </a:srgbClr>
                  </a:solidFill>
                </p:grpSpPr>
                <p:sp>
                  <p:nvSpPr>
                    <p:cNvPr id="209" name="AutoShape 209"/>
                    <p:cNvSpPr/>
                    <p:nvPr/>
                  </p:nvSpPr>
                  <p:spPr>
                    <a:xfrm>
                      <a:off x="7069320" y="5452914"/>
                      <a:ext cx="1161722" cy="5025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1721" h="502563">
                          <a:moveTo>
                            <a:pt x="735991" y="485514"/>
                          </a:moveTo>
                          <a:cubicBezTo>
                            <a:pt x="727800" y="485323"/>
                            <a:pt x="719418" y="484656"/>
                            <a:pt x="711322" y="483704"/>
                          </a:cubicBezTo>
                          <a:cubicBezTo>
                            <a:pt x="706750" y="483037"/>
                            <a:pt x="702368" y="486371"/>
                            <a:pt x="701797" y="491038"/>
                          </a:cubicBezTo>
                          <a:cubicBezTo>
                            <a:pt x="701130" y="495801"/>
                            <a:pt x="704464" y="499992"/>
                            <a:pt x="709131" y="500563"/>
                          </a:cubicBezTo>
                          <a:cubicBezTo>
                            <a:pt x="717894" y="501706"/>
                            <a:pt x="726752" y="502373"/>
                            <a:pt x="735515" y="502563"/>
                          </a:cubicBezTo>
                          <a:lnTo>
                            <a:pt x="735801" y="502563"/>
                          </a:lnTo>
                          <a:cubicBezTo>
                            <a:pt x="740373" y="502563"/>
                            <a:pt x="744183" y="498944"/>
                            <a:pt x="744278" y="494276"/>
                          </a:cubicBezTo>
                          <a:cubicBezTo>
                            <a:pt x="744469" y="489514"/>
                            <a:pt x="740659" y="485609"/>
                            <a:pt x="735991" y="485514"/>
                          </a:cubicBezTo>
                          <a:close/>
                          <a:moveTo>
                            <a:pt x="820097" y="482846"/>
                          </a:moveTo>
                          <a:cubicBezTo>
                            <a:pt x="818859" y="478275"/>
                            <a:pt x="814192" y="475608"/>
                            <a:pt x="809619" y="476751"/>
                          </a:cubicBezTo>
                          <a:cubicBezTo>
                            <a:pt x="801619" y="478846"/>
                            <a:pt x="793427" y="480656"/>
                            <a:pt x="785331" y="481989"/>
                          </a:cubicBezTo>
                          <a:cubicBezTo>
                            <a:pt x="780759" y="482752"/>
                            <a:pt x="777616" y="487133"/>
                            <a:pt x="778378" y="491800"/>
                          </a:cubicBezTo>
                          <a:cubicBezTo>
                            <a:pt x="779045" y="495991"/>
                            <a:pt x="782664" y="498944"/>
                            <a:pt x="786760" y="498944"/>
                          </a:cubicBezTo>
                          <a:cubicBezTo>
                            <a:pt x="787236" y="498944"/>
                            <a:pt x="787712" y="498849"/>
                            <a:pt x="788188" y="498849"/>
                          </a:cubicBezTo>
                          <a:cubicBezTo>
                            <a:pt x="796761" y="497420"/>
                            <a:pt x="805429" y="495515"/>
                            <a:pt x="814001" y="493229"/>
                          </a:cubicBezTo>
                          <a:cubicBezTo>
                            <a:pt x="818573" y="492086"/>
                            <a:pt x="821240" y="487419"/>
                            <a:pt x="820097" y="482846"/>
                          </a:cubicBezTo>
                          <a:close/>
                          <a:moveTo>
                            <a:pt x="662839" y="473036"/>
                          </a:moveTo>
                          <a:cubicBezTo>
                            <a:pt x="655029" y="470559"/>
                            <a:pt x="647123" y="467607"/>
                            <a:pt x="639503" y="464463"/>
                          </a:cubicBezTo>
                          <a:cubicBezTo>
                            <a:pt x="635217" y="462653"/>
                            <a:pt x="630169" y="464654"/>
                            <a:pt x="628359" y="469036"/>
                          </a:cubicBezTo>
                          <a:cubicBezTo>
                            <a:pt x="626549" y="473321"/>
                            <a:pt x="628550" y="478370"/>
                            <a:pt x="632931" y="480180"/>
                          </a:cubicBezTo>
                          <a:cubicBezTo>
                            <a:pt x="641027" y="483609"/>
                            <a:pt x="649314" y="486657"/>
                            <a:pt x="657696" y="489324"/>
                          </a:cubicBezTo>
                          <a:cubicBezTo>
                            <a:pt x="658553" y="489609"/>
                            <a:pt x="659411" y="489705"/>
                            <a:pt x="660268" y="489705"/>
                          </a:cubicBezTo>
                          <a:cubicBezTo>
                            <a:pt x="663887" y="489705"/>
                            <a:pt x="667221" y="487419"/>
                            <a:pt x="668364" y="483704"/>
                          </a:cubicBezTo>
                          <a:cubicBezTo>
                            <a:pt x="669793" y="479227"/>
                            <a:pt x="667317" y="474465"/>
                            <a:pt x="662839" y="473036"/>
                          </a:cubicBezTo>
                          <a:close/>
                          <a:moveTo>
                            <a:pt x="890392" y="452176"/>
                          </a:moveTo>
                          <a:cubicBezTo>
                            <a:pt x="888106" y="448080"/>
                            <a:pt x="882867" y="446556"/>
                            <a:pt x="878771" y="448843"/>
                          </a:cubicBezTo>
                          <a:cubicBezTo>
                            <a:pt x="871437" y="452843"/>
                            <a:pt x="863912" y="456653"/>
                            <a:pt x="856483" y="459987"/>
                          </a:cubicBezTo>
                          <a:cubicBezTo>
                            <a:pt x="852197" y="461987"/>
                            <a:pt x="850291" y="467035"/>
                            <a:pt x="852197" y="471321"/>
                          </a:cubicBezTo>
                          <a:cubicBezTo>
                            <a:pt x="853626" y="474465"/>
                            <a:pt x="856768" y="476369"/>
                            <a:pt x="860007" y="476369"/>
                          </a:cubicBezTo>
                          <a:cubicBezTo>
                            <a:pt x="861150" y="476369"/>
                            <a:pt x="862388" y="476084"/>
                            <a:pt x="863531" y="475608"/>
                          </a:cubicBezTo>
                          <a:cubicBezTo>
                            <a:pt x="871342" y="471988"/>
                            <a:pt x="879248" y="468083"/>
                            <a:pt x="886963" y="463796"/>
                          </a:cubicBezTo>
                          <a:cubicBezTo>
                            <a:pt x="891154" y="461510"/>
                            <a:pt x="892678" y="456367"/>
                            <a:pt x="890392" y="452176"/>
                          </a:cubicBezTo>
                          <a:close/>
                          <a:moveTo>
                            <a:pt x="254217" y="453891"/>
                          </a:moveTo>
                          <a:cubicBezTo>
                            <a:pt x="245835" y="453700"/>
                            <a:pt x="237453" y="453224"/>
                            <a:pt x="229071" y="452557"/>
                          </a:cubicBezTo>
                          <a:cubicBezTo>
                            <a:pt x="224499" y="452462"/>
                            <a:pt x="220213" y="455796"/>
                            <a:pt x="219927" y="460463"/>
                          </a:cubicBezTo>
                          <a:cubicBezTo>
                            <a:pt x="219546" y="465225"/>
                            <a:pt x="223070" y="469321"/>
                            <a:pt x="227833" y="469607"/>
                          </a:cubicBezTo>
                          <a:cubicBezTo>
                            <a:pt x="236405" y="470274"/>
                            <a:pt x="245073" y="470750"/>
                            <a:pt x="253741" y="470940"/>
                          </a:cubicBezTo>
                          <a:lnTo>
                            <a:pt x="254027" y="470940"/>
                          </a:lnTo>
                          <a:cubicBezTo>
                            <a:pt x="258598" y="470940"/>
                            <a:pt x="262409" y="467321"/>
                            <a:pt x="262504" y="462653"/>
                          </a:cubicBezTo>
                          <a:cubicBezTo>
                            <a:pt x="262694" y="457986"/>
                            <a:pt x="258979" y="453986"/>
                            <a:pt x="254217" y="453891"/>
                          </a:cubicBezTo>
                          <a:close/>
                          <a:moveTo>
                            <a:pt x="329750" y="450747"/>
                          </a:moveTo>
                          <a:cubicBezTo>
                            <a:pt x="321463" y="451700"/>
                            <a:pt x="313082" y="452462"/>
                            <a:pt x="304700" y="452938"/>
                          </a:cubicBezTo>
                          <a:cubicBezTo>
                            <a:pt x="299937" y="453224"/>
                            <a:pt x="296413" y="457319"/>
                            <a:pt x="296698" y="462082"/>
                          </a:cubicBezTo>
                          <a:cubicBezTo>
                            <a:pt x="296984" y="466559"/>
                            <a:pt x="300699" y="469988"/>
                            <a:pt x="305176" y="469988"/>
                          </a:cubicBezTo>
                          <a:lnTo>
                            <a:pt x="305747" y="469988"/>
                          </a:lnTo>
                          <a:cubicBezTo>
                            <a:pt x="314415" y="469416"/>
                            <a:pt x="323083" y="468654"/>
                            <a:pt x="331655" y="467702"/>
                          </a:cubicBezTo>
                          <a:cubicBezTo>
                            <a:pt x="336418" y="467226"/>
                            <a:pt x="339752" y="462939"/>
                            <a:pt x="339180" y="458272"/>
                          </a:cubicBezTo>
                          <a:cubicBezTo>
                            <a:pt x="338704" y="453605"/>
                            <a:pt x="334513" y="450176"/>
                            <a:pt x="329750" y="450747"/>
                          </a:cubicBezTo>
                          <a:close/>
                          <a:moveTo>
                            <a:pt x="178970" y="446556"/>
                          </a:moveTo>
                          <a:cubicBezTo>
                            <a:pt x="170683" y="445223"/>
                            <a:pt x="162396" y="443603"/>
                            <a:pt x="154204" y="441889"/>
                          </a:cubicBezTo>
                          <a:cubicBezTo>
                            <a:pt x="149537" y="440841"/>
                            <a:pt x="145061" y="443794"/>
                            <a:pt x="144013" y="448366"/>
                          </a:cubicBezTo>
                          <a:cubicBezTo>
                            <a:pt x="143060" y="453034"/>
                            <a:pt x="146013" y="457510"/>
                            <a:pt x="150585" y="458558"/>
                          </a:cubicBezTo>
                          <a:cubicBezTo>
                            <a:pt x="159062" y="460367"/>
                            <a:pt x="167635" y="461987"/>
                            <a:pt x="176112" y="463416"/>
                          </a:cubicBezTo>
                          <a:cubicBezTo>
                            <a:pt x="176588" y="463511"/>
                            <a:pt x="177064" y="463511"/>
                            <a:pt x="177541" y="463511"/>
                          </a:cubicBezTo>
                          <a:cubicBezTo>
                            <a:pt x="181636" y="463511"/>
                            <a:pt x="185256" y="460558"/>
                            <a:pt x="186018" y="456367"/>
                          </a:cubicBezTo>
                          <a:cubicBezTo>
                            <a:pt x="186780" y="451795"/>
                            <a:pt x="183637" y="447318"/>
                            <a:pt x="178970" y="446556"/>
                          </a:cubicBezTo>
                          <a:close/>
                          <a:moveTo>
                            <a:pt x="414523" y="442937"/>
                          </a:moveTo>
                          <a:cubicBezTo>
                            <a:pt x="413284" y="438365"/>
                            <a:pt x="408617" y="435698"/>
                            <a:pt x="404045" y="436841"/>
                          </a:cubicBezTo>
                          <a:cubicBezTo>
                            <a:pt x="399568" y="438079"/>
                            <a:pt x="395092" y="439222"/>
                            <a:pt x="390615" y="440270"/>
                          </a:cubicBezTo>
                          <a:cubicBezTo>
                            <a:pt x="386995" y="441127"/>
                            <a:pt x="383281" y="441984"/>
                            <a:pt x="379566" y="442746"/>
                          </a:cubicBezTo>
                          <a:cubicBezTo>
                            <a:pt x="374899" y="443699"/>
                            <a:pt x="371946" y="448271"/>
                            <a:pt x="372994" y="452843"/>
                          </a:cubicBezTo>
                          <a:cubicBezTo>
                            <a:pt x="373756" y="456843"/>
                            <a:pt x="377375" y="459605"/>
                            <a:pt x="381280" y="459605"/>
                          </a:cubicBezTo>
                          <a:cubicBezTo>
                            <a:pt x="381852" y="459605"/>
                            <a:pt x="382519" y="459605"/>
                            <a:pt x="383090" y="459415"/>
                          </a:cubicBezTo>
                          <a:cubicBezTo>
                            <a:pt x="386900" y="458653"/>
                            <a:pt x="390710" y="457796"/>
                            <a:pt x="394520" y="456843"/>
                          </a:cubicBezTo>
                          <a:cubicBezTo>
                            <a:pt x="399188" y="455796"/>
                            <a:pt x="403855" y="454653"/>
                            <a:pt x="408427" y="453414"/>
                          </a:cubicBezTo>
                          <a:cubicBezTo>
                            <a:pt x="412999" y="452176"/>
                            <a:pt x="415666" y="447509"/>
                            <a:pt x="414523" y="442937"/>
                          </a:cubicBezTo>
                          <a:close/>
                          <a:moveTo>
                            <a:pt x="595688" y="441127"/>
                          </a:moveTo>
                          <a:cubicBezTo>
                            <a:pt x="588830" y="436650"/>
                            <a:pt x="582068" y="431697"/>
                            <a:pt x="575591" y="426554"/>
                          </a:cubicBezTo>
                          <a:cubicBezTo>
                            <a:pt x="571876" y="423696"/>
                            <a:pt x="566542" y="424268"/>
                            <a:pt x="563589" y="427983"/>
                          </a:cubicBezTo>
                          <a:cubicBezTo>
                            <a:pt x="560636" y="431697"/>
                            <a:pt x="561303" y="437031"/>
                            <a:pt x="564923" y="439984"/>
                          </a:cubicBezTo>
                          <a:cubicBezTo>
                            <a:pt x="571876" y="445413"/>
                            <a:pt x="579020" y="450652"/>
                            <a:pt x="586354" y="455415"/>
                          </a:cubicBezTo>
                          <a:cubicBezTo>
                            <a:pt x="587782" y="456367"/>
                            <a:pt x="589402" y="456843"/>
                            <a:pt x="591021" y="456843"/>
                          </a:cubicBezTo>
                          <a:cubicBezTo>
                            <a:pt x="593783" y="456843"/>
                            <a:pt x="596545" y="455415"/>
                            <a:pt x="598165" y="452938"/>
                          </a:cubicBezTo>
                          <a:cubicBezTo>
                            <a:pt x="600736" y="449033"/>
                            <a:pt x="599689" y="443699"/>
                            <a:pt x="595688" y="441127"/>
                          </a:cubicBezTo>
                          <a:close/>
                          <a:moveTo>
                            <a:pt x="105436" y="429030"/>
                          </a:moveTo>
                          <a:cubicBezTo>
                            <a:pt x="97436" y="426459"/>
                            <a:pt x="89434" y="423792"/>
                            <a:pt x="81529" y="420934"/>
                          </a:cubicBezTo>
                          <a:cubicBezTo>
                            <a:pt x="77147" y="419315"/>
                            <a:pt x="72194" y="421601"/>
                            <a:pt x="70575" y="425982"/>
                          </a:cubicBezTo>
                          <a:cubicBezTo>
                            <a:pt x="68956" y="430459"/>
                            <a:pt x="71242" y="435317"/>
                            <a:pt x="75718" y="436936"/>
                          </a:cubicBezTo>
                          <a:cubicBezTo>
                            <a:pt x="83815" y="439889"/>
                            <a:pt x="92006" y="442746"/>
                            <a:pt x="100293" y="445318"/>
                          </a:cubicBezTo>
                          <a:cubicBezTo>
                            <a:pt x="101150" y="445604"/>
                            <a:pt x="102007" y="445699"/>
                            <a:pt x="102865" y="445699"/>
                          </a:cubicBezTo>
                          <a:cubicBezTo>
                            <a:pt x="106484" y="445699"/>
                            <a:pt x="109913" y="443318"/>
                            <a:pt x="111056" y="439698"/>
                          </a:cubicBezTo>
                          <a:cubicBezTo>
                            <a:pt x="112485" y="435221"/>
                            <a:pt x="109913" y="430459"/>
                            <a:pt x="105436" y="429030"/>
                          </a:cubicBezTo>
                          <a:close/>
                          <a:moveTo>
                            <a:pt x="485675" y="414171"/>
                          </a:moveTo>
                          <a:cubicBezTo>
                            <a:pt x="483579" y="409980"/>
                            <a:pt x="478436" y="408266"/>
                            <a:pt x="474149" y="410457"/>
                          </a:cubicBezTo>
                          <a:cubicBezTo>
                            <a:pt x="466910" y="414076"/>
                            <a:pt x="459290" y="417600"/>
                            <a:pt x="451480" y="420839"/>
                          </a:cubicBezTo>
                          <a:cubicBezTo>
                            <a:pt x="447098" y="422649"/>
                            <a:pt x="445098" y="427601"/>
                            <a:pt x="446813" y="431983"/>
                          </a:cubicBezTo>
                          <a:cubicBezTo>
                            <a:pt x="448242" y="435317"/>
                            <a:pt x="451384" y="437222"/>
                            <a:pt x="454718" y="437222"/>
                          </a:cubicBezTo>
                          <a:cubicBezTo>
                            <a:pt x="455861" y="437222"/>
                            <a:pt x="456909" y="437031"/>
                            <a:pt x="458052" y="436650"/>
                          </a:cubicBezTo>
                          <a:cubicBezTo>
                            <a:pt x="466243" y="433221"/>
                            <a:pt x="474245" y="429507"/>
                            <a:pt x="481864" y="425696"/>
                          </a:cubicBezTo>
                          <a:cubicBezTo>
                            <a:pt x="486055" y="423506"/>
                            <a:pt x="487770" y="418362"/>
                            <a:pt x="485675" y="414171"/>
                          </a:cubicBezTo>
                          <a:close/>
                          <a:moveTo>
                            <a:pt x="952400" y="407028"/>
                          </a:moveTo>
                          <a:cubicBezTo>
                            <a:pt x="949352" y="403408"/>
                            <a:pt x="944018" y="403027"/>
                            <a:pt x="940398" y="406075"/>
                          </a:cubicBezTo>
                          <a:cubicBezTo>
                            <a:pt x="934017" y="411504"/>
                            <a:pt x="927444" y="416743"/>
                            <a:pt x="920777" y="421696"/>
                          </a:cubicBezTo>
                          <a:cubicBezTo>
                            <a:pt x="916966" y="424553"/>
                            <a:pt x="916204" y="429887"/>
                            <a:pt x="919062" y="433698"/>
                          </a:cubicBezTo>
                          <a:cubicBezTo>
                            <a:pt x="920777" y="435888"/>
                            <a:pt x="923348" y="437126"/>
                            <a:pt x="925920" y="437126"/>
                          </a:cubicBezTo>
                          <a:cubicBezTo>
                            <a:pt x="927730" y="437126"/>
                            <a:pt x="929444" y="436555"/>
                            <a:pt x="930968" y="435412"/>
                          </a:cubicBezTo>
                          <a:cubicBezTo>
                            <a:pt x="937922" y="430173"/>
                            <a:pt x="944779" y="424744"/>
                            <a:pt x="951447" y="419029"/>
                          </a:cubicBezTo>
                          <a:cubicBezTo>
                            <a:pt x="955066" y="415981"/>
                            <a:pt x="955448" y="410647"/>
                            <a:pt x="952400" y="407028"/>
                          </a:cubicBezTo>
                          <a:close/>
                          <a:moveTo>
                            <a:pt x="35047" y="401408"/>
                          </a:moveTo>
                          <a:cubicBezTo>
                            <a:pt x="27426" y="397788"/>
                            <a:pt x="19997" y="393979"/>
                            <a:pt x="12568" y="389978"/>
                          </a:cubicBezTo>
                          <a:cubicBezTo>
                            <a:pt x="8376" y="387787"/>
                            <a:pt x="3233" y="389311"/>
                            <a:pt x="1043" y="393502"/>
                          </a:cubicBezTo>
                          <a:cubicBezTo>
                            <a:pt x="-1243" y="397598"/>
                            <a:pt x="376" y="402837"/>
                            <a:pt x="4471" y="405027"/>
                          </a:cubicBezTo>
                          <a:cubicBezTo>
                            <a:pt x="12091" y="409123"/>
                            <a:pt x="19902" y="413029"/>
                            <a:pt x="27713" y="416838"/>
                          </a:cubicBezTo>
                          <a:cubicBezTo>
                            <a:pt x="28855" y="417410"/>
                            <a:pt x="30189" y="417600"/>
                            <a:pt x="31332" y="417600"/>
                          </a:cubicBezTo>
                          <a:cubicBezTo>
                            <a:pt x="34570" y="417600"/>
                            <a:pt x="37618" y="415886"/>
                            <a:pt x="39143" y="412742"/>
                          </a:cubicBezTo>
                          <a:cubicBezTo>
                            <a:pt x="41143" y="408551"/>
                            <a:pt x="39333" y="403408"/>
                            <a:pt x="35047" y="401408"/>
                          </a:cubicBezTo>
                          <a:close/>
                          <a:moveTo>
                            <a:pt x="547301" y="368737"/>
                          </a:moveTo>
                          <a:cubicBezTo>
                            <a:pt x="544063" y="365308"/>
                            <a:pt x="538729" y="365213"/>
                            <a:pt x="535300" y="368356"/>
                          </a:cubicBezTo>
                          <a:cubicBezTo>
                            <a:pt x="532633" y="370928"/>
                            <a:pt x="529870" y="373404"/>
                            <a:pt x="527013" y="375785"/>
                          </a:cubicBezTo>
                          <a:cubicBezTo>
                            <a:pt x="526251" y="374738"/>
                            <a:pt x="525489" y="373690"/>
                            <a:pt x="524727" y="372643"/>
                          </a:cubicBezTo>
                          <a:cubicBezTo>
                            <a:pt x="522060" y="368832"/>
                            <a:pt x="516726" y="367880"/>
                            <a:pt x="512916" y="370547"/>
                          </a:cubicBezTo>
                          <a:cubicBezTo>
                            <a:pt x="509010" y="373214"/>
                            <a:pt x="508058" y="378548"/>
                            <a:pt x="510725" y="382453"/>
                          </a:cubicBezTo>
                          <a:cubicBezTo>
                            <a:pt x="511868" y="383977"/>
                            <a:pt x="512916" y="385501"/>
                            <a:pt x="514059" y="387025"/>
                          </a:cubicBezTo>
                          <a:cubicBezTo>
                            <a:pt x="512535" y="389883"/>
                            <a:pt x="512630" y="393502"/>
                            <a:pt x="514726" y="396264"/>
                          </a:cubicBezTo>
                          <a:cubicBezTo>
                            <a:pt x="516821" y="399122"/>
                            <a:pt x="520441" y="400169"/>
                            <a:pt x="523584" y="399408"/>
                          </a:cubicBezTo>
                          <a:cubicBezTo>
                            <a:pt x="524727" y="400741"/>
                            <a:pt x="525775" y="402075"/>
                            <a:pt x="526918" y="403408"/>
                          </a:cubicBezTo>
                          <a:cubicBezTo>
                            <a:pt x="528632" y="405313"/>
                            <a:pt x="531013" y="406361"/>
                            <a:pt x="533394" y="406361"/>
                          </a:cubicBezTo>
                          <a:cubicBezTo>
                            <a:pt x="535395" y="406361"/>
                            <a:pt x="537300" y="405694"/>
                            <a:pt x="538919" y="404265"/>
                          </a:cubicBezTo>
                          <a:cubicBezTo>
                            <a:pt x="542539" y="401218"/>
                            <a:pt x="542919" y="395884"/>
                            <a:pt x="539872" y="392264"/>
                          </a:cubicBezTo>
                          <a:cubicBezTo>
                            <a:pt x="539110" y="391311"/>
                            <a:pt x="538252" y="390359"/>
                            <a:pt x="537395" y="389311"/>
                          </a:cubicBezTo>
                          <a:cubicBezTo>
                            <a:pt x="540729" y="386549"/>
                            <a:pt x="543968" y="383691"/>
                            <a:pt x="547016" y="380834"/>
                          </a:cubicBezTo>
                          <a:cubicBezTo>
                            <a:pt x="550445" y="377595"/>
                            <a:pt x="550540" y="372166"/>
                            <a:pt x="547301" y="368737"/>
                          </a:cubicBezTo>
                          <a:close/>
                          <a:moveTo>
                            <a:pt x="1005168" y="351211"/>
                          </a:moveTo>
                          <a:cubicBezTo>
                            <a:pt x="1001548" y="348163"/>
                            <a:pt x="996214" y="348735"/>
                            <a:pt x="993166" y="352354"/>
                          </a:cubicBezTo>
                          <a:cubicBezTo>
                            <a:pt x="987737" y="358831"/>
                            <a:pt x="982213" y="365213"/>
                            <a:pt x="976593" y="371214"/>
                          </a:cubicBezTo>
                          <a:cubicBezTo>
                            <a:pt x="973450" y="374738"/>
                            <a:pt x="973640" y="380072"/>
                            <a:pt x="977069" y="383311"/>
                          </a:cubicBezTo>
                          <a:cubicBezTo>
                            <a:pt x="978688" y="384834"/>
                            <a:pt x="980784" y="385596"/>
                            <a:pt x="982879" y="385596"/>
                          </a:cubicBezTo>
                          <a:cubicBezTo>
                            <a:pt x="985166" y="385596"/>
                            <a:pt x="987452" y="384644"/>
                            <a:pt x="989166" y="382834"/>
                          </a:cubicBezTo>
                          <a:cubicBezTo>
                            <a:pt x="994976" y="376548"/>
                            <a:pt x="1000786" y="369975"/>
                            <a:pt x="1006311" y="363212"/>
                          </a:cubicBezTo>
                          <a:cubicBezTo>
                            <a:pt x="1009359" y="359593"/>
                            <a:pt x="1008788" y="354259"/>
                            <a:pt x="1005168" y="351211"/>
                          </a:cubicBezTo>
                          <a:close/>
                          <a:moveTo>
                            <a:pt x="588830" y="304634"/>
                          </a:moveTo>
                          <a:cubicBezTo>
                            <a:pt x="584449" y="302824"/>
                            <a:pt x="579400" y="304634"/>
                            <a:pt x="577591" y="309110"/>
                          </a:cubicBezTo>
                          <a:cubicBezTo>
                            <a:pt x="574352" y="316445"/>
                            <a:pt x="570542" y="323779"/>
                            <a:pt x="566256" y="330637"/>
                          </a:cubicBezTo>
                          <a:cubicBezTo>
                            <a:pt x="563779" y="334733"/>
                            <a:pt x="565018" y="339971"/>
                            <a:pt x="569018" y="342448"/>
                          </a:cubicBezTo>
                          <a:cubicBezTo>
                            <a:pt x="570447" y="343305"/>
                            <a:pt x="571971" y="343686"/>
                            <a:pt x="573495" y="343686"/>
                          </a:cubicBezTo>
                          <a:cubicBezTo>
                            <a:pt x="576448" y="343686"/>
                            <a:pt x="579210" y="342258"/>
                            <a:pt x="580829" y="339686"/>
                          </a:cubicBezTo>
                          <a:cubicBezTo>
                            <a:pt x="585497" y="332066"/>
                            <a:pt x="589688" y="324065"/>
                            <a:pt x="593212" y="315873"/>
                          </a:cubicBezTo>
                          <a:cubicBezTo>
                            <a:pt x="595117" y="311587"/>
                            <a:pt x="593116" y="306539"/>
                            <a:pt x="588830" y="304634"/>
                          </a:cubicBezTo>
                          <a:close/>
                          <a:moveTo>
                            <a:pt x="500629" y="329494"/>
                          </a:moveTo>
                          <a:cubicBezTo>
                            <a:pt x="497295" y="321970"/>
                            <a:pt x="494247" y="314159"/>
                            <a:pt x="491675" y="306348"/>
                          </a:cubicBezTo>
                          <a:cubicBezTo>
                            <a:pt x="490151" y="301872"/>
                            <a:pt x="485293" y="299395"/>
                            <a:pt x="480912" y="300919"/>
                          </a:cubicBezTo>
                          <a:cubicBezTo>
                            <a:pt x="476435" y="302443"/>
                            <a:pt x="473959" y="307205"/>
                            <a:pt x="475483" y="311682"/>
                          </a:cubicBezTo>
                          <a:cubicBezTo>
                            <a:pt x="478245" y="320064"/>
                            <a:pt x="481484" y="328351"/>
                            <a:pt x="484913" y="336352"/>
                          </a:cubicBezTo>
                          <a:cubicBezTo>
                            <a:pt x="486342" y="339591"/>
                            <a:pt x="489484" y="341496"/>
                            <a:pt x="492818" y="341496"/>
                          </a:cubicBezTo>
                          <a:cubicBezTo>
                            <a:pt x="493961" y="341496"/>
                            <a:pt x="495104" y="341210"/>
                            <a:pt x="496247" y="340734"/>
                          </a:cubicBezTo>
                          <a:cubicBezTo>
                            <a:pt x="500534" y="338828"/>
                            <a:pt x="502534" y="333780"/>
                            <a:pt x="500629" y="329494"/>
                          </a:cubicBezTo>
                          <a:close/>
                          <a:moveTo>
                            <a:pt x="1048221" y="287584"/>
                          </a:moveTo>
                          <a:cubicBezTo>
                            <a:pt x="1044126" y="285108"/>
                            <a:pt x="1038886" y="286441"/>
                            <a:pt x="1036505" y="290537"/>
                          </a:cubicBezTo>
                          <a:cubicBezTo>
                            <a:pt x="1032219" y="297776"/>
                            <a:pt x="1027742" y="304824"/>
                            <a:pt x="1023075" y="311873"/>
                          </a:cubicBezTo>
                          <a:cubicBezTo>
                            <a:pt x="1020503" y="315873"/>
                            <a:pt x="1021551" y="321112"/>
                            <a:pt x="1025552" y="323779"/>
                          </a:cubicBezTo>
                          <a:cubicBezTo>
                            <a:pt x="1026980" y="324732"/>
                            <a:pt x="1028600" y="325112"/>
                            <a:pt x="1030219" y="325112"/>
                          </a:cubicBezTo>
                          <a:cubicBezTo>
                            <a:pt x="1032981" y="325112"/>
                            <a:pt x="1035743" y="323779"/>
                            <a:pt x="1037363" y="321303"/>
                          </a:cubicBezTo>
                          <a:cubicBezTo>
                            <a:pt x="1042125" y="314064"/>
                            <a:pt x="1046697" y="306729"/>
                            <a:pt x="1051174" y="299300"/>
                          </a:cubicBezTo>
                          <a:cubicBezTo>
                            <a:pt x="1053555" y="295204"/>
                            <a:pt x="1052222" y="289965"/>
                            <a:pt x="1048221" y="287584"/>
                          </a:cubicBezTo>
                          <a:close/>
                          <a:moveTo>
                            <a:pt x="603118" y="235958"/>
                          </a:moveTo>
                          <a:cubicBezTo>
                            <a:pt x="602451" y="231291"/>
                            <a:pt x="598070" y="228053"/>
                            <a:pt x="593402" y="228720"/>
                          </a:cubicBezTo>
                          <a:cubicBezTo>
                            <a:pt x="588735" y="229386"/>
                            <a:pt x="585497" y="233768"/>
                            <a:pt x="586163" y="238435"/>
                          </a:cubicBezTo>
                          <a:cubicBezTo>
                            <a:pt x="587211" y="245293"/>
                            <a:pt x="587687" y="252246"/>
                            <a:pt x="587687" y="259009"/>
                          </a:cubicBezTo>
                          <a:lnTo>
                            <a:pt x="587687" y="262533"/>
                          </a:lnTo>
                          <a:cubicBezTo>
                            <a:pt x="587497" y="267200"/>
                            <a:pt x="591307" y="271106"/>
                            <a:pt x="595974" y="271296"/>
                          </a:cubicBezTo>
                          <a:lnTo>
                            <a:pt x="596164" y="271296"/>
                          </a:lnTo>
                          <a:cubicBezTo>
                            <a:pt x="600832" y="271296"/>
                            <a:pt x="604642" y="267582"/>
                            <a:pt x="604737" y="262914"/>
                          </a:cubicBezTo>
                          <a:lnTo>
                            <a:pt x="604737" y="259009"/>
                          </a:lnTo>
                          <a:cubicBezTo>
                            <a:pt x="604737" y="251389"/>
                            <a:pt x="604166" y="243674"/>
                            <a:pt x="603118" y="235958"/>
                          </a:cubicBezTo>
                          <a:close/>
                          <a:moveTo>
                            <a:pt x="477959" y="233292"/>
                          </a:moveTo>
                          <a:cubicBezTo>
                            <a:pt x="477769" y="228529"/>
                            <a:pt x="473673" y="224814"/>
                            <a:pt x="469006" y="225195"/>
                          </a:cubicBezTo>
                          <a:cubicBezTo>
                            <a:pt x="464338" y="225386"/>
                            <a:pt x="460719" y="229386"/>
                            <a:pt x="460909" y="234149"/>
                          </a:cubicBezTo>
                          <a:cubicBezTo>
                            <a:pt x="461385" y="242912"/>
                            <a:pt x="462243" y="251770"/>
                            <a:pt x="463386" y="260342"/>
                          </a:cubicBezTo>
                          <a:cubicBezTo>
                            <a:pt x="464053" y="264629"/>
                            <a:pt x="467672" y="267772"/>
                            <a:pt x="471863" y="267772"/>
                          </a:cubicBezTo>
                          <a:cubicBezTo>
                            <a:pt x="472244" y="267772"/>
                            <a:pt x="472625" y="267772"/>
                            <a:pt x="473102" y="267772"/>
                          </a:cubicBezTo>
                          <a:cubicBezTo>
                            <a:pt x="477769" y="267105"/>
                            <a:pt x="481007" y="262724"/>
                            <a:pt x="480341" y="258057"/>
                          </a:cubicBezTo>
                          <a:cubicBezTo>
                            <a:pt x="479198" y="249960"/>
                            <a:pt x="478340" y="241578"/>
                            <a:pt x="477959" y="233387"/>
                          </a:cubicBezTo>
                          <a:close/>
                          <a:moveTo>
                            <a:pt x="1082702" y="218909"/>
                          </a:moveTo>
                          <a:cubicBezTo>
                            <a:pt x="1078320" y="217004"/>
                            <a:pt x="1073367" y="218909"/>
                            <a:pt x="1071367" y="223195"/>
                          </a:cubicBezTo>
                          <a:cubicBezTo>
                            <a:pt x="1067843" y="230910"/>
                            <a:pt x="1064318" y="238530"/>
                            <a:pt x="1060604" y="246150"/>
                          </a:cubicBezTo>
                          <a:cubicBezTo>
                            <a:pt x="1058508" y="250341"/>
                            <a:pt x="1060223" y="255485"/>
                            <a:pt x="1064509" y="257580"/>
                          </a:cubicBezTo>
                          <a:cubicBezTo>
                            <a:pt x="1065652" y="258152"/>
                            <a:pt x="1066985" y="258438"/>
                            <a:pt x="1068223" y="258438"/>
                          </a:cubicBezTo>
                          <a:cubicBezTo>
                            <a:pt x="1071367" y="258438"/>
                            <a:pt x="1074415" y="256723"/>
                            <a:pt x="1075939" y="253675"/>
                          </a:cubicBezTo>
                          <a:cubicBezTo>
                            <a:pt x="1079749" y="245960"/>
                            <a:pt x="1083368" y="238054"/>
                            <a:pt x="1086893" y="230244"/>
                          </a:cubicBezTo>
                          <a:cubicBezTo>
                            <a:pt x="1088893" y="225957"/>
                            <a:pt x="1086988" y="220909"/>
                            <a:pt x="1082702" y="218909"/>
                          </a:cubicBezTo>
                          <a:close/>
                          <a:moveTo>
                            <a:pt x="586830" y="184619"/>
                          </a:moveTo>
                          <a:cubicBezTo>
                            <a:pt x="582734" y="176427"/>
                            <a:pt x="577877" y="168712"/>
                            <a:pt x="572447" y="161664"/>
                          </a:cubicBezTo>
                          <a:cubicBezTo>
                            <a:pt x="569590" y="157949"/>
                            <a:pt x="564256" y="157187"/>
                            <a:pt x="560446" y="160044"/>
                          </a:cubicBezTo>
                          <a:cubicBezTo>
                            <a:pt x="556731" y="162902"/>
                            <a:pt x="556064" y="168331"/>
                            <a:pt x="558922" y="172046"/>
                          </a:cubicBezTo>
                          <a:cubicBezTo>
                            <a:pt x="563684" y="178237"/>
                            <a:pt x="567970" y="185095"/>
                            <a:pt x="571685" y="192429"/>
                          </a:cubicBezTo>
                          <a:cubicBezTo>
                            <a:pt x="573209" y="195382"/>
                            <a:pt x="576162" y="197097"/>
                            <a:pt x="579305" y="197097"/>
                          </a:cubicBezTo>
                          <a:cubicBezTo>
                            <a:pt x="580543" y="197097"/>
                            <a:pt x="581877" y="196716"/>
                            <a:pt x="583115" y="196144"/>
                          </a:cubicBezTo>
                          <a:cubicBezTo>
                            <a:pt x="587306" y="193953"/>
                            <a:pt x="589021" y="188810"/>
                            <a:pt x="586830" y="184619"/>
                          </a:cubicBezTo>
                          <a:close/>
                          <a:moveTo>
                            <a:pt x="478150" y="149091"/>
                          </a:moveTo>
                          <a:cubicBezTo>
                            <a:pt x="473578" y="148043"/>
                            <a:pt x="468911" y="150900"/>
                            <a:pt x="467863" y="155472"/>
                          </a:cubicBezTo>
                          <a:cubicBezTo>
                            <a:pt x="465863" y="163950"/>
                            <a:pt x="464243" y="172617"/>
                            <a:pt x="463100" y="181475"/>
                          </a:cubicBezTo>
                          <a:cubicBezTo>
                            <a:pt x="462434" y="186143"/>
                            <a:pt x="465767" y="190429"/>
                            <a:pt x="470434" y="191000"/>
                          </a:cubicBezTo>
                          <a:cubicBezTo>
                            <a:pt x="470816" y="191096"/>
                            <a:pt x="471197" y="191096"/>
                            <a:pt x="471577" y="191096"/>
                          </a:cubicBezTo>
                          <a:cubicBezTo>
                            <a:pt x="475768" y="191096"/>
                            <a:pt x="479483" y="188048"/>
                            <a:pt x="480055" y="183762"/>
                          </a:cubicBezTo>
                          <a:cubicBezTo>
                            <a:pt x="481102" y="175475"/>
                            <a:pt x="482627" y="167283"/>
                            <a:pt x="484532" y="159378"/>
                          </a:cubicBezTo>
                          <a:cubicBezTo>
                            <a:pt x="485579" y="154710"/>
                            <a:pt x="482722" y="150138"/>
                            <a:pt x="478150" y="149091"/>
                          </a:cubicBezTo>
                          <a:close/>
                          <a:moveTo>
                            <a:pt x="1110610" y="147281"/>
                          </a:moveTo>
                          <a:cubicBezTo>
                            <a:pt x="1106133" y="145757"/>
                            <a:pt x="1101276" y="148043"/>
                            <a:pt x="1099656" y="152520"/>
                          </a:cubicBezTo>
                          <a:cubicBezTo>
                            <a:pt x="1096798" y="160521"/>
                            <a:pt x="1093846" y="168426"/>
                            <a:pt x="1090893" y="176332"/>
                          </a:cubicBezTo>
                          <a:cubicBezTo>
                            <a:pt x="1089179" y="180714"/>
                            <a:pt x="1091369" y="185667"/>
                            <a:pt x="1095751" y="187381"/>
                          </a:cubicBezTo>
                          <a:cubicBezTo>
                            <a:pt x="1096798" y="187762"/>
                            <a:pt x="1097846" y="187953"/>
                            <a:pt x="1098799" y="187953"/>
                          </a:cubicBezTo>
                          <a:cubicBezTo>
                            <a:pt x="1102228" y="187953"/>
                            <a:pt x="1105467" y="185857"/>
                            <a:pt x="1106800" y="182428"/>
                          </a:cubicBezTo>
                          <a:cubicBezTo>
                            <a:pt x="1109848" y="174427"/>
                            <a:pt x="1112896" y="166331"/>
                            <a:pt x="1115753" y="158234"/>
                          </a:cubicBezTo>
                          <a:cubicBezTo>
                            <a:pt x="1117373" y="153758"/>
                            <a:pt x="1114992" y="148900"/>
                            <a:pt x="1110610" y="147281"/>
                          </a:cubicBezTo>
                          <a:close/>
                          <a:moveTo>
                            <a:pt x="530632" y="126421"/>
                          </a:moveTo>
                          <a:cubicBezTo>
                            <a:pt x="522250" y="122230"/>
                            <a:pt x="513392" y="119182"/>
                            <a:pt x="504343" y="117467"/>
                          </a:cubicBezTo>
                          <a:cubicBezTo>
                            <a:pt x="499676" y="116610"/>
                            <a:pt x="495200" y="119658"/>
                            <a:pt x="494342" y="124325"/>
                          </a:cubicBezTo>
                          <a:cubicBezTo>
                            <a:pt x="493390" y="128898"/>
                            <a:pt x="496438" y="133374"/>
                            <a:pt x="501105" y="134327"/>
                          </a:cubicBezTo>
                          <a:cubicBezTo>
                            <a:pt x="508630" y="135756"/>
                            <a:pt x="516059" y="138232"/>
                            <a:pt x="523108" y="141756"/>
                          </a:cubicBezTo>
                          <a:cubicBezTo>
                            <a:pt x="524251" y="142328"/>
                            <a:pt x="525584" y="142614"/>
                            <a:pt x="526823" y="142614"/>
                          </a:cubicBezTo>
                          <a:cubicBezTo>
                            <a:pt x="529966" y="142614"/>
                            <a:pt x="533014" y="140899"/>
                            <a:pt x="534538" y="137851"/>
                          </a:cubicBezTo>
                          <a:cubicBezTo>
                            <a:pt x="536633" y="133660"/>
                            <a:pt x="534919" y="128517"/>
                            <a:pt x="530632" y="126421"/>
                          </a:cubicBezTo>
                          <a:close/>
                          <a:moveTo>
                            <a:pt x="1134136" y="74129"/>
                          </a:moveTo>
                          <a:cubicBezTo>
                            <a:pt x="1129565" y="72795"/>
                            <a:pt x="1124802" y="75367"/>
                            <a:pt x="1123468" y="79844"/>
                          </a:cubicBezTo>
                          <a:cubicBezTo>
                            <a:pt x="1120992" y="88035"/>
                            <a:pt x="1118420" y="96132"/>
                            <a:pt x="1115848" y="104228"/>
                          </a:cubicBezTo>
                          <a:cubicBezTo>
                            <a:pt x="1114420" y="108705"/>
                            <a:pt x="1116991" y="113467"/>
                            <a:pt x="1121468" y="114896"/>
                          </a:cubicBezTo>
                          <a:cubicBezTo>
                            <a:pt x="1122325" y="115182"/>
                            <a:pt x="1123183" y="115372"/>
                            <a:pt x="1124040" y="115372"/>
                          </a:cubicBezTo>
                          <a:cubicBezTo>
                            <a:pt x="1127659" y="115372"/>
                            <a:pt x="1130993" y="112991"/>
                            <a:pt x="1132136" y="109371"/>
                          </a:cubicBezTo>
                          <a:cubicBezTo>
                            <a:pt x="1134708" y="101180"/>
                            <a:pt x="1137280" y="92988"/>
                            <a:pt x="1139756" y="84797"/>
                          </a:cubicBezTo>
                          <a:cubicBezTo>
                            <a:pt x="1141185" y="80320"/>
                            <a:pt x="1138613" y="75558"/>
                            <a:pt x="1134136" y="74129"/>
                          </a:cubicBezTo>
                          <a:close/>
                          <a:moveTo>
                            <a:pt x="1155473" y="310"/>
                          </a:moveTo>
                          <a:cubicBezTo>
                            <a:pt x="1150996" y="-928"/>
                            <a:pt x="1146233" y="1644"/>
                            <a:pt x="1144900" y="6216"/>
                          </a:cubicBezTo>
                          <a:lnTo>
                            <a:pt x="1137947" y="30790"/>
                          </a:lnTo>
                          <a:cubicBezTo>
                            <a:pt x="1136613" y="35362"/>
                            <a:pt x="1139185" y="40029"/>
                            <a:pt x="1143757" y="41363"/>
                          </a:cubicBezTo>
                          <a:cubicBezTo>
                            <a:pt x="1144519" y="41649"/>
                            <a:pt x="1145281" y="41744"/>
                            <a:pt x="1146138" y="41744"/>
                          </a:cubicBezTo>
                          <a:cubicBezTo>
                            <a:pt x="1149853" y="41744"/>
                            <a:pt x="1153282" y="39267"/>
                            <a:pt x="1154329" y="35553"/>
                          </a:cubicBezTo>
                          <a:lnTo>
                            <a:pt x="1161378" y="10883"/>
                          </a:lnTo>
                          <a:cubicBezTo>
                            <a:pt x="1162711" y="6311"/>
                            <a:pt x="1160045" y="1644"/>
                            <a:pt x="1155473" y="31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0" name="AutoShape 210"/>
                    <p:cNvSpPr/>
                    <p:nvPr/>
                  </p:nvSpPr>
                  <p:spPr>
                    <a:xfrm>
                      <a:off x="10520074" y="1076867"/>
                      <a:ext cx="923384" cy="11763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384" h="1176366">
                          <a:moveTo>
                            <a:pt x="8956" y="1133694"/>
                          </a:moveTo>
                          <a:lnTo>
                            <a:pt x="8956" y="1133694"/>
                          </a:lnTo>
                          <a:cubicBezTo>
                            <a:pt x="4289" y="1133694"/>
                            <a:pt x="478" y="1137409"/>
                            <a:pt x="383" y="1142077"/>
                          </a:cubicBezTo>
                          <a:lnTo>
                            <a:pt x="2" y="1167699"/>
                          </a:lnTo>
                          <a:cubicBezTo>
                            <a:pt x="-94" y="1172461"/>
                            <a:pt x="3717" y="1176366"/>
                            <a:pt x="8384" y="1176366"/>
                          </a:cubicBezTo>
                          <a:lnTo>
                            <a:pt x="8574" y="1176366"/>
                          </a:lnTo>
                          <a:cubicBezTo>
                            <a:pt x="13242" y="1176366"/>
                            <a:pt x="17052" y="1172652"/>
                            <a:pt x="17052" y="1167984"/>
                          </a:cubicBezTo>
                          <a:lnTo>
                            <a:pt x="17433" y="1142362"/>
                          </a:lnTo>
                          <a:cubicBezTo>
                            <a:pt x="17529" y="1137695"/>
                            <a:pt x="13814" y="1133790"/>
                            <a:pt x="9051" y="1133694"/>
                          </a:cubicBezTo>
                          <a:close/>
                          <a:moveTo>
                            <a:pt x="10956" y="1056923"/>
                          </a:moveTo>
                          <a:cubicBezTo>
                            <a:pt x="6193" y="1056637"/>
                            <a:pt x="2288" y="1060447"/>
                            <a:pt x="2097" y="1065115"/>
                          </a:cubicBezTo>
                          <a:cubicBezTo>
                            <a:pt x="1812" y="1073687"/>
                            <a:pt x="1526" y="1082259"/>
                            <a:pt x="1335" y="1090832"/>
                          </a:cubicBezTo>
                          <a:cubicBezTo>
                            <a:pt x="1240" y="1095499"/>
                            <a:pt x="4955" y="1099404"/>
                            <a:pt x="9717" y="1099595"/>
                          </a:cubicBezTo>
                          <a:lnTo>
                            <a:pt x="9908" y="1099595"/>
                          </a:lnTo>
                          <a:cubicBezTo>
                            <a:pt x="14480" y="1099595"/>
                            <a:pt x="18290" y="1095880"/>
                            <a:pt x="18386" y="1091213"/>
                          </a:cubicBezTo>
                          <a:cubicBezTo>
                            <a:pt x="18672" y="1082736"/>
                            <a:pt x="18861" y="1074163"/>
                            <a:pt x="19147" y="1065686"/>
                          </a:cubicBezTo>
                          <a:cubicBezTo>
                            <a:pt x="19338" y="1061019"/>
                            <a:pt x="15623" y="1057018"/>
                            <a:pt x="10956" y="1056923"/>
                          </a:cubicBezTo>
                          <a:close/>
                          <a:moveTo>
                            <a:pt x="15052" y="980152"/>
                          </a:moveTo>
                          <a:cubicBezTo>
                            <a:pt x="10385" y="979770"/>
                            <a:pt x="6193" y="983295"/>
                            <a:pt x="5907" y="988057"/>
                          </a:cubicBezTo>
                          <a:cubicBezTo>
                            <a:pt x="5336" y="996630"/>
                            <a:pt x="4764" y="1005202"/>
                            <a:pt x="4289" y="1013775"/>
                          </a:cubicBezTo>
                          <a:cubicBezTo>
                            <a:pt x="4098" y="1018442"/>
                            <a:pt x="7718" y="1022442"/>
                            <a:pt x="12385" y="1022728"/>
                          </a:cubicBezTo>
                          <a:lnTo>
                            <a:pt x="12860" y="1022728"/>
                          </a:lnTo>
                          <a:cubicBezTo>
                            <a:pt x="17338" y="1022728"/>
                            <a:pt x="21147" y="1019204"/>
                            <a:pt x="21338" y="1014632"/>
                          </a:cubicBezTo>
                          <a:cubicBezTo>
                            <a:pt x="21814" y="1006155"/>
                            <a:pt x="22385" y="997677"/>
                            <a:pt x="22957" y="989200"/>
                          </a:cubicBezTo>
                          <a:cubicBezTo>
                            <a:pt x="23243" y="984533"/>
                            <a:pt x="19719" y="980437"/>
                            <a:pt x="15052" y="980152"/>
                          </a:cubicBezTo>
                          <a:close/>
                          <a:moveTo>
                            <a:pt x="22767" y="903666"/>
                          </a:moveTo>
                          <a:cubicBezTo>
                            <a:pt x="18004" y="903094"/>
                            <a:pt x="13814" y="906428"/>
                            <a:pt x="13242" y="911095"/>
                          </a:cubicBezTo>
                          <a:cubicBezTo>
                            <a:pt x="12194" y="919573"/>
                            <a:pt x="11146" y="928145"/>
                            <a:pt x="10289" y="936717"/>
                          </a:cubicBezTo>
                          <a:cubicBezTo>
                            <a:pt x="9813" y="941385"/>
                            <a:pt x="13242" y="945576"/>
                            <a:pt x="17909" y="946052"/>
                          </a:cubicBezTo>
                          <a:cubicBezTo>
                            <a:pt x="18195" y="946147"/>
                            <a:pt x="18481" y="946147"/>
                            <a:pt x="18766" y="946147"/>
                          </a:cubicBezTo>
                          <a:cubicBezTo>
                            <a:pt x="23148" y="946147"/>
                            <a:pt x="26863" y="942909"/>
                            <a:pt x="27243" y="938432"/>
                          </a:cubicBezTo>
                          <a:cubicBezTo>
                            <a:pt x="28197" y="930050"/>
                            <a:pt x="29149" y="921573"/>
                            <a:pt x="30196" y="913191"/>
                          </a:cubicBezTo>
                          <a:cubicBezTo>
                            <a:pt x="30767" y="908523"/>
                            <a:pt x="27434" y="904237"/>
                            <a:pt x="22767" y="903666"/>
                          </a:cubicBezTo>
                          <a:close/>
                          <a:moveTo>
                            <a:pt x="35721" y="827942"/>
                          </a:moveTo>
                          <a:cubicBezTo>
                            <a:pt x="31053" y="826989"/>
                            <a:pt x="26577" y="829942"/>
                            <a:pt x="25625" y="834609"/>
                          </a:cubicBezTo>
                          <a:cubicBezTo>
                            <a:pt x="23910" y="842991"/>
                            <a:pt x="22291" y="851469"/>
                            <a:pt x="20862" y="859946"/>
                          </a:cubicBezTo>
                          <a:cubicBezTo>
                            <a:pt x="20004" y="864613"/>
                            <a:pt x="23148" y="869090"/>
                            <a:pt x="27815" y="869852"/>
                          </a:cubicBezTo>
                          <a:cubicBezTo>
                            <a:pt x="28291" y="869947"/>
                            <a:pt x="28767" y="870042"/>
                            <a:pt x="29244" y="870042"/>
                          </a:cubicBezTo>
                          <a:cubicBezTo>
                            <a:pt x="33339" y="870042"/>
                            <a:pt x="36959" y="867090"/>
                            <a:pt x="37626" y="862899"/>
                          </a:cubicBezTo>
                          <a:cubicBezTo>
                            <a:pt x="39149" y="854612"/>
                            <a:pt x="40674" y="846230"/>
                            <a:pt x="42389" y="837943"/>
                          </a:cubicBezTo>
                          <a:cubicBezTo>
                            <a:pt x="43341" y="833371"/>
                            <a:pt x="40292" y="828894"/>
                            <a:pt x="35721" y="827942"/>
                          </a:cubicBezTo>
                          <a:close/>
                          <a:moveTo>
                            <a:pt x="621032" y="792223"/>
                          </a:moveTo>
                          <a:cubicBezTo>
                            <a:pt x="619413" y="787746"/>
                            <a:pt x="614555" y="785460"/>
                            <a:pt x="610078" y="786984"/>
                          </a:cubicBezTo>
                          <a:cubicBezTo>
                            <a:pt x="602553" y="789747"/>
                            <a:pt x="594743" y="791556"/>
                            <a:pt x="587028" y="792509"/>
                          </a:cubicBezTo>
                          <a:cubicBezTo>
                            <a:pt x="582360" y="793081"/>
                            <a:pt x="579027" y="797271"/>
                            <a:pt x="579598" y="802034"/>
                          </a:cubicBezTo>
                          <a:cubicBezTo>
                            <a:pt x="580170" y="806320"/>
                            <a:pt x="583789" y="809463"/>
                            <a:pt x="588075" y="809463"/>
                          </a:cubicBezTo>
                          <a:lnTo>
                            <a:pt x="589123" y="809463"/>
                          </a:lnTo>
                          <a:cubicBezTo>
                            <a:pt x="598077" y="808320"/>
                            <a:pt x="607030" y="806225"/>
                            <a:pt x="615793" y="803082"/>
                          </a:cubicBezTo>
                          <a:cubicBezTo>
                            <a:pt x="620270" y="801558"/>
                            <a:pt x="622556" y="796700"/>
                            <a:pt x="621032" y="792223"/>
                          </a:cubicBezTo>
                          <a:close/>
                          <a:moveTo>
                            <a:pt x="540260" y="787842"/>
                          </a:moveTo>
                          <a:cubicBezTo>
                            <a:pt x="532831" y="785365"/>
                            <a:pt x="525592" y="782031"/>
                            <a:pt x="518639" y="777936"/>
                          </a:cubicBezTo>
                          <a:cubicBezTo>
                            <a:pt x="514542" y="775554"/>
                            <a:pt x="509303" y="776983"/>
                            <a:pt x="506922" y="781079"/>
                          </a:cubicBezTo>
                          <a:cubicBezTo>
                            <a:pt x="504541" y="785079"/>
                            <a:pt x="505970" y="790318"/>
                            <a:pt x="509971" y="792699"/>
                          </a:cubicBezTo>
                          <a:cubicBezTo>
                            <a:pt x="517971" y="797367"/>
                            <a:pt x="526353" y="801177"/>
                            <a:pt x="534831" y="804034"/>
                          </a:cubicBezTo>
                          <a:cubicBezTo>
                            <a:pt x="535783" y="804320"/>
                            <a:pt x="536641" y="804415"/>
                            <a:pt x="537593" y="804415"/>
                          </a:cubicBezTo>
                          <a:cubicBezTo>
                            <a:pt x="541118" y="804415"/>
                            <a:pt x="544451" y="802224"/>
                            <a:pt x="545689" y="798605"/>
                          </a:cubicBezTo>
                          <a:cubicBezTo>
                            <a:pt x="547118" y="794128"/>
                            <a:pt x="544737" y="789270"/>
                            <a:pt x="540260" y="787842"/>
                          </a:cubicBezTo>
                          <a:close/>
                          <a:moveTo>
                            <a:pt x="55247" y="753647"/>
                          </a:moveTo>
                          <a:cubicBezTo>
                            <a:pt x="50675" y="752218"/>
                            <a:pt x="45913" y="754790"/>
                            <a:pt x="44579" y="759267"/>
                          </a:cubicBezTo>
                          <a:cubicBezTo>
                            <a:pt x="42007" y="767553"/>
                            <a:pt x="39626" y="775840"/>
                            <a:pt x="37436" y="784222"/>
                          </a:cubicBezTo>
                          <a:cubicBezTo>
                            <a:pt x="36197" y="788794"/>
                            <a:pt x="38864" y="793461"/>
                            <a:pt x="43436" y="794700"/>
                          </a:cubicBezTo>
                          <a:cubicBezTo>
                            <a:pt x="44198" y="794890"/>
                            <a:pt x="44959" y="794985"/>
                            <a:pt x="45722" y="794985"/>
                          </a:cubicBezTo>
                          <a:cubicBezTo>
                            <a:pt x="49437" y="794985"/>
                            <a:pt x="52866" y="792414"/>
                            <a:pt x="53914" y="788604"/>
                          </a:cubicBezTo>
                          <a:cubicBezTo>
                            <a:pt x="56104" y="780507"/>
                            <a:pt x="58390" y="772316"/>
                            <a:pt x="60867" y="764315"/>
                          </a:cubicBezTo>
                          <a:cubicBezTo>
                            <a:pt x="62296" y="759743"/>
                            <a:pt x="59724" y="754981"/>
                            <a:pt x="55247" y="753647"/>
                          </a:cubicBezTo>
                          <a:close/>
                          <a:moveTo>
                            <a:pt x="679610" y="743741"/>
                          </a:moveTo>
                          <a:cubicBezTo>
                            <a:pt x="675897" y="740788"/>
                            <a:pt x="670562" y="741455"/>
                            <a:pt x="667610" y="745170"/>
                          </a:cubicBezTo>
                          <a:cubicBezTo>
                            <a:pt x="662657" y="751456"/>
                            <a:pt x="657036" y="757266"/>
                            <a:pt x="651035" y="762600"/>
                          </a:cubicBezTo>
                          <a:cubicBezTo>
                            <a:pt x="647511" y="765744"/>
                            <a:pt x="647226" y="771078"/>
                            <a:pt x="650274" y="774697"/>
                          </a:cubicBezTo>
                          <a:cubicBezTo>
                            <a:pt x="651989" y="776602"/>
                            <a:pt x="654370" y="777555"/>
                            <a:pt x="656751" y="777555"/>
                          </a:cubicBezTo>
                          <a:cubicBezTo>
                            <a:pt x="658751" y="777555"/>
                            <a:pt x="660751" y="776888"/>
                            <a:pt x="662371" y="775364"/>
                          </a:cubicBezTo>
                          <a:cubicBezTo>
                            <a:pt x="669133" y="769458"/>
                            <a:pt x="675420" y="762886"/>
                            <a:pt x="681039" y="755742"/>
                          </a:cubicBezTo>
                          <a:cubicBezTo>
                            <a:pt x="683993" y="752028"/>
                            <a:pt x="683325" y="746694"/>
                            <a:pt x="679610" y="743741"/>
                          </a:cubicBezTo>
                          <a:close/>
                          <a:moveTo>
                            <a:pt x="482062" y="746694"/>
                          </a:moveTo>
                          <a:cubicBezTo>
                            <a:pt x="476919" y="740693"/>
                            <a:pt x="471966" y="734121"/>
                            <a:pt x="467299" y="727072"/>
                          </a:cubicBezTo>
                          <a:cubicBezTo>
                            <a:pt x="464727" y="723167"/>
                            <a:pt x="459392" y="722119"/>
                            <a:pt x="455488" y="724691"/>
                          </a:cubicBezTo>
                          <a:cubicBezTo>
                            <a:pt x="451487" y="727263"/>
                            <a:pt x="450439" y="732597"/>
                            <a:pt x="453011" y="736502"/>
                          </a:cubicBezTo>
                          <a:cubicBezTo>
                            <a:pt x="458060" y="744122"/>
                            <a:pt x="463489" y="751266"/>
                            <a:pt x="469013" y="757838"/>
                          </a:cubicBezTo>
                          <a:cubicBezTo>
                            <a:pt x="470728" y="759838"/>
                            <a:pt x="473109" y="760791"/>
                            <a:pt x="475490" y="760791"/>
                          </a:cubicBezTo>
                          <a:cubicBezTo>
                            <a:pt x="477490" y="760791"/>
                            <a:pt x="479491" y="760124"/>
                            <a:pt x="481110" y="758790"/>
                          </a:cubicBezTo>
                          <a:cubicBezTo>
                            <a:pt x="484634" y="755647"/>
                            <a:pt x="485111" y="750313"/>
                            <a:pt x="482062" y="746694"/>
                          </a:cubicBezTo>
                          <a:close/>
                          <a:moveTo>
                            <a:pt x="82870" y="681924"/>
                          </a:moveTo>
                          <a:cubicBezTo>
                            <a:pt x="78583" y="680019"/>
                            <a:pt x="73534" y="682019"/>
                            <a:pt x="71630" y="686305"/>
                          </a:cubicBezTo>
                          <a:cubicBezTo>
                            <a:pt x="68106" y="694211"/>
                            <a:pt x="64772" y="702212"/>
                            <a:pt x="61628" y="710213"/>
                          </a:cubicBezTo>
                          <a:cubicBezTo>
                            <a:pt x="59819" y="714690"/>
                            <a:pt x="62010" y="719643"/>
                            <a:pt x="66391" y="721357"/>
                          </a:cubicBezTo>
                          <a:cubicBezTo>
                            <a:pt x="67439" y="721738"/>
                            <a:pt x="68487" y="721929"/>
                            <a:pt x="69535" y="721929"/>
                          </a:cubicBezTo>
                          <a:cubicBezTo>
                            <a:pt x="72964" y="721929"/>
                            <a:pt x="76106" y="719928"/>
                            <a:pt x="77440" y="716499"/>
                          </a:cubicBezTo>
                          <a:cubicBezTo>
                            <a:pt x="80584" y="708689"/>
                            <a:pt x="83822" y="700974"/>
                            <a:pt x="87251" y="693258"/>
                          </a:cubicBezTo>
                          <a:cubicBezTo>
                            <a:pt x="89156" y="688972"/>
                            <a:pt x="87251" y="683924"/>
                            <a:pt x="82870" y="681924"/>
                          </a:cubicBezTo>
                          <a:close/>
                          <a:moveTo>
                            <a:pt x="705899" y="672303"/>
                          </a:moveTo>
                          <a:cubicBezTo>
                            <a:pt x="701232" y="671541"/>
                            <a:pt x="696851" y="674685"/>
                            <a:pt x="696090" y="679352"/>
                          </a:cubicBezTo>
                          <a:cubicBezTo>
                            <a:pt x="694851" y="687448"/>
                            <a:pt x="692850" y="695354"/>
                            <a:pt x="690374" y="702879"/>
                          </a:cubicBezTo>
                          <a:cubicBezTo>
                            <a:pt x="688946" y="707451"/>
                            <a:pt x="691422" y="712213"/>
                            <a:pt x="695899" y="713737"/>
                          </a:cubicBezTo>
                          <a:cubicBezTo>
                            <a:pt x="696756" y="714023"/>
                            <a:pt x="697613" y="714118"/>
                            <a:pt x="698566" y="714118"/>
                          </a:cubicBezTo>
                          <a:cubicBezTo>
                            <a:pt x="702090" y="714118"/>
                            <a:pt x="705424" y="711832"/>
                            <a:pt x="706662" y="708213"/>
                          </a:cubicBezTo>
                          <a:cubicBezTo>
                            <a:pt x="709424" y="699831"/>
                            <a:pt x="711520" y="690973"/>
                            <a:pt x="712948" y="682019"/>
                          </a:cubicBezTo>
                          <a:cubicBezTo>
                            <a:pt x="713711" y="677447"/>
                            <a:pt x="710567" y="673065"/>
                            <a:pt x="705899" y="672303"/>
                          </a:cubicBezTo>
                          <a:close/>
                          <a:moveTo>
                            <a:pt x="444439" y="683162"/>
                          </a:moveTo>
                          <a:cubicBezTo>
                            <a:pt x="441391" y="675542"/>
                            <a:pt x="438628" y="667731"/>
                            <a:pt x="436152" y="659731"/>
                          </a:cubicBezTo>
                          <a:cubicBezTo>
                            <a:pt x="434723" y="655254"/>
                            <a:pt x="430056" y="652682"/>
                            <a:pt x="425484" y="654111"/>
                          </a:cubicBezTo>
                          <a:cubicBezTo>
                            <a:pt x="421007" y="655444"/>
                            <a:pt x="418436" y="660302"/>
                            <a:pt x="419865" y="664779"/>
                          </a:cubicBezTo>
                          <a:cubicBezTo>
                            <a:pt x="422435" y="673161"/>
                            <a:pt x="425389" y="681543"/>
                            <a:pt x="428627" y="689639"/>
                          </a:cubicBezTo>
                          <a:cubicBezTo>
                            <a:pt x="429960" y="692973"/>
                            <a:pt x="433199" y="694973"/>
                            <a:pt x="436533" y="694973"/>
                          </a:cubicBezTo>
                          <a:cubicBezTo>
                            <a:pt x="437676" y="694973"/>
                            <a:pt x="438724" y="694782"/>
                            <a:pt x="439771" y="694306"/>
                          </a:cubicBezTo>
                          <a:cubicBezTo>
                            <a:pt x="444153" y="692592"/>
                            <a:pt x="446248" y="687544"/>
                            <a:pt x="444439" y="683162"/>
                          </a:cubicBezTo>
                          <a:close/>
                          <a:moveTo>
                            <a:pt x="119636" y="614487"/>
                          </a:moveTo>
                          <a:cubicBezTo>
                            <a:pt x="115540" y="612010"/>
                            <a:pt x="110302" y="613248"/>
                            <a:pt x="107825" y="617249"/>
                          </a:cubicBezTo>
                          <a:cubicBezTo>
                            <a:pt x="103348" y="624678"/>
                            <a:pt x="98967" y="632203"/>
                            <a:pt x="94776" y="639728"/>
                          </a:cubicBezTo>
                          <a:cubicBezTo>
                            <a:pt x="92490" y="643919"/>
                            <a:pt x="94013" y="649062"/>
                            <a:pt x="98110" y="651348"/>
                          </a:cubicBezTo>
                          <a:cubicBezTo>
                            <a:pt x="99443" y="652110"/>
                            <a:pt x="100872" y="652396"/>
                            <a:pt x="102205" y="652396"/>
                          </a:cubicBezTo>
                          <a:cubicBezTo>
                            <a:pt x="105253" y="652396"/>
                            <a:pt x="108110" y="650872"/>
                            <a:pt x="109730" y="648015"/>
                          </a:cubicBezTo>
                          <a:cubicBezTo>
                            <a:pt x="113826" y="640681"/>
                            <a:pt x="118017" y="633346"/>
                            <a:pt x="122398" y="626202"/>
                          </a:cubicBezTo>
                          <a:cubicBezTo>
                            <a:pt x="124874" y="622202"/>
                            <a:pt x="123636" y="616963"/>
                            <a:pt x="119636" y="614487"/>
                          </a:cubicBezTo>
                          <a:close/>
                          <a:moveTo>
                            <a:pt x="708853" y="602390"/>
                          </a:moveTo>
                          <a:cubicBezTo>
                            <a:pt x="707710" y="597818"/>
                            <a:pt x="703043" y="595056"/>
                            <a:pt x="698471" y="596199"/>
                          </a:cubicBezTo>
                          <a:cubicBezTo>
                            <a:pt x="693898" y="597342"/>
                            <a:pt x="691136" y="602009"/>
                            <a:pt x="692279" y="606581"/>
                          </a:cubicBezTo>
                          <a:cubicBezTo>
                            <a:pt x="694279" y="614487"/>
                            <a:pt x="695803" y="622678"/>
                            <a:pt x="696756" y="630679"/>
                          </a:cubicBezTo>
                          <a:cubicBezTo>
                            <a:pt x="697328" y="635061"/>
                            <a:pt x="701042" y="638204"/>
                            <a:pt x="705233" y="638204"/>
                          </a:cubicBezTo>
                          <a:cubicBezTo>
                            <a:pt x="705615" y="638204"/>
                            <a:pt x="705899" y="638204"/>
                            <a:pt x="706281" y="638109"/>
                          </a:cubicBezTo>
                          <a:cubicBezTo>
                            <a:pt x="710948" y="637537"/>
                            <a:pt x="714281" y="633251"/>
                            <a:pt x="713711" y="628584"/>
                          </a:cubicBezTo>
                          <a:cubicBezTo>
                            <a:pt x="712663" y="619821"/>
                            <a:pt x="711043" y="611058"/>
                            <a:pt x="708853" y="602390"/>
                          </a:cubicBezTo>
                          <a:close/>
                          <a:moveTo>
                            <a:pt x="423293" y="591150"/>
                          </a:moveTo>
                          <a:lnTo>
                            <a:pt x="423007" y="586293"/>
                          </a:lnTo>
                          <a:cubicBezTo>
                            <a:pt x="422721" y="581530"/>
                            <a:pt x="418531" y="577911"/>
                            <a:pt x="414053" y="578196"/>
                          </a:cubicBezTo>
                          <a:cubicBezTo>
                            <a:pt x="409291" y="578482"/>
                            <a:pt x="405672" y="582483"/>
                            <a:pt x="405957" y="587245"/>
                          </a:cubicBezTo>
                          <a:lnTo>
                            <a:pt x="406243" y="592294"/>
                          </a:lnTo>
                          <a:cubicBezTo>
                            <a:pt x="406720" y="599247"/>
                            <a:pt x="407482" y="606390"/>
                            <a:pt x="408434" y="613439"/>
                          </a:cubicBezTo>
                          <a:cubicBezTo>
                            <a:pt x="409006" y="617725"/>
                            <a:pt x="412721" y="620773"/>
                            <a:pt x="416911" y="620773"/>
                          </a:cubicBezTo>
                          <a:cubicBezTo>
                            <a:pt x="417293" y="620773"/>
                            <a:pt x="417673" y="620773"/>
                            <a:pt x="418054" y="620678"/>
                          </a:cubicBezTo>
                          <a:cubicBezTo>
                            <a:pt x="422721" y="620106"/>
                            <a:pt x="426055" y="615725"/>
                            <a:pt x="425389" y="611058"/>
                          </a:cubicBezTo>
                          <a:cubicBezTo>
                            <a:pt x="424436" y="604485"/>
                            <a:pt x="423769" y="597723"/>
                            <a:pt x="423293" y="591150"/>
                          </a:cubicBezTo>
                          <a:close/>
                          <a:moveTo>
                            <a:pt x="165451" y="552860"/>
                          </a:moveTo>
                          <a:cubicBezTo>
                            <a:pt x="161831" y="549812"/>
                            <a:pt x="156403" y="550193"/>
                            <a:pt x="153354" y="553908"/>
                          </a:cubicBezTo>
                          <a:cubicBezTo>
                            <a:pt x="147830" y="560385"/>
                            <a:pt x="142401" y="567243"/>
                            <a:pt x="137162" y="574291"/>
                          </a:cubicBezTo>
                          <a:cubicBezTo>
                            <a:pt x="134304" y="578006"/>
                            <a:pt x="135067" y="583340"/>
                            <a:pt x="138782" y="586198"/>
                          </a:cubicBezTo>
                          <a:cubicBezTo>
                            <a:pt x="140400" y="587340"/>
                            <a:pt x="142115" y="587912"/>
                            <a:pt x="143924" y="587912"/>
                          </a:cubicBezTo>
                          <a:cubicBezTo>
                            <a:pt x="146496" y="587912"/>
                            <a:pt x="149068" y="586769"/>
                            <a:pt x="150783" y="584578"/>
                          </a:cubicBezTo>
                          <a:cubicBezTo>
                            <a:pt x="155831" y="577815"/>
                            <a:pt x="161165" y="571148"/>
                            <a:pt x="166499" y="564861"/>
                          </a:cubicBezTo>
                          <a:cubicBezTo>
                            <a:pt x="169452" y="561242"/>
                            <a:pt x="168975" y="555813"/>
                            <a:pt x="165451" y="552860"/>
                          </a:cubicBezTo>
                          <a:close/>
                          <a:moveTo>
                            <a:pt x="689803" y="552765"/>
                          </a:moveTo>
                          <a:cubicBezTo>
                            <a:pt x="685706" y="544954"/>
                            <a:pt x="681135" y="537334"/>
                            <a:pt x="676086" y="530000"/>
                          </a:cubicBezTo>
                          <a:cubicBezTo>
                            <a:pt x="673420" y="526095"/>
                            <a:pt x="668181" y="525047"/>
                            <a:pt x="664275" y="527714"/>
                          </a:cubicBezTo>
                          <a:cubicBezTo>
                            <a:pt x="660371" y="530381"/>
                            <a:pt x="659322" y="535715"/>
                            <a:pt x="661989" y="539620"/>
                          </a:cubicBezTo>
                          <a:cubicBezTo>
                            <a:pt x="666656" y="546383"/>
                            <a:pt x="670943" y="553527"/>
                            <a:pt x="674658" y="560670"/>
                          </a:cubicBezTo>
                          <a:cubicBezTo>
                            <a:pt x="676181" y="563623"/>
                            <a:pt x="679230" y="565242"/>
                            <a:pt x="682278" y="565242"/>
                          </a:cubicBezTo>
                          <a:cubicBezTo>
                            <a:pt x="683611" y="565242"/>
                            <a:pt x="684945" y="564957"/>
                            <a:pt x="686183" y="564290"/>
                          </a:cubicBezTo>
                          <a:cubicBezTo>
                            <a:pt x="690374" y="562099"/>
                            <a:pt x="691993" y="556956"/>
                            <a:pt x="689803" y="552765"/>
                          </a:cubicBezTo>
                          <a:close/>
                          <a:moveTo>
                            <a:pt x="416434" y="501425"/>
                          </a:moveTo>
                          <a:cubicBezTo>
                            <a:pt x="411482" y="500949"/>
                            <a:pt x="407577" y="504568"/>
                            <a:pt x="407196" y="509235"/>
                          </a:cubicBezTo>
                          <a:cubicBezTo>
                            <a:pt x="406434" y="517903"/>
                            <a:pt x="405862" y="526476"/>
                            <a:pt x="405577" y="535239"/>
                          </a:cubicBezTo>
                          <a:cubicBezTo>
                            <a:pt x="405386" y="539906"/>
                            <a:pt x="409006" y="543906"/>
                            <a:pt x="413768" y="544097"/>
                          </a:cubicBezTo>
                          <a:lnTo>
                            <a:pt x="414053" y="544097"/>
                          </a:lnTo>
                          <a:cubicBezTo>
                            <a:pt x="418626" y="544097"/>
                            <a:pt x="422435" y="540477"/>
                            <a:pt x="422626" y="535905"/>
                          </a:cubicBezTo>
                          <a:cubicBezTo>
                            <a:pt x="422912" y="527428"/>
                            <a:pt x="423484" y="519046"/>
                            <a:pt x="424150" y="510664"/>
                          </a:cubicBezTo>
                          <a:cubicBezTo>
                            <a:pt x="424627" y="505997"/>
                            <a:pt x="421103" y="501901"/>
                            <a:pt x="416434" y="501425"/>
                          </a:cubicBezTo>
                          <a:close/>
                          <a:moveTo>
                            <a:pt x="220506" y="499329"/>
                          </a:moveTo>
                          <a:cubicBezTo>
                            <a:pt x="217458" y="495710"/>
                            <a:pt x="212028" y="495329"/>
                            <a:pt x="208504" y="498377"/>
                          </a:cubicBezTo>
                          <a:cubicBezTo>
                            <a:pt x="201932" y="503901"/>
                            <a:pt x="195360" y="509807"/>
                            <a:pt x="189073" y="515808"/>
                          </a:cubicBezTo>
                          <a:cubicBezTo>
                            <a:pt x="185644" y="519046"/>
                            <a:pt x="185453" y="524475"/>
                            <a:pt x="188788" y="527904"/>
                          </a:cubicBezTo>
                          <a:cubicBezTo>
                            <a:pt x="190406" y="529619"/>
                            <a:pt x="192692" y="530476"/>
                            <a:pt x="194884" y="530476"/>
                          </a:cubicBezTo>
                          <a:cubicBezTo>
                            <a:pt x="197075" y="530476"/>
                            <a:pt x="199170" y="529714"/>
                            <a:pt x="200790" y="528190"/>
                          </a:cubicBezTo>
                          <a:cubicBezTo>
                            <a:pt x="206884" y="522380"/>
                            <a:pt x="213171" y="516760"/>
                            <a:pt x="219458" y="511426"/>
                          </a:cubicBezTo>
                          <a:cubicBezTo>
                            <a:pt x="223078" y="508378"/>
                            <a:pt x="223553" y="502949"/>
                            <a:pt x="220506" y="499329"/>
                          </a:cubicBezTo>
                          <a:close/>
                          <a:moveTo>
                            <a:pt x="641606" y="489804"/>
                          </a:moveTo>
                          <a:cubicBezTo>
                            <a:pt x="635225" y="483899"/>
                            <a:pt x="628366" y="478089"/>
                            <a:pt x="621317" y="472755"/>
                          </a:cubicBezTo>
                          <a:cubicBezTo>
                            <a:pt x="617508" y="469897"/>
                            <a:pt x="612174" y="470659"/>
                            <a:pt x="609316" y="474374"/>
                          </a:cubicBezTo>
                          <a:cubicBezTo>
                            <a:pt x="606459" y="478184"/>
                            <a:pt x="607221" y="483518"/>
                            <a:pt x="611031" y="486375"/>
                          </a:cubicBezTo>
                          <a:cubicBezTo>
                            <a:pt x="617604" y="491424"/>
                            <a:pt x="623985" y="496758"/>
                            <a:pt x="629890" y="502282"/>
                          </a:cubicBezTo>
                          <a:cubicBezTo>
                            <a:pt x="631510" y="503806"/>
                            <a:pt x="633605" y="504568"/>
                            <a:pt x="635700" y="504568"/>
                          </a:cubicBezTo>
                          <a:cubicBezTo>
                            <a:pt x="637986" y="504568"/>
                            <a:pt x="640272" y="503711"/>
                            <a:pt x="641987" y="501901"/>
                          </a:cubicBezTo>
                          <a:cubicBezTo>
                            <a:pt x="645225" y="498472"/>
                            <a:pt x="645035" y="493043"/>
                            <a:pt x="641606" y="489804"/>
                          </a:cubicBezTo>
                          <a:close/>
                          <a:moveTo>
                            <a:pt x="284609" y="457134"/>
                          </a:moveTo>
                          <a:cubicBezTo>
                            <a:pt x="282323" y="452943"/>
                            <a:pt x="277085" y="451514"/>
                            <a:pt x="272989" y="453800"/>
                          </a:cubicBezTo>
                          <a:cubicBezTo>
                            <a:pt x="265368" y="457896"/>
                            <a:pt x="257844" y="462468"/>
                            <a:pt x="250510" y="467230"/>
                          </a:cubicBezTo>
                          <a:cubicBezTo>
                            <a:pt x="246509" y="469802"/>
                            <a:pt x="245366" y="475041"/>
                            <a:pt x="247938" y="479041"/>
                          </a:cubicBezTo>
                          <a:cubicBezTo>
                            <a:pt x="249557" y="481518"/>
                            <a:pt x="252319" y="482946"/>
                            <a:pt x="255082" y="482946"/>
                          </a:cubicBezTo>
                          <a:cubicBezTo>
                            <a:pt x="256701" y="482946"/>
                            <a:pt x="258320" y="482470"/>
                            <a:pt x="259749" y="481518"/>
                          </a:cubicBezTo>
                          <a:cubicBezTo>
                            <a:pt x="266797" y="477041"/>
                            <a:pt x="274036" y="472659"/>
                            <a:pt x="281180" y="468754"/>
                          </a:cubicBezTo>
                          <a:cubicBezTo>
                            <a:pt x="285372" y="466468"/>
                            <a:pt x="286895" y="461229"/>
                            <a:pt x="284609" y="457134"/>
                          </a:cubicBezTo>
                          <a:close/>
                          <a:moveTo>
                            <a:pt x="430342" y="425987"/>
                          </a:moveTo>
                          <a:cubicBezTo>
                            <a:pt x="431580" y="424463"/>
                            <a:pt x="432342" y="422558"/>
                            <a:pt x="432246" y="420367"/>
                          </a:cubicBezTo>
                          <a:cubicBezTo>
                            <a:pt x="432246" y="415700"/>
                            <a:pt x="427961" y="411985"/>
                            <a:pt x="423484" y="412080"/>
                          </a:cubicBezTo>
                          <a:cubicBezTo>
                            <a:pt x="414721" y="412366"/>
                            <a:pt x="405862" y="412938"/>
                            <a:pt x="397290" y="413795"/>
                          </a:cubicBezTo>
                          <a:cubicBezTo>
                            <a:pt x="392622" y="414271"/>
                            <a:pt x="389193" y="418462"/>
                            <a:pt x="389670" y="423225"/>
                          </a:cubicBezTo>
                          <a:cubicBezTo>
                            <a:pt x="390147" y="427892"/>
                            <a:pt x="394337" y="431226"/>
                            <a:pt x="399099" y="430749"/>
                          </a:cubicBezTo>
                          <a:cubicBezTo>
                            <a:pt x="406148" y="430083"/>
                            <a:pt x="413387" y="429511"/>
                            <a:pt x="420626" y="429225"/>
                          </a:cubicBezTo>
                          <a:cubicBezTo>
                            <a:pt x="419960" y="430178"/>
                            <a:pt x="419578" y="431130"/>
                            <a:pt x="419292" y="432178"/>
                          </a:cubicBezTo>
                          <a:cubicBezTo>
                            <a:pt x="417388" y="440655"/>
                            <a:pt x="415673" y="449133"/>
                            <a:pt x="414053" y="457705"/>
                          </a:cubicBezTo>
                          <a:cubicBezTo>
                            <a:pt x="413196" y="462277"/>
                            <a:pt x="416340" y="466754"/>
                            <a:pt x="421007" y="467611"/>
                          </a:cubicBezTo>
                          <a:cubicBezTo>
                            <a:pt x="421483" y="467706"/>
                            <a:pt x="421960" y="467706"/>
                            <a:pt x="422531" y="467706"/>
                          </a:cubicBezTo>
                          <a:cubicBezTo>
                            <a:pt x="426532" y="467706"/>
                            <a:pt x="430151" y="464849"/>
                            <a:pt x="430913" y="460753"/>
                          </a:cubicBezTo>
                          <a:cubicBezTo>
                            <a:pt x="432437" y="452466"/>
                            <a:pt x="434057" y="444180"/>
                            <a:pt x="435961" y="435988"/>
                          </a:cubicBezTo>
                          <a:cubicBezTo>
                            <a:pt x="436913" y="431702"/>
                            <a:pt x="434437" y="427416"/>
                            <a:pt x="430342" y="425987"/>
                          </a:cubicBezTo>
                          <a:close/>
                          <a:moveTo>
                            <a:pt x="576360" y="445037"/>
                          </a:moveTo>
                          <a:cubicBezTo>
                            <a:pt x="568645" y="441227"/>
                            <a:pt x="560548" y="437607"/>
                            <a:pt x="552261" y="434369"/>
                          </a:cubicBezTo>
                          <a:cubicBezTo>
                            <a:pt x="547880" y="432654"/>
                            <a:pt x="542927" y="434845"/>
                            <a:pt x="541213" y="439227"/>
                          </a:cubicBezTo>
                          <a:cubicBezTo>
                            <a:pt x="539498" y="443608"/>
                            <a:pt x="541688" y="448561"/>
                            <a:pt x="546071" y="450276"/>
                          </a:cubicBezTo>
                          <a:cubicBezTo>
                            <a:pt x="553785" y="453324"/>
                            <a:pt x="561501" y="456753"/>
                            <a:pt x="568835" y="460372"/>
                          </a:cubicBezTo>
                          <a:cubicBezTo>
                            <a:pt x="569979" y="460944"/>
                            <a:pt x="571311" y="461229"/>
                            <a:pt x="572549" y="461229"/>
                          </a:cubicBezTo>
                          <a:cubicBezTo>
                            <a:pt x="575693" y="461229"/>
                            <a:pt x="578741" y="459515"/>
                            <a:pt x="580265" y="456467"/>
                          </a:cubicBezTo>
                          <a:cubicBezTo>
                            <a:pt x="582360" y="452276"/>
                            <a:pt x="580647" y="447132"/>
                            <a:pt x="576360" y="445037"/>
                          </a:cubicBezTo>
                          <a:close/>
                          <a:moveTo>
                            <a:pt x="356142" y="429511"/>
                          </a:moveTo>
                          <a:cubicBezTo>
                            <a:pt x="354808" y="424939"/>
                            <a:pt x="350141" y="422367"/>
                            <a:pt x="345569" y="423606"/>
                          </a:cubicBezTo>
                          <a:cubicBezTo>
                            <a:pt x="337092" y="425987"/>
                            <a:pt x="328614" y="428749"/>
                            <a:pt x="320518" y="431797"/>
                          </a:cubicBezTo>
                          <a:cubicBezTo>
                            <a:pt x="316137" y="433416"/>
                            <a:pt x="313851" y="438369"/>
                            <a:pt x="315565" y="442751"/>
                          </a:cubicBezTo>
                          <a:cubicBezTo>
                            <a:pt x="316803" y="446180"/>
                            <a:pt x="320137" y="448275"/>
                            <a:pt x="323566" y="448275"/>
                          </a:cubicBezTo>
                          <a:cubicBezTo>
                            <a:pt x="324519" y="448275"/>
                            <a:pt x="325567" y="448085"/>
                            <a:pt x="326519" y="447799"/>
                          </a:cubicBezTo>
                          <a:cubicBezTo>
                            <a:pt x="334235" y="444846"/>
                            <a:pt x="342140" y="442275"/>
                            <a:pt x="350141" y="440084"/>
                          </a:cubicBezTo>
                          <a:cubicBezTo>
                            <a:pt x="354713" y="438750"/>
                            <a:pt x="357380" y="434083"/>
                            <a:pt x="356142" y="429511"/>
                          </a:cubicBezTo>
                          <a:close/>
                          <a:moveTo>
                            <a:pt x="501875" y="419319"/>
                          </a:moveTo>
                          <a:cubicBezTo>
                            <a:pt x="493397" y="417510"/>
                            <a:pt x="484634" y="415986"/>
                            <a:pt x="475966" y="414843"/>
                          </a:cubicBezTo>
                          <a:cubicBezTo>
                            <a:pt x="471299" y="414271"/>
                            <a:pt x="467013" y="417510"/>
                            <a:pt x="466347" y="422177"/>
                          </a:cubicBezTo>
                          <a:cubicBezTo>
                            <a:pt x="465774" y="426939"/>
                            <a:pt x="469108" y="431226"/>
                            <a:pt x="473775" y="431797"/>
                          </a:cubicBezTo>
                          <a:cubicBezTo>
                            <a:pt x="481967" y="432845"/>
                            <a:pt x="490253" y="434274"/>
                            <a:pt x="498350" y="435988"/>
                          </a:cubicBezTo>
                          <a:cubicBezTo>
                            <a:pt x="498921" y="436179"/>
                            <a:pt x="499493" y="436179"/>
                            <a:pt x="500064" y="436179"/>
                          </a:cubicBezTo>
                          <a:cubicBezTo>
                            <a:pt x="504065" y="436179"/>
                            <a:pt x="507589" y="433416"/>
                            <a:pt x="508446" y="429416"/>
                          </a:cubicBezTo>
                          <a:cubicBezTo>
                            <a:pt x="509399" y="424844"/>
                            <a:pt x="506446" y="420272"/>
                            <a:pt x="501875" y="419319"/>
                          </a:cubicBezTo>
                          <a:close/>
                          <a:moveTo>
                            <a:pt x="452916" y="352644"/>
                          </a:moveTo>
                          <a:cubicBezTo>
                            <a:pt x="448535" y="350930"/>
                            <a:pt x="443582" y="353121"/>
                            <a:pt x="441962" y="357597"/>
                          </a:cubicBezTo>
                          <a:cubicBezTo>
                            <a:pt x="438819" y="365694"/>
                            <a:pt x="435961" y="373885"/>
                            <a:pt x="433294" y="382077"/>
                          </a:cubicBezTo>
                          <a:cubicBezTo>
                            <a:pt x="431771" y="386553"/>
                            <a:pt x="434247" y="391411"/>
                            <a:pt x="438724" y="392840"/>
                          </a:cubicBezTo>
                          <a:cubicBezTo>
                            <a:pt x="439581" y="393126"/>
                            <a:pt x="440438" y="393316"/>
                            <a:pt x="441391" y="393316"/>
                          </a:cubicBezTo>
                          <a:cubicBezTo>
                            <a:pt x="444915" y="393316"/>
                            <a:pt x="448344" y="391030"/>
                            <a:pt x="449487" y="387411"/>
                          </a:cubicBezTo>
                          <a:cubicBezTo>
                            <a:pt x="452059" y="379410"/>
                            <a:pt x="454916" y="371504"/>
                            <a:pt x="457869" y="363598"/>
                          </a:cubicBezTo>
                          <a:cubicBezTo>
                            <a:pt x="459583" y="359217"/>
                            <a:pt x="457297" y="354264"/>
                            <a:pt x="452916" y="352644"/>
                          </a:cubicBezTo>
                          <a:close/>
                          <a:moveTo>
                            <a:pt x="486063" y="283302"/>
                          </a:moveTo>
                          <a:cubicBezTo>
                            <a:pt x="481967" y="281016"/>
                            <a:pt x="476728" y="282540"/>
                            <a:pt x="474443" y="286731"/>
                          </a:cubicBezTo>
                          <a:cubicBezTo>
                            <a:pt x="470346" y="294351"/>
                            <a:pt x="466347" y="302067"/>
                            <a:pt x="462536" y="309877"/>
                          </a:cubicBezTo>
                          <a:cubicBezTo>
                            <a:pt x="460441" y="314068"/>
                            <a:pt x="462250" y="319212"/>
                            <a:pt x="466441" y="321212"/>
                          </a:cubicBezTo>
                          <a:cubicBezTo>
                            <a:pt x="467679" y="321879"/>
                            <a:pt x="468917" y="322164"/>
                            <a:pt x="470156" y="322164"/>
                          </a:cubicBezTo>
                          <a:cubicBezTo>
                            <a:pt x="473395" y="322164"/>
                            <a:pt x="476442" y="320355"/>
                            <a:pt x="477871" y="317307"/>
                          </a:cubicBezTo>
                          <a:cubicBezTo>
                            <a:pt x="481586" y="309782"/>
                            <a:pt x="485397" y="302257"/>
                            <a:pt x="489492" y="294923"/>
                          </a:cubicBezTo>
                          <a:cubicBezTo>
                            <a:pt x="491682" y="290732"/>
                            <a:pt x="490159" y="285588"/>
                            <a:pt x="486063" y="283302"/>
                          </a:cubicBezTo>
                          <a:close/>
                          <a:moveTo>
                            <a:pt x="528449" y="219294"/>
                          </a:moveTo>
                          <a:cubicBezTo>
                            <a:pt x="524640" y="216437"/>
                            <a:pt x="519305" y="217199"/>
                            <a:pt x="516542" y="221009"/>
                          </a:cubicBezTo>
                          <a:cubicBezTo>
                            <a:pt x="511304" y="227962"/>
                            <a:pt x="506351" y="235106"/>
                            <a:pt x="501493" y="242250"/>
                          </a:cubicBezTo>
                          <a:cubicBezTo>
                            <a:pt x="498826" y="246155"/>
                            <a:pt x="499874" y="251489"/>
                            <a:pt x="503779" y="254156"/>
                          </a:cubicBezTo>
                          <a:cubicBezTo>
                            <a:pt x="505208" y="255108"/>
                            <a:pt x="506922" y="255585"/>
                            <a:pt x="508542" y="255585"/>
                          </a:cubicBezTo>
                          <a:cubicBezTo>
                            <a:pt x="511304" y="255585"/>
                            <a:pt x="513972" y="254251"/>
                            <a:pt x="515590" y="251775"/>
                          </a:cubicBezTo>
                          <a:cubicBezTo>
                            <a:pt x="520353" y="244821"/>
                            <a:pt x="525210" y="237963"/>
                            <a:pt x="530164" y="231201"/>
                          </a:cubicBezTo>
                          <a:cubicBezTo>
                            <a:pt x="533022" y="227486"/>
                            <a:pt x="532259" y="222057"/>
                            <a:pt x="528449" y="219294"/>
                          </a:cubicBezTo>
                          <a:close/>
                          <a:moveTo>
                            <a:pt x="579598" y="161954"/>
                          </a:moveTo>
                          <a:cubicBezTo>
                            <a:pt x="576264" y="158620"/>
                            <a:pt x="570836" y="158620"/>
                            <a:pt x="567502" y="161954"/>
                          </a:cubicBezTo>
                          <a:cubicBezTo>
                            <a:pt x="561406" y="168145"/>
                            <a:pt x="555405" y="174432"/>
                            <a:pt x="549595" y="180813"/>
                          </a:cubicBezTo>
                          <a:cubicBezTo>
                            <a:pt x="546356" y="184338"/>
                            <a:pt x="546642" y="189672"/>
                            <a:pt x="550166" y="192910"/>
                          </a:cubicBezTo>
                          <a:cubicBezTo>
                            <a:pt x="551786" y="194339"/>
                            <a:pt x="553881" y="195101"/>
                            <a:pt x="555881" y="195101"/>
                          </a:cubicBezTo>
                          <a:cubicBezTo>
                            <a:pt x="558167" y="195101"/>
                            <a:pt x="560548" y="194148"/>
                            <a:pt x="562167" y="192339"/>
                          </a:cubicBezTo>
                          <a:cubicBezTo>
                            <a:pt x="567882" y="186052"/>
                            <a:pt x="573692" y="179956"/>
                            <a:pt x="579598" y="174051"/>
                          </a:cubicBezTo>
                          <a:cubicBezTo>
                            <a:pt x="582932" y="170717"/>
                            <a:pt x="582932" y="165288"/>
                            <a:pt x="579598" y="161954"/>
                          </a:cubicBezTo>
                          <a:close/>
                          <a:moveTo>
                            <a:pt x="638463" y="112614"/>
                          </a:moveTo>
                          <a:cubicBezTo>
                            <a:pt x="635605" y="108804"/>
                            <a:pt x="630271" y="108042"/>
                            <a:pt x="626461" y="110900"/>
                          </a:cubicBezTo>
                          <a:cubicBezTo>
                            <a:pt x="619508" y="116139"/>
                            <a:pt x="612746" y="121473"/>
                            <a:pt x="605982" y="126997"/>
                          </a:cubicBezTo>
                          <a:cubicBezTo>
                            <a:pt x="602363" y="129950"/>
                            <a:pt x="601887" y="135379"/>
                            <a:pt x="604839" y="138999"/>
                          </a:cubicBezTo>
                          <a:cubicBezTo>
                            <a:pt x="606554" y="141094"/>
                            <a:pt x="609031" y="142142"/>
                            <a:pt x="611507" y="142142"/>
                          </a:cubicBezTo>
                          <a:cubicBezTo>
                            <a:pt x="613412" y="142142"/>
                            <a:pt x="615317" y="141475"/>
                            <a:pt x="616936" y="140142"/>
                          </a:cubicBezTo>
                          <a:cubicBezTo>
                            <a:pt x="623414" y="134808"/>
                            <a:pt x="629985" y="129569"/>
                            <a:pt x="636748" y="124521"/>
                          </a:cubicBezTo>
                          <a:cubicBezTo>
                            <a:pt x="640463" y="121758"/>
                            <a:pt x="641225" y="116424"/>
                            <a:pt x="638463" y="112614"/>
                          </a:cubicBezTo>
                          <a:close/>
                          <a:moveTo>
                            <a:pt x="703518" y="71847"/>
                          </a:moveTo>
                          <a:cubicBezTo>
                            <a:pt x="701232" y="67752"/>
                            <a:pt x="696090" y="66323"/>
                            <a:pt x="691898" y="68514"/>
                          </a:cubicBezTo>
                          <a:cubicBezTo>
                            <a:pt x="684373" y="72800"/>
                            <a:pt x="676849" y="77086"/>
                            <a:pt x="669514" y="81658"/>
                          </a:cubicBezTo>
                          <a:cubicBezTo>
                            <a:pt x="665418" y="84135"/>
                            <a:pt x="664180" y="89373"/>
                            <a:pt x="666656" y="93374"/>
                          </a:cubicBezTo>
                          <a:cubicBezTo>
                            <a:pt x="668276" y="96041"/>
                            <a:pt x="671134" y="97470"/>
                            <a:pt x="673991" y="97470"/>
                          </a:cubicBezTo>
                          <a:cubicBezTo>
                            <a:pt x="675515" y="97470"/>
                            <a:pt x="677040" y="97089"/>
                            <a:pt x="678467" y="96231"/>
                          </a:cubicBezTo>
                          <a:cubicBezTo>
                            <a:pt x="685611" y="91850"/>
                            <a:pt x="692850" y="87564"/>
                            <a:pt x="700185" y="83468"/>
                          </a:cubicBezTo>
                          <a:cubicBezTo>
                            <a:pt x="704376" y="81182"/>
                            <a:pt x="705804" y="76038"/>
                            <a:pt x="703518" y="71847"/>
                          </a:cubicBezTo>
                          <a:close/>
                          <a:moveTo>
                            <a:pt x="773622" y="40415"/>
                          </a:moveTo>
                          <a:cubicBezTo>
                            <a:pt x="771908" y="36033"/>
                            <a:pt x="766955" y="33843"/>
                            <a:pt x="762574" y="35557"/>
                          </a:cubicBezTo>
                          <a:cubicBezTo>
                            <a:pt x="754478" y="38700"/>
                            <a:pt x="746476" y="42034"/>
                            <a:pt x="738571" y="45463"/>
                          </a:cubicBezTo>
                          <a:cubicBezTo>
                            <a:pt x="734190" y="47368"/>
                            <a:pt x="732284" y="52416"/>
                            <a:pt x="734190" y="56703"/>
                          </a:cubicBezTo>
                          <a:cubicBezTo>
                            <a:pt x="735617" y="59941"/>
                            <a:pt x="738666" y="61846"/>
                            <a:pt x="742000" y="61846"/>
                          </a:cubicBezTo>
                          <a:cubicBezTo>
                            <a:pt x="743142" y="61846"/>
                            <a:pt x="744285" y="61560"/>
                            <a:pt x="745428" y="61084"/>
                          </a:cubicBezTo>
                          <a:cubicBezTo>
                            <a:pt x="753144" y="57750"/>
                            <a:pt x="760859" y="54512"/>
                            <a:pt x="768765" y="51464"/>
                          </a:cubicBezTo>
                          <a:cubicBezTo>
                            <a:pt x="773146" y="49749"/>
                            <a:pt x="775337" y="44796"/>
                            <a:pt x="773622" y="40415"/>
                          </a:cubicBezTo>
                          <a:close/>
                          <a:moveTo>
                            <a:pt x="847347" y="18888"/>
                          </a:moveTo>
                          <a:cubicBezTo>
                            <a:pt x="846204" y="14316"/>
                            <a:pt x="841631" y="11364"/>
                            <a:pt x="837059" y="12507"/>
                          </a:cubicBezTo>
                          <a:cubicBezTo>
                            <a:pt x="828581" y="14507"/>
                            <a:pt x="820199" y="16698"/>
                            <a:pt x="811913" y="19079"/>
                          </a:cubicBezTo>
                          <a:cubicBezTo>
                            <a:pt x="807341" y="20317"/>
                            <a:pt x="804769" y="25080"/>
                            <a:pt x="806007" y="29556"/>
                          </a:cubicBezTo>
                          <a:cubicBezTo>
                            <a:pt x="807055" y="33366"/>
                            <a:pt x="810485" y="35843"/>
                            <a:pt x="814199" y="35843"/>
                          </a:cubicBezTo>
                          <a:cubicBezTo>
                            <a:pt x="814961" y="35843"/>
                            <a:pt x="815818" y="35652"/>
                            <a:pt x="816580" y="35462"/>
                          </a:cubicBezTo>
                          <a:cubicBezTo>
                            <a:pt x="824677" y="33176"/>
                            <a:pt x="832773" y="31080"/>
                            <a:pt x="840964" y="29175"/>
                          </a:cubicBezTo>
                          <a:cubicBezTo>
                            <a:pt x="845536" y="28032"/>
                            <a:pt x="848394" y="23460"/>
                            <a:pt x="847347" y="18888"/>
                          </a:cubicBezTo>
                          <a:close/>
                          <a:moveTo>
                            <a:pt x="914116" y="29"/>
                          </a:moveTo>
                          <a:cubicBezTo>
                            <a:pt x="905449" y="791"/>
                            <a:pt x="896781" y="1839"/>
                            <a:pt x="888208" y="2982"/>
                          </a:cubicBezTo>
                          <a:cubicBezTo>
                            <a:pt x="883541" y="3648"/>
                            <a:pt x="880303" y="7935"/>
                            <a:pt x="880969" y="12602"/>
                          </a:cubicBezTo>
                          <a:cubicBezTo>
                            <a:pt x="881541" y="16888"/>
                            <a:pt x="885161" y="20031"/>
                            <a:pt x="889351" y="20031"/>
                          </a:cubicBezTo>
                          <a:cubicBezTo>
                            <a:pt x="889732" y="20031"/>
                            <a:pt x="890209" y="19936"/>
                            <a:pt x="890589" y="19936"/>
                          </a:cubicBezTo>
                          <a:cubicBezTo>
                            <a:pt x="898876" y="18793"/>
                            <a:pt x="907258" y="17841"/>
                            <a:pt x="915640" y="17079"/>
                          </a:cubicBezTo>
                          <a:cubicBezTo>
                            <a:pt x="920307" y="16698"/>
                            <a:pt x="923736" y="12507"/>
                            <a:pt x="923356" y="7839"/>
                          </a:cubicBezTo>
                          <a:cubicBezTo>
                            <a:pt x="922975" y="3077"/>
                            <a:pt x="918593" y="-352"/>
                            <a:pt x="914116" y="2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1" name="AutoShape 211"/>
                    <p:cNvSpPr/>
                    <p:nvPr/>
                  </p:nvSpPr>
                  <p:spPr>
                    <a:xfrm>
                      <a:off x="8324326" y="227355"/>
                      <a:ext cx="480806" cy="9098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0806" h="909898">
                          <a:moveTo>
                            <a:pt x="438230" y="869226"/>
                          </a:moveTo>
                          <a:cubicBezTo>
                            <a:pt x="433848" y="867702"/>
                            <a:pt x="428990" y="870084"/>
                            <a:pt x="427466" y="874560"/>
                          </a:cubicBezTo>
                          <a:cubicBezTo>
                            <a:pt x="424704" y="882561"/>
                            <a:pt x="421846" y="890467"/>
                            <a:pt x="418798" y="898278"/>
                          </a:cubicBezTo>
                          <a:cubicBezTo>
                            <a:pt x="417084" y="902754"/>
                            <a:pt x="419274" y="907612"/>
                            <a:pt x="423656" y="909327"/>
                          </a:cubicBezTo>
                          <a:cubicBezTo>
                            <a:pt x="424704" y="909708"/>
                            <a:pt x="425752" y="909898"/>
                            <a:pt x="426704" y="909898"/>
                          </a:cubicBezTo>
                          <a:cubicBezTo>
                            <a:pt x="430133" y="909898"/>
                            <a:pt x="433372" y="907898"/>
                            <a:pt x="434705" y="904469"/>
                          </a:cubicBezTo>
                          <a:cubicBezTo>
                            <a:pt x="437848" y="896373"/>
                            <a:pt x="440801" y="888276"/>
                            <a:pt x="443564" y="880085"/>
                          </a:cubicBezTo>
                          <a:cubicBezTo>
                            <a:pt x="445087" y="875608"/>
                            <a:pt x="442706" y="870750"/>
                            <a:pt x="438230" y="869226"/>
                          </a:cubicBezTo>
                          <a:close/>
                          <a:moveTo>
                            <a:pt x="458041" y="795027"/>
                          </a:moveTo>
                          <a:cubicBezTo>
                            <a:pt x="453469" y="793979"/>
                            <a:pt x="448898" y="796932"/>
                            <a:pt x="447849" y="801504"/>
                          </a:cubicBezTo>
                          <a:cubicBezTo>
                            <a:pt x="446040" y="809790"/>
                            <a:pt x="444135" y="817982"/>
                            <a:pt x="441944" y="826173"/>
                          </a:cubicBezTo>
                          <a:cubicBezTo>
                            <a:pt x="440801" y="830650"/>
                            <a:pt x="443564" y="835317"/>
                            <a:pt x="448135" y="836556"/>
                          </a:cubicBezTo>
                          <a:cubicBezTo>
                            <a:pt x="448802" y="836746"/>
                            <a:pt x="449564" y="836841"/>
                            <a:pt x="450231" y="836841"/>
                          </a:cubicBezTo>
                          <a:cubicBezTo>
                            <a:pt x="454041" y="836841"/>
                            <a:pt x="457565" y="834270"/>
                            <a:pt x="458518" y="830364"/>
                          </a:cubicBezTo>
                          <a:cubicBezTo>
                            <a:pt x="460708" y="821982"/>
                            <a:pt x="462709" y="813600"/>
                            <a:pt x="464518" y="805123"/>
                          </a:cubicBezTo>
                          <a:cubicBezTo>
                            <a:pt x="465566" y="800551"/>
                            <a:pt x="462614" y="795979"/>
                            <a:pt x="458041" y="795027"/>
                          </a:cubicBezTo>
                          <a:close/>
                          <a:moveTo>
                            <a:pt x="469376" y="719017"/>
                          </a:moveTo>
                          <a:cubicBezTo>
                            <a:pt x="464613" y="718541"/>
                            <a:pt x="460422" y="721875"/>
                            <a:pt x="459946" y="726637"/>
                          </a:cubicBezTo>
                          <a:cubicBezTo>
                            <a:pt x="459089" y="735019"/>
                            <a:pt x="458041" y="743401"/>
                            <a:pt x="456898" y="751688"/>
                          </a:cubicBezTo>
                          <a:cubicBezTo>
                            <a:pt x="456231" y="756355"/>
                            <a:pt x="459470" y="760737"/>
                            <a:pt x="464137" y="761403"/>
                          </a:cubicBezTo>
                          <a:cubicBezTo>
                            <a:pt x="464518" y="761403"/>
                            <a:pt x="464899" y="761499"/>
                            <a:pt x="465280" y="761499"/>
                          </a:cubicBezTo>
                          <a:cubicBezTo>
                            <a:pt x="469471" y="761499"/>
                            <a:pt x="473186" y="758355"/>
                            <a:pt x="473758" y="754164"/>
                          </a:cubicBezTo>
                          <a:cubicBezTo>
                            <a:pt x="474996" y="745592"/>
                            <a:pt x="476044" y="737019"/>
                            <a:pt x="476996" y="728352"/>
                          </a:cubicBezTo>
                          <a:cubicBezTo>
                            <a:pt x="477473" y="723684"/>
                            <a:pt x="474043" y="719493"/>
                            <a:pt x="469376" y="719017"/>
                          </a:cubicBezTo>
                          <a:close/>
                          <a:moveTo>
                            <a:pt x="472234" y="642246"/>
                          </a:moveTo>
                          <a:cubicBezTo>
                            <a:pt x="467471" y="642246"/>
                            <a:pt x="463757" y="646151"/>
                            <a:pt x="463757" y="650818"/>
                          </a:cubicBezTo>
                          <a:lnTo>
                            <a:pt x="463757" y="654247"/>
                          </a:lnTo>
                          <a:cubicBezTo>
                            <a:pt x="463757" y="661581"/>
                            <a:pt x="463661" y="668820"/>
                            <a:pt x="463375" y="676155"/>
                          </a:cubicBezTo>
                          <a:cubicBezTo>
                            <a:pt x="463375" y="680822"/>
                            <a:pt x="466995" y="684822"/>
                            <a:pt x="471662" y="684918"/>
                          </a:cubicBezTo>
                          <a:lnTo>
                            <a:pt x="471948" y="684918"/>
                          </a:lnTo>
                          <a:cubicBezTo>
                            <a:pt x="476520" y="684918"/>
                            <a:pt x="480330" y="681298"/>
                            <a:pt x="480521" y="676631"/>
                          </a:cubicBezTo>
                          <a:cubicBezTo>
                            <a:pt x="480711" y="669201"/>
                            <a:pt x="480806" y="661772"/>
                            <a:pt x="480806" y="654247"/>
                          </a:cubicBezTo>
                          <a:lnTo>
                            <a:pt x="480806" y="650723"/>
                          </a:lnTo>
                          <a:cubicBezTo>
                            <a:pt x="480806" y="645960"/>
                            <a:pt x="477187" y="642055"/>
                            <a:pt x="472234" y="642246"/>
                          </a:cubicBezTo>
                          <a:close/>
                          <a:moveTo>
                            <a:pt x="476139" y="573094"/>
                          </a:moveTo>
                          <a:cubicBezTo>
                            <a:pt x="475663" y="568427"/>
                            <a:pt x="471472" y="565093"/>
                            <a:pt x="466709" y="565569"/>
                          </a:cubicBezTo>
                          <a:cubicBezTo>
                            <a:pt x="462042" y="566141"/>
                            <a:pt x="458708" y="570427"/>
                            <a:pt x="459184" y="575094"/>
                          </a:cubicBezTo>
                          <a:cubicBezTo>
                            <a:pt x="460137" y="583476"/>
                            <a:pt x="460994" y="591858"/>
                            <a:pt x="461661" y="600240"/>
                          </a:cubicBezTo>
                          <a:cubicBezTo>
                            <a:pt x="462042" y="604717"/>
                            <a:pt x="465756" y="608146"/>
                            <a:pt x="470138" y="608146"/>
                          </a:cubicBezTo>
                          <a:lnTo>
                            <a:pt x="470805" y="608146"/>
                          </a:lnTo>
                          <a:cubicBezTo>
                            <a:pt x="475567" y="607765"/>
                            <a:pt x="479092" y="603574"/>
                            <a:pt x="478711" y="598907"/>
                          </a:cubicBezTo>
                          <a:cubicBezTo>
                            <a:pt x="477949" y="590334"/>
                            <a:pt x="477187" y="581667"/>
                            <a:pt x="476139" y="573094"/>
                          </a:cubicBezTo>
                          <a:close/>
                          <a:moveTo>
                            <a:pt x="462994" y="496513"/>
                          </a:moveTo>
                          <a:cubicBezTo>
                            <a:pt x="461947" y="491846"/>
                            <a:pt x="457280" y="488988"/>
                            <a:pt x="452707" y="490036"/>
                          </a:cubicBezTo>
                          <a:cubicBezTo>
                            <a:pt x="448135" y="491084"/>
                            <a:pt x="445278" y="495751"/>
                            <a:pt x="446326" y="500323"/>
                          </a:cubicBezTo>
                          <a:cubicBezTo>
                            <a:pt x="448231" y="508515"/>
                            <a:pt x="449945" y="516801"/>
                            <a:pt x="451564" y="525088"/>
                          </a:cubicBezTo>
                          <a:cubicBezTo>
                            <a:pt x="452326" y="529184"/>
                            <a:pt x="455946" y="532041"/>
                            <a:pt x="459946" y="532041"/>
                          </a:cubicBezTo>
                          <a:cubicBezTo>
                            <a:pt x="460422" y="532041"/>
                            <a:pt x="460994" y="532041"/>
                            <a:pt x="461565" y="531851"/>
                          </a:cubicBezTo>
                          <a:cubicBezTo>
                            <a:pt x="466233" y="530898"/>
                            <a:pt x="469186" y="526422"/>
                            <a:pt x="468328" y="521850"/>
                          </a:cubicBezTo>
                          <a:cubicBezTo>
                            <a:pt x="466709" y="513372"/>
                            <a:pt x="464899" y="504895"/>
                            <a:pt x="462994" y="496513"/>
                          </a:cubicBezTo>
                          <a:close/>
                          <a:moveTo>
                            <a:pt x="449374" y="446412"/>
                          </a:moveTo>
                          <a:cubicBezTo>
                            <a:pt x="446802" y="438125"/>
                            <a:pt x="444135" y="429933"/>
                            <a:pt x="441182" y="421742"/>
                          </a:cubicBezTo>
                          <a:cubicBezTo>
                            <a:pt x="439658" y="417360"/>
                            <a:pt x="434800" y="414979"/>
                            <a:pt x="430324" y="416598"/>
                          </a:cubicBezTo>
                          <a:cubicBezTo>
                            <a:pt x="425847" y="418122"/>
                            <a:pt x="423561" y="423075"/>
                            <a:pt x="425085" y="427457"/>
                          </a:cubicBezTo>
                          <a:cubicBezTo>
                            <a:pt x="427942" y="435458"/>
                            <a:pt x="430609" y="443459"/>
                            <a:pt x="433086" y="451460"/>
                          </a:cubicBezTo>
                          <a:cubicBezTo>
                            <a:pt x="434229" y="455175"/>
                            <a:pt x="437658" y="457461"/>
                            <a:pt x="441278" y="457461"/>
                          </a:cubicBezTo>
                          <a:cubicBezTo>
                            <a:pt x="442135" y="457461"/>
                            <a:pt x="442992" y="457365"/>
                            <a:pt x="443849" y="457080"/>
                          </a:cubicBezTo>
                          <a:cubicBezTo>
                            <a:pt x="448326" y="455651"/>
                            <a:pt x="450803" y="450888"/>
                            <a:pt x="449374" y="446412"/>
                          </a:cubicBezTo>
                          <a:close/>
                          <a:moveTo>
                            <a:pt x="421942" y="373545"/>
                          </a:moveTo>
                          <a:cubicBezTo>
                            <a:pt x="418417" y="365735"/>
                            <a:pt x="414798" y="357829"/>
                            <a:pt x="410893" y="350114"/>
                          </a:cubicBezTo>
                          <a:cubicBezTo>
                            <a:pt x="408797" y="345923"/>
                            <a:pt x="403749" y="344113"/>
                            <a:pt x="399463" y="346209"/>
                          </a:cubicBezTo>
                          <a:cubicBezTo>
                            <a:pt x="395272" y="348304"/>
                            <a:pt x="393557" y="353448"/>
                            <a:pt x="395653" y="357639"/>
                          </a:cubicBezTo>
                          <a:cubicBezTo>
                            <a:pt x="399367" y="365259"/>
                            <a:pt x="402892" y="372879"/>
                            <a:pt x="406416" y="380594"/>
                          </a:cubicBezTo>
                          <a:cubicBezTo>
                            <a:pt x="407749" y="383737"/>
                            <a:pt x="410893" y="385642"/>
                            <a:pt x="414131" y="385642"/>
                          </a:cubicBezTo>
                          <a:cubicBezTo>
                            <a:pt x="415369" y="385642"/>
                            <a:pt x="416512" y="385356"/>
                            <a:pt x="417655" y="384880"/>
                          </a:cubicBezTo>
                          <a:cubicBezTo>
                            <a:pt x="421942" y="382975"/>
                            <a:pt x="423847" y="377927"/>
                            <a:pt x="421942" y="373545"/>
                          </a:cubicBezTo>
                          <a:close/>
                          <a:moveTo>
                            <a:pt x="386128" y="304489"/>
                          </a:moveTo>
                          <a:cubicBezTo>
                            <a:pt x="381746" y="297060"/>
                            <a:pt x="377174" y="289725"/>
                            <a:pt x="372507" y="282486"/>
                          </a:cubicBezTo>
                          <a:cubicBezTo>
                            <a:pt x="369935" y="278486"/>
                            <a:pt x="364601" y="277343"/>
                            <a:pt x="360696" y="279915"/>
                          </a:cubicBezTo>
                          <a:cubicBezTo>
                            <a:pt x="356696" y="282486"/>
                            <a:pt x="355553" y="287820"/>
                            <a:pt x="358124" y="291726"/>
                          </a:cubicBezTo>
                          <a:cubicBezTo>
                            <a:pt x="362696" y="298869"/>
                            <a:pt x="367173" y="306013"/>
                            <a:pt x="371459" y="313252"/>
                          </a:cubicBezTo>
                          <a:cubicBezTo>
                            <a:pt x="373078" y="315919"/>
                            <a:pt x="375936" y="317443"/>
                            <a:pt x="378793" y="317443"/>
                          </a:cubicBezTo>
                          <a:cubicBezTo>
                            <a:pt x="380317" y="317443"/>
                            <a:pt x="381841" y="317062"/>
                            <a:pt x="383175" y="316205"/>
                          </a:cubicBezTo>
                          <a:cubicBezTo>
                            <a:pt x="387270" y="313824"/>
                            <a:pt x="388604" y="308585"/>
                            <a:pt x="386128" y="304489"/>
                          </a:cubicBezTo>
                          <a:close/>
                          <a:moveTo>
                            <a:pt x="342694" y="240005"/>
                          </a:moveTo>
                          <a:cubicBezTo>
                            <a:pt x="337455" y="233147"/>
                            <a:pt x="332121" y="226289"/>
                            <a:pt x="326596" y="219621"/>
                          </a:cubicBezTo>
                          <a:cubicBezTo>
                            <a:pt x="323644" y="216002"/>
                            <a:pt x="318214" y="215430"/>
                            <a:pt x="314595" y="218478"/>
                          </a:cubicBezTo>
                          <a:cubicBezTo>
                            <a:pt x="310975" y="221431"/>
                            <a:pt x="310404" y="226860"/>
                            <a:pt x="313356" y="230480"/>
                          </a:cubicBezTo>
                          <a:cubicBezTo>
                            <a:pt x="318786" y="236957"/>
                            <a:pt x="323930" y="243624"/>
                            <a:pt x="329073" y="250292"/>
                          </a:cubicBezTo>
                          <a:cubicBezTo>
                            <a:pt x="330787" y="252578"/>
                            <a:pt x="333264" y="253721"/>
                            <a:pt x="335836" y="253721"/>
                          </a:cubicBezTo>
                          <a:cubicBezTo>
                            <a:pt x="337646" y="253721"/>
                            <a:pt x="339455" y="253149"/>
                            <a:pt x="341074" y="252006"/>
                          </a:cubicBezTo>
                          <a:cubicBezTo>
                            <a:pt x="344789" y="249149"/>
                            <a:pt x="345551" y="243720"/>
                            <a:pt x="342694" y="240005"/>
                          </a:cubicBezTo>
                          <a:close/>
                          <a:moveTo>
                            <a:pt x="292307" y="180759"/>
                          </a:moveTo>
                          <a:cubicBezTo>
                            <a:pt x="286306" y="174473"/>
                            <a:pt x="280305" y="168377"/>
                            <a:pt x="274113" y="162281"/>
                          </a:cubicBezTo>
                          <a:cubicBezTo>
                            <a:pt x="270685" y="159042"/>
                            <a:pt x="265351" y="159042"/>
                            <a:pt x="262017" y="162471"/>
                          </a:cubicBezTo>
                          <a:cubicBezTo>
                            <a:pt x="258683" y="165805"/>
                            <a:pt x="258778" y="171234"/>
                            <a:pt x="262017" y="174473"/>
                          </a:cubicBezTo>
                          <a:cubicBezTo>
                            <a:pt x="268113" y="180378"/>
                            <a:pt x="274018" y="186474"/>
                            <a:pt x="279829" y="192570"/>
                          </a:cubicBezTo>
                          <a:cubicBezTo>
                            <a:pt x="281448" y="194285"/>
                            <a:pt x="283734" y="195237"/>
                            <a:pt x="286020" y="195237"/>
                          </a:cubicBezTo>
                          <a:cubicBezTo>
                            <a:pt x="288116" y="195237"/>
                            <a:pt x="290211" y="194380"/>
                            <a:pt x="291925" y="192856"/>
                          </a:cubicBezTo>
                          <a:cubicBezTo>
                            <a:pt x="295259" y="189618"/>
                            <a:pt x="295449" y="184188"/>
                            <a:pt x="292211" y="180759"/>
                          </a:cubicBezTo>
                          <a:close/>
                          <a:moveTo>
                            <a:pt x="235728" y="127419"/>
                          </a:moveTo>
                          <a:cubicBezTo>
                            <a:pt x="229060" y="121895"/>
                            <a:pt x="222393" y="116370"/>
                            <a:pt x="215535" y="111036"/>
                          </a:cubicBezTo>
                          <a:cubicBezTo>
                            <a:pt x="211820" y="108179"/>
                            <a:pt x="206486" y="108846"/>
                            <a:pt x="203629" y="112560"/>
                          </a:cubicBezTo>
                          <a:cubicBezTo>
                            <a:pt x="200676" y="116275"/>
                            <a:pt x="201343" y="121609"/>
                            <a:pt x="205057" y="124562"/>
                          </a:cubicBezTo>
                          <a:cubicBezTo>
                            <a:pt x="211725" y="129705"/>
                            <a:pt x="218202" y="135039"/>
                            <a:pt x="224679" y="140469"/>
                          </a:cubicBezTo>
                          <a:cubicBezTo>
                            <a:pt x="226298" y="141802"/>
                            <a:pt x="228298" y="142469"/>
                            <a:pt x="230203" y="142469"/>
                          </a:cubicBezTo>
                          <a:cubicBezTo>
                            <a:pt x="232585" y="142469"/>
                            <a:pt x="235061" y="141516"/>
                            <a:pt x="236680" y="139516"/>
                          </a:cubicBezTo>
                          <a:cubicBezTo>
                            <a:pt x="239728" y="135897"/>
                            <a:pt x="239348" y="130467"/>
                            <a:pt x="235728" y="127419"/>
                          </a:cubicBezTo>
                          <a:close/>
                          <a:moveTo>
                            <a:pt x="173625" y="80652"/>
                          </a:moveTo>
                          <a:cubicBezTo>
                            <a:pt x="166481" y="75794"/>
                            <a:pt x="159147" y="71127"/>
                            <a:pt x="151813" y="66555"/>
                          </a:cubicBezTo>
                          <a:cubicBezTo>
                            <a:pt x="147812" y="64078"/>
                            <a:pt x="142573" y="65316"/>
                            <a:pt x="140097" y="69317"/>
                          </a:cubicBezTo>
                          <a:cubicBezTo>
                            <a:pt x="137621" y="73413"/>
                            <a:pt x="138859" y="78651"/>
                            <a:pt x="142859" y="81128"/>
                          </a:cubicBezTo>
                          <a:cubicBezTo>
                            <a:pt x="150003" y="85509"/>
                            <a:pt x="157147" y="90081"/>
                            <a:pt x="164100" y="94844"/>
                          </a:cubicBezTo>
                          <a:cubicBezTo>
                            <a:pt x="165529" y="95796"/>
                            <a:pt x="167243" y="96273"/>
                            <a:pt x="168862" y="96273"/>
                          </a:cubicBezTo>
                          <a:cubicBezTo>
                            <a:pt x="171624" y="96273"/>
                            <a:pt x="174292" y="94939"/>
                            <a:pt x="175911" y="92463"/>
                          </a:cubicBezTo>
                          <a:cubicBezTo>
                            <a:pt x="178578" y="88557"/>
                            <a:pt x="177530" y="83223"/>
                            <a:pt x="173625" y="80652"/>
                          </a:cubicBezTo>
                          <a:close/>
                          <a:moveTo>
                            <a:pt x="106664" y="40932"/>
                          </a:moveTo>
                          <a:cubicBezTo>
                            <a:pt x="99044" y="37027"/>
                            <a:pt x="91234" y="33122"/>
                            <a:pt x="83423" y="29502"/>
                          </a:cubicBezTo>
                          <a:cubicBezTo>
                            <a:pt x="79137" y="27502"/>
                            <a:pt x="74088" y="29312"/>
                            <a:pt x="72089" y="33598"/>
                          </a:cubicBezTo>
                          <a:cubicBezTo>
                            <a:pt x="70088" y="37789"/>
                            <a:pt x="71898" y="42933"/>
                            <a:pt x="76184" y="44933"/>
                          </a:cubicBezTo>
                          <a:cubicBezTo>
                            <a:pt x="83804" y="48552"/>
                            <a:pt x="91329" y="52267"/>
                            <a:pt x="98854" y="56172"/>
                          </a:cubicBezTo>
                          <a:cubicBezTo>
                            <a:pt x="100092" y="56839"/>
                            <a:pt x="101425" y="57125"/>
                            <a:pt x="102759" y="57125"/>
                          </a:cubicBezTo>
                          <a:cubicBezTo>
                            <a:pt x="105807" y="57125"/>
                            <a:pt x="108855" y="55410"/>
                            <a:pt x="110379" y="52458"/>
                          </a:cubicBezTo>
                          <a:cubicBezTo>
                            <a:pt x="112474" y="48267"/>
                            <a:pt x="110855" y="43123"/>
                            <a:pt x="106664" y="40932"/>
                          </a:cubicBezTo>
                          <a:close/>
                          <a:moveTo>
                            <a:pt x="35703" y="9214"/>
                          </a:moveTo>
                          <a:cubicBezTo>
                            <a:pt x="27606" y="6071"/>
                            <a:pt x="19415" y="3213"/>
                            <a:pt x="11224" y="451"/>
                          </a:cubicBezTo>
                          <a:cubicBezTo>
                            <a:pt x="6747" y="-1073"/>
                            <a:pt x="1889" y="1404"/>
                            <a:pt x="460" y="5785"/>
                          </a:cubicBezTo>
                          <a:cubicBezTo>
                            <a:pt x="-1063" y="10262"/>
                            <a:pt x="1318" y="15120"/>
                            <a:pt x="5794" y="16644"/>
                          </a:cubicBezTo>
                          <a:cubicBezTo>
                            <a:pt x="13796" y="19311"/>
                            <a:pt x="21796" y="22168"/>
                            <a:pt x="29607" y="25121"/>
                          </a:cubicBezTo>
                          <a:cubicBezTo>
                            <a:pt x="30654" y="25502"/>
                            <a:pt x="31607" y="25692"/>
                            <a:pt x="32655" y="25692"/>
                          </a:cubicBezTo>
                          <a:cubicBezTo>
                            <a:pt x="36084" y="25692"/>
                            <a:pt x="39323" y="23597"/>
                            <a:pt x="40656" y="20168"/>
                          </a:cubicBezTo>
                          <a:cubicBezTo>
                            <a:pt x="42275" y="15786"/>
                            <a:pt x="40084" y="10833"/>
                            <a:pt x="35703" y="921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2" name="AutoShape 212"/>
                    <p:cNvSpPr/>
                    <p:nvPr/>
                  </p:nvSpPr>
                  <p:spPr>
                    <a:xfrm>
                      <a:off x="10310363" y="5532227"/>
                      <a:ext cx="585839" cy="5448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5839" h="544817">
                          <a:moveTo>
                            <a:pt x="108843" y="527673"/>
                          </a:moveTo>
                          <a:cubicBezTo>
                            <a:pt x="100461" y="527673"/>
                            <a:pt x="92079" y="527102"/>
                            <a:pt x="83983" y="526244"/>
                          </a:cubicBezTo>
                          <a:cubicBezTo>
                            <a:pt x="79316" y="525673"/>
                            <a:pt x="75029" y="529197"/>
                            <a:pt x="74554" y="533864"/>
                          </a:cubicBezTo>
                          <a:cubicBezTo>
                            <a:pt x="74077" y="538627"/>
                            <a:pt x="77506" y="542818"/>
                            <a:pt x="82268" y="543199"/>
                          </a:cubicBezTo>
                          <a:cubicBezTo>
                            <a:pt x="90841" y="544151"/>
                            <a:pt x="99700" y="544627"/>
                            <a:pt x="108462" y="544818"/>
                          </a:cubicBezTo>
                          <a:lnTo>
                            <a:pt x="108653" y="544818"/>
                          </a:lnTo>
                          <a:cubicBezTo>
                            <a:pt x="113320" y="544818"/>
                            <a:pt x="117130" y="541103"/>
                            <a:pt x="117225" y="536436"/>
                          </a:cubicBezTo>
                          <a:cubicBezTo>
                            <a:pt x="117321" y="531673"/>
                            <a:pt x="113511" y="527768"/>
                            <a:pt x="108843" y="527673"/>
                          </a:cubicBezTo>
                          <a:close/>
                          <a:moveTo>
                            <a:pt x="193330" y="526625"/>
                          </a:moveTo>
                          <a:cubicBezTo>
                            <a:pt x="192282" y="522053"/>
                            <a:pt x="187711" y="519100"/>
                            <a:pt x="183139" y="520148"/>
                          </a:cubicBezTo>
                          <a:cubicBezTo>
                            <a:pt x="174946" y="521862"/>
                            <a:pt x="166660" y="523387"/>
                            <a:pt x="158564" y="524530"/>
                          </a:cubicBezTo>
                          <a:cubicBezTo>
                            <a:pt x="153896" y="525197"/>
                            <a:pt x="150658" y="529483"/>
                            <a:pt x="151229" y="534150"/>
                          </a:cubicBezTo>
                          <a:cubicBezTo>
                            <a:pt x="151897" y="538436"/>
                            <a:pt x="155516" y="541484"/>
                            <a:pt x="159707" y="541484"/>
                          </a:cubicBezTo>
                          <a:lnTo>
                            <a:pt x="160945" y="541484"/>
                          </a:lnTo>
                          <a:cubicBezTo>
                            <a:pt x="169518" y="540246"/>
                            <a:pt x="178186" y="538722"/>
                            <a:pt x="186758" y="536817"/>
                          </a:cubicBezTo>
                          <a:cubicBezTo>
                            <a:pt x="191330" y="535864"/>
                            <a:pt x="194282" y="531293"/>
                            <a:pt x="193330" y="526625"/>
                          </a:cubicBezTo>
                          <a:close/>
                          <a:moveTo>
                            <a:pt x="35120" y="516910"/>
                          </a:moveTo>
                          <a:cubicBezTo>
                            <a:pt x="27215" y="514624"/>
                            <a:pt x="19308" y="512052"/>
                            <a:pt x="11689" y="509004"/>
                          </a:cubicBezTo>
                          <a:cubicBezTo>
                            <a:pt x="7211" y="507385"/>
                            <a:pt x="2258" y="509480"/>
                            <a:pt x="544" y="513862"/>
                          </a:cubicBezTo>
                          <a:cubicBezTo>
                            <a:pt x="-1076" y="518243"/>
                            <a:pt x="1021" y="523196"/>
                            <a:pt x="5497" y="524911"/>
                          </a:cubicBezTo>
                          <a:cubicBezTo>
                            <a:pt x="13593" y="528149"/>
                            <a:pt x="22071" y="530911"/>
                            <a:pt x="30453" y="533388"/>
                          </a:cubicBezTo>
                          <a:cubicBezTo>
                            <a:pt x="31214" y="533579"/>
                            <a:pt x="32071" y="533674"/>
                            <a:pt x="32834" y="533674"/>
                          </a:cubicBezTo>
                          <a:cubicBezTo>
                            <a:pt x="36549" y="533674"/>
                            <a:pt x="39978" y="531197"/>
                            <a:pt x="41025" y="527482"/>
                          </a:cubicBezTo>
                          <a:cubicBezTo>
                            <a:pt x="42359" y="522911"/>
                            <a:pt x="39692" y="518243"/>
                            <a:pt x="35120" y="516910"/>
                          </a:cubicBezTo>
                          <a:close/>
                          <a:moveTo>
                            <a:pt x="265720" y="501384"/>
                          </a:moveTo>
                          <a:cubicBezTo>
                            <a:pt x="263815" y="497002"/>
                            <a:pt x="258767" y="495002"/>
                            <a:pt x="254481" y="496907"/>
                          </a:cubicBezTo>
                          <a:cubicBezTo>
                            <a:pt x="246861" y="500241"/>
                            <a:pt x="239051" y="503384"/>
                            <a:pt x="231144" y="506242"/>
                          </a:cubicBezTo>
                          <a:cubicBezTo>
                            <a:pt x="226763" y="507861"/>
                            <a:pt x="224477" y="512719"/>
                            <a:pt x="226096" y="517195"/>
                          </a:cubicBezTo>
                          <a:cubicBezTo>
                            <a:pt x="227334" y="520624"/>
                            <a:pt x="230573" y="522815"/>
                            <a:pt x="234097" y="522815"/>
                          </a:cubicBezTo>
                          <a:cubicBezTo>
                            <a:pt x="235050" y="522815"/>
                            <a:pt x="236097" y="522625"/>
                            <a:pt x="237050" y="522244"/>
                          </a:cubicBezTo>
                          <a:cubicBezTo>
                            <a:pt x="245146" y="519291"/>
                            <a:pt x="253338" y="516052"/>
                            <a:pt x="261339" y="512623"/>
                          </a:cubicBezTo>
                          <a:cubicBezTo>
                            <a:pt x="265625" y="510718"/>
                            <a:pt x="267626" y="505670"/>
                            <a:pt x="265720" y="501384"/>
                          </a:cubicBezTo>
                          <a:close/>
                          <a:moveTo>
                            <a:pt x="332300" y="463189"/>
                          </a:moveTo>
                          <a:cubicBezTo>
                            <a:pt x="329728" y="459284"/>
                            <a:pt x="324394" y="458235"/>
                            <a:pt x="320489" y="460807"/>
                          </a:cubicBezTo>
                          <a:cubicBezTo>
                            <a:pt x="313536" y="465475"/>
                            <a:pt x="306392" y="469952"/>
                            <a:pt x="299248" y="474143"/>
                          </a:cubicBezTo>
                          <a:cubicBezTo>
                            <a:pt x="295152" y="476524"/>
                            <a:pt x="293819" y="481763"/>
                            <a:pt x="296201" y="485858"/>
                          </a:cubicBezTo>
                          <a:cubicBezTo>
                            <a:pt x="297724" y="488525"/>
                            <a:pt x="300582" y="490049"/>
                            <a:pt x="303534" y="490049"/>
                          </a:cubicBezTo>
                          <a:cubicBezTo>
                            <a:pt x="304963" y="490049"/>
                            <a:pt x="306487" y="489668"/>
                            <a:pt x="307821" y="488906"/>
                          </a:cubicBezTo>
                          <a:cubicBezTo>
                            <a:pt x="315346" y="484525"/>
                            <a:pt x="322775" y="479857"/>
                            <a:pt x="330014" y="475000"/>
                          </a:cubicBezTo>
                          <a:cubicBezTo>
                            <a:pt x="333919" y="472428"/>
                            <a:pt x="334967" y="467094"/>
                            <a:pt x="332300" y="463189"/>
                          </a:cubicBezTo>
                          <a:close/>
                          <a:moveTo>
                            <a:pt x="391355" y="414135"/>
                          </a:moveTo>
                          <a:cubicBezTo>
                            <a:pt x="388116" y="410610"/>
                            <a:pt x="382687" y="410515"/>
                            <a:pt x="379354" y="413754"/>
                          </a:cubicBezTo>
                          <a:cubicBezTo>
                            <a:pt x="373353" y="419469"/>
                            <a:pt x="367066" y="425184"/>
                            <a:pt x="360590" y="430613"/>
                          </a:cubicBezTo>
                          <a:cubicBezTo>
                            <a:pt x="357064" y="433661"/>
                            <a:pt x="356589" y="438995"/>
                            <a:pt x="359636" y="442615"/>
                          </a:cubicBezTo>
                          <a:cubicBezTo>
                            <a:pt x="361351" y="444615"/>
                            <a:pt x="363732" y="445662"/>
                            <a:pt x="366114" y="445662"/>
                          </a:cubicBezTo>
                          <a:cubicBezTo>
                            <a:pt x="368114" y="445662"/>
                            <a:pt x="370115" y="444996"/>
                            <a:pt x="371638" y="443663"/>
                          </a:cubicBezTo>
                          <a:cubicBezTo>
                            <a:pt x="378401" y="437947"/>
                            <a:pt x="384878" y="432042"/>
                            <a:pt x="391069" y="426136"/>
                          </a:cubicBezTo>
                          <a:cubicBezTo>
                            <a:pt x="394498" y="422898"/>
                            <a:pt x="394689" y="417469"/>
                            <a:pt x="391355" y="414135"/>
                          </a:cubicBezTo>
                          <a:close/>
                          <a:moveTo>
                            <a:pt x="441266" y="355652"/>
                          </a:moveTo>
                          <a:cubicBezTo>
                            <a:pt x="437456" y="352794"/>
                            <a:pt x="432121" y="353556"/>
                            <a:pt x="429265" y="357366"/>
                          </a:cubicBezTo>
                          <a:cubicBezTo>
                            <a:pt x="424216" y="364034"/>
                            <a:pt x="418977" y="370605"/>
                            <a:pt x="413643" y="377083"/>
                          </a:cubicBezTo>
                          <a:cubicBezTo>
                            <a:pt x="410596" y="380702"/>
                            <a:pt x="411071" y="386036"/>
                            <a:pt x="414691" y="389084"/>
                          </a:cubicBezTo>
                          <a:cubicBezTo>
                            <a:pt x="416311" y="390418"/>
                            <a:pt x="418215" y="391084"/>
                            <a:pt x="420215" y="391084"/>
                          </a:cubicBezTo>
                          <a:cubicBezTo>
                            <a:pt x="422596" y="391084"/>
                            <a:pt x="425073" y="390037"/>
                            <a:pt x="426693" y="388036"/>
                          </a:cubicBezTo>
                          <a:cubicBezTo>
                            <a:pt x="432312" y="381274"/>
                            <a:pt x="437647" y="374511"/>
                            <a:pt x="442885" y="367653"/>
                          </a:cubicBezTo>
                          <a:cubicBezTo>
                            <a:pt x="445743" y="363843"/>
                            <a:pt x="444981" y="358509"/>
                            <a:pt x="441266" y="355652"/>
                          </a:cubicBezTo>
                          <a:close/>
                          <a:moveTo>
                            <a:pt x="482223" y="290691"/>
                          </a:moveTo>
                          <a:cubicBezTo>
                            <a:pt x="478128" y="288405"/>
                            <a:pt x="472984" y="289834"/>
                            <a:pt x="470603" y="293929"/>
                          </a:cubicBezTo>
                          <a:cubicBezTo>
                            <a:pt x="466508" y="301264"/>
                            <a:pt x="462221" y="308503"/>
                            <a:pt x="457744" y="315647"/>
                          </a:cubicBezTo>
                          <a:cubicBezTo>
                            <a:pt x="455268" y="319647"/>
                            <a:pt x="456506" y="324981"/>
                            <a:pt x="460507" y="327457"/>
                          </a:cubicBezTo>
                          <a:cubicBezTo>
                            <a:pt x="461935" y="328315"/>
                            <a:pt x="463459" y="328696"/>
                            <a:pt x="464983" y="328696"/>
                          </a:cubicBezTo>
                          <a:cubicBezTo>
                            <a:pt x="467840" y="328696"/>
                            <a:pt x="470603" y="327267"/>
                            <a:pt x="472222" y="324695"/>
                          </a:cubicBezTo>
                          <a:cubicBezTo>
                            <a:pt x="476794" y="317361"/>
                            <a:pt x="481271" y="309931"/>
                            <a:pt x="485462" y="302311"/>
                          </a:cubicBezTo>
                          <a:cubicBezTo>
                            <a:pt x="487844" y="298216"/>
                            <a:pt x="486415" y="293072"/>
                            <a:pt x="482223" y="290691"/>
                          </a:cubicBezTo>
                          <a:close/>
                          <a:moveTo>
                            <a:pt x="515371" y="221444"/>
                          </a:moveTo>
                          <a:cubicBezTo>
                            <a:pt x="511084" y="219539"/>
                            <a:pt x="506035" y="221539"/>
                            <a:pt x="504131" y="225921"/>
                          </a:cubicBezTo>
                          <a:cubicBezTo>
                            <a:pt x="500797" y="233636"/>
                            <a:pt x="497369" y="241352"/>
                            <a:pt x="493844" y="248972"/>
                          </a:cubicBezTo>
                          <a:cubicBezTo>
                            <a:pt x="491748" y="253258"/>
                            <a:pt x="493654" y="258306"/>
                            <a:pt x="497939" y="260306"/>
                          </a:cubicBezTo>
                          <a:cubicBezTo>
                            <a:pt x="499082" y="260878"/>
                            <a:pt x="500321" y="261163"/>
                            <a:pt x="501559" y="261163"/>
                          </a:cubicBezTo>
                          <a:cubicBezTo>
                            <a:pt x="504702" y="261163"/>
                            <a:pt x="507846" y="259353"/>
                            <a:pt x="509275" y="256211"/>
                          </a:cubicBezTo>
                          <a:cubicBezTo>
                            <a:pt x="512894" y="248400"/>
                            <a:pt x="516419" y="240589"/>
                            <a:pt x="519847" y="232588"/>
                          </a:cubicBezTo>
                          <a:cubicBezTo>
                            <a:pt x="521752" y="228302"/>
                            <a:pt x="519752" y="223254"/>
                            <a:pt x="515371" y="221444"/>
                          </a:cubicBezTo>
                          <a:close/>
                          <a:moveTo>
                            <a:pt x="541659" y="149244"/>
                          </a:moveTo>
                          <a:cubicBezTo>
                            <a:pt x="537182" y="147721"/>
                            <a:pt x="532325" y="150197"/>
                            <a:pt x="530896" y="154674"/>
                          </a:cubicBezTo>
                          <a:cubicBezTo>
                            <a:pt x="528229" y="162675"/>
                            <a:pt x="525467" y="170771"/>
                            <a:pt x="522704" y="178677"/>
                          </a:cubicBezTo>
                          <a:cubicBezTo>
                            <a:pt x="521086" y="183153"/>
                            <a:pt x="523372" y="188011"/>
                            <a:pt x="527848" y="189630"/>
                          </a:cubicBezTo>
                          <a:cubicBezTo>
                            <a:pt x="528800" y="189916"/>
                            <a:pt x="529753" y="190107"/>
                            <a:pt x="530706" y="190107"/>
                          </a:cubicBezTo>
                          <a:cubicBezTo>
                            <a:pt x="534230" y="190107"/>
                            <a:pt x="537468" y="187916"/>
                            <a:pt x="538707" y="184392"/>
                          </a:cubicBezTo>
                          <a:cubicBezTo>
                            <a:pt x="541659" y="176391"/>
                            <a:pt x="544421" y="168199"/>
                            <a:pt x="547089" y="160008"/>
                          </a:cubicBezTo>
                          <a:cubicBezTo>
                            <a:pt x="548613" y="155531"/>
                            <a:pt x="546136" y="150673"/>
                            <a:pt x="541659" y="149244"/>
                          </a:cubicBezTo>
                          <a:close/>
                          <a:moveTo>
                            <a:pt x="562424" y="75236"/>
                          </a:moveTo>
                          <a:cubicBezTo>
                            <a:pt x="557947" y="74093"/>
                            <a:pt x="553185" y="76855"/>
                            <a:pt x="552042" y="81426"/>
                          </a:cubicBezTo>
                          <a:cubicBezTo>
                            <a:pt x="549946" y="89618"/>
                            <a:pt x="547755" y="97810"/>
                            <a:pt x="545564" y="106001"/>
                          </a:cubicBezTo>
                          <a:cubicBezTo>
                            <a:pt x="544231" y="110573"/>
                            <a:pt x="546898" y="115240"/>
                            <a:pt x="551470" y="116478"/>
                          </a:cubicBezTo>
                          <a:cubicBezTo>
                            <a:pt x="552233" y="116669"/>
                            <a:pt x="552994" y="116764"/>
                            <a:pt x="553756" y="116764"/>
                          </a:cubicBezTo>
                          <a:cubicBezTo>
                            <a:pt x="557471" y="116764"/>
                            <a:pt x="560900" y="114288"/>
                            <a:pt x="561947" y="110573"/>
                          </a:cubicBezTo>
                          <a:cubicBezTo>
                            <a:pt x="564233" y="102191"/>
                            <a:pt x="566425" y="93904"/>
                            <a:pt x="568615" y="85618"/>
                          </a:cubicBezTo>
                          <a:cubicBezTo>
                            <a:pt x="569758" y="81046"/>
                            <a:pt x="566996" y="76379"/>
                            <a:pt x="562424" y="75236"/>
                          </a:cubicBezTo>
                          <a:close/>
                          <a:moveTo>
                            <a:pt x="578997" y="179"/>
                          </a:moveTo>
                          <a:cubicBezTo>
                            <a:pt x="574330" y="-774"/>
                            <a:pt x="569854" y="2178"/>
                            <a:pt x="568901" y="6846"/>
                          </a:cubicBezTo>
                          <a:cubicBezTo>
                            <a:pt x="567282" y="15133"/>
                            <a:pt x="565471" y="23515"/>
                            <a:pt x="563662" y="31802"/>
                          </a:cubicBezTo>
                          <a:cubicBezTo>
                            <a:pt x="562710" y="36373"/>
                            <a:pt x="565662" y="40945"/>
                            <a:pt x="570234" y="41993"/>
                          </a:cubicBezTo>
                          <a:cubicBezTo>
                            <a:pt x="570806" y="42088"/>
                            <a:pt x="571472" y="42184"/>
                            <a:pt x="572044" y="42184"/>
                          </a:cubicBezTo>
                          <a:cubicBezTo>
                            <a:pt x="575950" y="42184"/>
                            <a:pt x="579474" y="39422"/>
                            <a:pt x="580426" y="35421"/>
                          </a:cubicBezTo>
                          <a:cubicBezTo>
                            <a:pt x="582235" y="27039"/>
                            <a:pt x="583950" y="18657"/>
                            <a:pt x="585664" y="10180"/>
                          </a:cubicBezTo>
                          <a:cubicBezTo>
                            <a:pt x="586618" y="5608"/>
                            <a:pt x="583569" y="1035"/>
                            <a:pt x="578997" y="17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D05C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9038122" y="4651441"/>
              <a:ext cx="3153878" cy="2202930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rot="10800000">
              <a:off x="0" y="2218"/>
              <a:ext cx="3558454" cy="2459955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5226715"/>
              <a:ext cx="1245392" cy="1631285"/>
            </a:xfrm>
            <a:custGeom>
              <a:avLst/>
              <a:gdLst/>
              <a:ahLst/>
              <a:cxnLst/>
              <a:rect l="l" t="t" r="r" b="b"/>
              <a:pathLst>
                <a:path w="1166907" h="1528481">
                  <a:moveTo>
                    <a:pt x="1039463" y="982413"/>
                  </a:moveTo>
                  <a:cubicBezTo>
                    <a:pt x="1104995" y="956124"/>
                    <a:pt x="1166908" y="931359"/>
                    <a:pt x="1166908" y="893926"/>
                  </a:cubicBezTo>
                  <a:cubicBezTo>
                    <a:pt x="1166908" y="856493"/>
                    <a:pt x="1104995" y="831727"/>
                    <a:pt x="1039463" y="805439"/>
                  </a:cubicBezTo>
                  <a:cubicBezTo>
                    <a:pt x="989171" y="785341"/>
                    <a:pt x="932212" y="762481"/>
                    <a:pt x="926973" y="739525"/>
                  </a:cubicBezTo>
                  <a:cubicBezTo>
                    <a:pt x="921449" y="715141"/>
                    <a:pt x="963930" y="668755"/>
                    <a:pt x="1001459" y="627702"/>
                  </a:cubicBezTo>
                  <a:cubicBezTo>
                    <a:pt x="1047940" y="576839"/>
                    <a:pt x="1091946" y="528737"/>
                    <a:pt x="1076325" y="496352"/>
                  </a:cubicBezTo>
                  <a:cubicBezTo>
                    <a:pt x="1060418" y="463300"/>
                    <a:pt x="994601" y="467873"/>
                    <a:pt x="924878" y="472635"/>
                  </a:cubicBezTo>
                  <a:cubicBezTo>
                    <a:pt x="870204" y="476445"/>
                    <a:pt x="808196" y="480636"/>
                    <a:pt x="793052" y="461777"/>
                  </a:cubicBezTo>
                  <a:cubicBezTo>
                    <a:pt x="777812" y="442631"/>
                    <a:pt x="795719" y="382814"/>
                    <a:pt x="811625" y="330141"/>
                  </a:cubicBezTo>
                  <a:cubicBezTo>
                    <a:pt x="831723" y="263466"/>
                    <a:pt x="850583" y="200601"/>
                    <a:pt x="822103" y="177836"/>
                  </a:cubicBezTo>
                  <a:cubicBezTo>
                    <a:pt x="793813" y="155262"/>
                    <a:pt x="736854" y="187456"/>
                    <a:pt x="676561" y="221747"/>
                  </a:cubicBezTo>
                  <a:cubicBezTo>
                    <a:pt x="628460" y="248988"/>
                    <a:pt x="573977" y="279849"/>
                    <a:pt x="551783" y="269181"/>
                  </a:cubicBezTo>
                  <a:cubicBezTo>
                    <a:pt x="530162" y="258704"/>
                    <a:pt x="520541" y="197648"/>
                    <a:pt x="512064" y="143737"/>
                  </a:cubicBezTo>
                  <a:cubicBezTo>
                    <a:pt x="501110" y="74395"/>
                    <a:pt x="490823" y="8958"/>
                    <a:pt x="454724" y="766"/>
                  </a:cubicBezTo>
                  <a:cubicBezTo>
                    <a:pt x="420053" y="-7044"/>
                    <a:pt x="383286" y="46106"/>
                    <a:pt x="344234" y="102494"/>
                  </a:cubicBezTo>
                  <a:cubicBezTo>
                    <a:pt x="312420" y="148499"/>
                    <a:pt x="276320" y="200696"/>
                    <a:pt x="250984" y="200696"/>
                  </a:cubicBezTo>
                  <a:cubicBezTo>
                    <a:pt x="225647" y="200696"/>
                    <a:pt x="189452" y="148499"/>
                    <a:pt x="157639" y="102494"/>
                  </a:cubicBezTo>
                  <a:cubicBezTo>
                    <a:pt x="118682" y="46106"/>
                    <a:pt x="81820" y="-7044"/>
                    <a:pt x="47149" y="766"/>
                  </a:cubicBezTo>
                  <a:cubicBezTo>
                    <a:pt x="21717" y="6577"/>
                    <a:pt x="9049" y="40772"/>
                    <a:pt x="0" y="84777"/>
                  </a:cubicBezTo>
                  <a:lnTo>
                    <a:pt x="0" y="186695"/>
                  </a:lnTo>
                  <a:cubicBezTo>
                    <a:pt x="2381" y="173740"/>
                    <a:pt x="4477" y="160120"/>
                    <a:pt x="6668" y="146404"/>
                  </a:cubicBezTo>
                  <a:cubicBezTo>
                    <a:pt x="15716" y="88587"/>
                    <a:pt x="26099" y="22960"/>
                    <a:pt x="50959" y="17340"/>
                  </a:cubicBezTo>
                  <a:cubicBezTo>
                    <a:pt x="74295" y="11911"/>
                    <a:pt x="111252" y="65156"/>
                    <a:pt x="143732" y="112114"/>
                  </a:cubicBezTo>
                  <a:cubicBezTo>
                    <a:pt x="181166" y="166406"/>
                    <a:pt x="216694" y="217651"/>
                    <a:pt x="250984" y="217651"/>
                  </a:cubicBezTo>
                  <a:cubicBezTo>
                    <a:pt x="285274" y="217651"/>
                    <a:pt x="320707" y="166406"/>
                    <a:pt x="358235" y="112114"/>
                  </a:cubicBezTo>
                  <a:cubicBezTo>
                    <a:pt x="390716" y="65156"/>
                    <a:pt x="427577" y="12006"/>
                    <a:pt x="450914" y="17340"/>
                  </a:cubicBezTo>
                  <a:cubicBezTo>
                    <a:pt x="475869" y="22960"/>
                    <a:pt x="486156" y="88587"/>
                    <a:pt x="495300" y="146404"/>
                  </a:cubicBezTo>
                  <a:cubicBezTo>
                    <a:pt x="505301" y="210031"/>
                    <a:pt x="514826" y="270134"/>
                    <a:pt x="544354" y="284421"/>
                  </a:cubicBezTo>
                  <a:cubicBezTo>
                    <a:pt x="574643" y="298994"/>
                    <a:pt x="628174" y="268610"/>
                    <a:pt x="684943" y="236510"/>
                  </a:cubicBezTo>
                  <a:cubicBezTo>
                    <a:pt x="735235" y="207935"/>
                    <a:pt x="792194" y="175646"/>
                    <a:pt x="811530" y="191076"/>
                  </a:cubicBezTo>
                  <a:cubicBezTo>
                    <a:pt x="831056" y="206697"/>
                    <a:pt x="812102" y="269657"/>
                    <a:pt x="795338" y="325188"/>
                  </a:cubicBezTo>
                  <a:cubicBezTo>
                    <a:pt x="776669" y="387481"/>
                    <a:pt x="758952" y="446251"/>
                    <a:pt x="779717" y="472349"/>
                  </a:cubicBezTo>
                  <a:cubicBezTo>
                    <a:pt x="800386" y="498258"/>
                    <a:pt x="861441" y="494067"/>
                    <a:pt x="926116" y="489589"/>
                  </a:cubicBezTo>
                  <a:cubicBezTo>
                    <a:pt x="984218" y="485589"/>
                    <a:pt x="1050131" y="481112"/>
                    <a:pt x="1061085" y="503782"/>
                  </a:cubicBezTo>
                  <a:cubicBezTo>
                    <a:pt x="1071658" y="525784"/>
                    <a:pt x="1027652" y="573886"/>
                    <a:pt x="988886" y="616272"/>
                  </a:cubicBezTo>
                  <a:cubicBezTo>
                    <a:pt x="944690" y="664659"/>
                    <a:pt x="902875" y="710284"/>
                    <a:pt x="910400" y="743336"/>
                  </a:cubicBezTo>
                  <a:cubicBezTo>
                    <a:pt x="917638" y="774959"/>
                    <a:pt x="973741" y="797438"/>
                    <a:pt x="1033177" y="821250"/>
                  </a:cubicBezTo>
                  <a:cubicBezTo>
                    <a:pt x="1087946" y="843157"/>
                    <a:pt x="1149953" y="868018"/>
                    <a:pt x="1149953" y="893926"/>
                  </a:cubicBezTo>
                  <a:cubicBezTo>
                    <a:pt x="1149953" y="919834"/>
                    <a:pt x="1087946" y="944694"/>
                    <a:pt x="1033177" y="966602"/>
                  </a:cubicBezTo>
                  <a:cubicBezTo>
                    <a:pt x="973741" y="990414"/>
                    <a:pt x="917638" y="1012893"/>
                    <a:pt x="910400" y="1044611"/>
                  </a:cubicBezTo>
                  <a:cubicBezTo>
                    <a:pt x="902875" y="1077568"/>
                    <a:pt x="944690" y="1123288"/>
                    <a:pt x="988886" y="1171580"/>
                  </a:cubicBezTo>
                  <a:cubicBezTo>
                    <a:pt x="1027652" y="1214061"/>
                    <a:pt x="1071658" y="1262067"/>
                    <a:pt x="1061085" y="1284165"/>
                  </a:cubicBezTo>
                  <a:cubicBezTo>
                    <a:pt x="1050131" y="1306834"/>
                    <a:pt x="984218" y="1302263"/>
                    <a:pt x="926116" y="1298262"/>
                  </a:cubicBezTo>
                  <a:cubicBezTo>
                    <a:pt x="861441" y="1293881"/>
                    <a:pt x="800386" y="1289594"/>
                    <a:pt x="779717" y="1315503"/>
                  </a:cubicBezTo>
                  <a:cubicBezTo>
                    <a:pt x="758952" y="1341601"/>
                    <a:pt x="776669" y="1400370"/>
                    <a:pt x="795338" y="1462664"/>
                  </a:cubicBezTo>
                  <a:cubicBezTo>
                    <a:pt x="801910" y="1484571"/>
                    <a:pt x="808863" y="1507622"/>
                    <a:pt x="813626" y="1528481"/>
                  </a:cubicBezTo>
                  <a:lnTo>
                    <a:pt x="831056" y="1528481"/>
                  </a:lnTo>
                  <a:cubicBezTo>
                    <a:pt x="826294" y="1506669"/>
                    <a:pt x="819055" y="1482380"/>
                    <a:pt x="811625" y="1457711"/>
                  </a:cubicBezTo>
                  <a:cubicBezTo>
                    <a:pt x="795719" y="1405037"/>
                    <a:pt x="777812" y="1345220"/>
                    <a:pt x="793052" y="1326170"/>
                  </a:cubicBezTo>
                  <a:cubicBezTo>
                    <a:pt x="808196" y="1307216"/>
                    <a:pt x="870204" y="1311502"/>
                    <a:pt x="924878" y="1315216"/>
                  </a:cubicBezTo>
                  <a:cubicBezTo>
                    <a:pt x="994601" y="1319979"/>
                    <a:pt x="1060418" y="1324551"/>
                    <a:pt x="1076325" y="1291499"/>
                  </a:cubicBezTo>
                  <a:cubicBezTo>
                    <a:pt x="1091946" y="1259114"/>
                    <a:pt x="1047940" y="1211013"/>
                    <a:pt x="1001459" y="1160150"/>
                  </a:cubicBezTo>
                  <a:cubicBezTo>
                    <a:pt x="963930" y="1119097"/>
                    <a:pt x="921449" y="1072710"/>
                    <a:pt x="926973" y="1048326"/>
                  </a:cubicBezTo>
                  <a:cubicBezTo>
                    <a:pt x="932212" y="1025371"/>
                    <a:pt x="989171" y="1002511"/>
                    <a:pt x="1039463" y="982413"/>
                  </a:cubicBezTo>
                  <a:close/>
                  <a:moveTo>
                    <a:pt x="544354" y="1503431"/>
                  </a:moveTo>
                  <a:cubicBezTo>
                    <a:pt x="535210" y="1507812"/>
                    <a:pt x="528066" y="1516575"/>
                    <a:pt x="522256" y="1528481"/>
                  </a:cubicBezTo>
                  <a:lnTo>
                    <a:pt x="541592" y="1528481"/>
                  </a:lnTo>
                  <a:cubicBezTo>
                    <a:pt x="544640" y="1523910"/>
                    <a:pt x="548069" y="1520575"/>
                    <a:pt x="551783" y="1518766"/>
                  </a:cubicBezTo>
                  <a:cubicBezTo>
                    <a:pt x="563023" y="1513336"/>
                    <a:pt x="582454" y="1518480"/>
                    <a:pt x="605123" y="1528481"/>
                  </a:cubicBezTo>
                  <a:lnTo>
                    <a:pt x="643604" y="1528481"/>
                  </a:lnTo>
                  <a:cubicBezTo>
                    <a:pt x="603028" y="1506955"/>
                    <a:pt x="567119" y="1492477"/>
                    <a:pt x="544354" y="1503431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412270" y="0"/>
              <a:ext cx="1955156" cy="1008657"/>
            </a:xfrm>
            <a:custGeom>
              <a:avLst/>
              <a:gdLst/>
              <a:ahLst/>
              <a:cxnLst/>
              <a:rect l="l" t="t" r="r" b="b"/>
              <a:pathLst>
                <a:path w="1831942" h="945091">
                  <a:moveTo>
                    <a:pt x="1704498" y="139637"/>
                  </a:moveTo>
                  <a:cubicBezTo>
                    <a:pt x="1770030" y="113348"/>
                    <a:pt x="1831943" y="88583"/>
                    <a:pt x="1831943" y="51149"/>
                  </a:cubicBezTo>
                  <a:cubicBezTo>
                    <a:pt x="1831943" y="31242"/>
                    <a:pt x="1814322" y="14859"/>
                    <a:pt x="1788033" y="0"/>
                  </a:cubicBezTo>
                  <a:lnTo>
                    <a:pt x="1749837" y="0"/>
                  </a:lnTo>
                  <a:cubicBezTo>
                    <a:pt x="1785842" y="16097"/>
                    <a:pt x="1814989" y="33433"/>
                    <a:pt x="1814989" y="51149"/>
                  </a:cubicBezTo>
                  <a:cubicBezTo>
                    <a:pt x="1814989" y="77057"/>
                    <a:pt x="1752886" y="101918"/>
                    <a:pt x="1698212" y="123825"/>
                  </a:cubicBezTo>
                  <a:cubicBezTo>
                    <a:pt x="1638776" y="147638"/>
                    <a:pt x="1582578" y="170117"/>
                    <a:pt x="1575435" y="201740"/>
                  </a:cubicBezTo>
                  <a:cubicBezTo>
                    <a:pt x="1567910" y="234791"/>
                    <a:pt x="1609630" y="280416"/>
                    <a:pt x="1653921" y="328803"/>
                  </a:cubicBezTo>
                  <a:cubicBezTo>
                    <a:pt x="1692687" y="371189"/>
                    <a:pt x="1736693" y="419291"/>
                    <a:pt x="1726025" y="441293"/>
                  </a:cubicBezTo>
                  <a:cubicBezTo>
                    <a:pt x="1715072" y="463963"/>
                    <a:pt x="1649253" y="459486"/>
                    <a:pt x="1591056" y="455486"/>
                  </a:cubicBezTo>
                  <a:cubicBezTo>
                    <a:pt x="1526477" y="451009"/>
                    <a:pt x="1465421" y="446818"/>
                    <a:pt x="1444752" y="472726"/>
                  </a:cubicBezTo>
                  <a:cubicBezTo>
                    <a:pt x="1423988" y="498824"/>
                    <a:pt x="1441609" y="557594"/>
                    <a:pt x="1460373" y="619887"/>
                  </a:cubicBezTo>
                  <a:cubicBezTo>
                    <a:pt x="1477042" y="675418"/>
                    <a:pt x="1495997" y="738378"/>
                    <a:pt x="1476565" y="753999"/>
                  </a:cubicBezTo>
                  <a:cubicBezTo>
                    <a:pt x="1458849" y="768001"/>
                    <a:pt x="1410176" y="742569"/>
                    <a:pt x="1363694" y="716375"/>
                  </a:cubicBezTo>
                  <a:cubicBezTo>
                    <a:pt x="1359122" y="713708"/>
                    <a:pt x="1354550" y="711137"/>
                    <a:pt x="1349978" y="708565"/>
                  </a:cubicBezTo>
                  <a:cubicBezTo>
                    <a:pt x="1293209" y="676465"/>
                    <a:pt x="1239583" y="646081"/>
                    <a:pt x="1209389" y="660654"/>
                  </a:cubicBezTo>
                  <a:cubicBezTo>
                    <a:pt x="1199959" y="665226"/>
                    <a:pt x="1192530" y="674465"/>
                    <a:pt x="1186529" y="687038"/>
                  </a:cubicBezTo>
                  <a:cubicBezTo>
                    <a:pt x="1184434" y="691325"/>
                    <a:pt x="1182528" y="696087"/>
                    <a:pt x="1180719" y="701135"/>
                  </a:cubicBezTo>
                  <a:cubicBezTo>
                    <a:pt x="1177957" y="709041"/>
                    <a:pt x="1175480" y="717804"/>
                    <a:pt x="1173289" y="727138"/>
                  </a:cubicBezTo>
                  <a:cubicBezTo>
                    <a:pt x="1172147" y="731711"/>
                    <a:pt x="1171098" y="736378"/>
                    <a:pt x="1170146" y="741236"/>
                  </a:cubicBezTo>
                  <a:cubicBezTo>
                    <a:pt x="1166527" y="758952"/>
                    <a:pt x="1163478" y="778288"/>
                    <a:pt x="1160336" y="798005"/>
                  </a:cubicBezTo>
                  <a:cubicBezTo>
                    <a:pt x="1160336" y="798195"/>
                    <a:pt x="1160240" y="798481"/>
                    <a:pt x="1160240" y="798671"/>
                  </a:cubicBezTo>
                  <a:cubicBezTo>
                    <a:pt x="1159573" y="803243"/>
                    <a:pt x="1158811" y="807911"/>
                    <a:pt x="1158049" y="812578"/>
                  </a:cubicBezTo>
                  <a:cubicBezTo>
                    <a:pt x="1155478" y="828675"/>
                    <a:pt x="1152715" y="844963"/>
                    <a:pt x="1149572" y="860012"/>
                  </a:cubicBezTo>
                  <a:cubicBezTo>
                    <a:pt x="1148906" y="863060"/>
                    <a:pt x="1148239" y="866013"/>
                    <a:pt x="1147572" y="868871"/>
                  </a:cubicBezTo>
                  <a:cubicBezTo>
                    <a:pt x="1145762" y="876586"/>
                    <a:pt x="1143857" y="883825"/>
                    <a:pt x="1141762" y="890492"/>
                  </a:cubicBezTo>
                  <a:cubicBezTo>
                    <a:pt x="1135189" y="910876"/>
                    <a:pt x="1126998" y="925163"/>
                    <a:pt x="1115949" y="927735"/>
                  </a:cubicBezTo>
                  <a:cubicBezTo>
                    <a:pt x="1113282" y="928307"/>
                    <a:pt x="1110519" y="928211"/>
                    <a:pt x="1107567" y="927449"/>
                  </a:cubicBezTo>
                  <a:cubicBezTo>
                    <a:pt x="1103947" y="926497"/>
                    <a:pt x="1100042" y="924497"/>
                    <a:pt x="1096042" y="921639"/>
                  </a:cubicBezTo>
                  <a:cubicBezTo>
                    <a:pt x="1091279" y="918496"/>
                    <a:pt x="1086326" y="914114"/>
                    <a:pt x="1081278" y="908971"/>
                  </a:cubicBezTo>
                  <a:cubicBezTo>
                    <a:pt x="1073848" y="901446"/>
                    <a:pt x="1066038" y="892112"/>
                    <a:pt x="1058227" y="881920"/>
                  </a:cubicBezTo>
                  <a:cubicBezTo>
                    <a:pt x="1052703" y="874681"/>
                    <a:pt x="1047179" y="867061"/>
                    <a:pt x="1041654" y="859346"/>
                  </a:cubicBezTo>
                  <a:cubicBezTo>
                    <a:pt x="1039082" y="855726"/>
                    <a:pt x="1036511" y="852107"/>
                    <a:pt x="1034034" y="848487"/>
                  </a:cubicBezTo>
                  <a:cubicBezTo>
                    <a:pt x="1030414" y="843248"/>
                    <a:pt x="1026795" y="838105"/>
                    <a:pt x="1023271" y="832961"/>
                  </a:cubicBezTo>
                  <a:cubicBezTo>
                    <a:pt x="1019842" y="828008"/>
                    <a:pt x="1016412" y="822960"/>
                    <a:pt x="1012888" y="818102"/>
                  </a:cubicBezTo>
                  <a:cubicBezTo>
                    <a:pt x="1004602" y="806006"/>
                    <a:pt x="996219" y="794385"/>
                    <a:pt x="988028" y="783622"/>
                  </a:cubicBezTo>
                  <a:cubicBezTo>
                    <a:pt x="963358" y="751237"/>
                    <a:pt x="939355" y="727424"/>
                    <a:pt x="915924" y="727424"/>
                  </a:cubicBezTo>
                  <a:cubicBezTo>
                    <a:pt x="881634" y="727424"/>
                    <a:pt x="846201" y="778669"/>
                    <a:pt x="808672" y="832961"/>
                  </a:cubicBezTo>
                  <a:cubicBezTo>
                    <a:pt x="776192" y="879920"/>
                    <a:pt x="739426" y="932974"/>
                    <a:pt x="715994" y="927735"/>
                  </a:cubicBezTo>
                  <a:cubicBezTo>
                    <a:pt x="691134" y="922115"/>
                    <a:pt x="680752" y="856488"/>
                    <a:pt x="671608" y="798671"/>
                  </a:cubicBezTo>
                  <a:cubicBezTo>
                    <a:pt x="661606" y="735044"/>
                    <a:pt x="652177" y="674942"/>
                    <a:pt x="622554" y="660654"/>
                  </a:cubicBezTo>
                  <a:cubicBezTo>
                    <a:pt x="617220" y="658082"/>
                    <a:pt x="611124" y="656844"/>
                    <a:pt x="604361" y="656844"/>
                  </a:cubicBezTo>
                  <a:cubicBezTo>
                    <a:pt x="573214" y="656844"/>
                    <a:pt x="528638" y="682085"/>
                    <a:pt x="481965" y="708565"/>
                  </a:cubicBezTo>
                  <a:cubicBezTo>
                    <a:pt x="431673" y="737140"/>
                    <a:pt x="374713" y="769430"/>
                    <a:pt x="355378" y="753999"/>
                  </a:cubicBezTo>
                  <a:cubicBezTo>
                    <a:pt x="335852" y="738378"/>
                    <a:pt x="354806" y="675418"/>
                    <a:pt x="371570" y="619887"/>
                  </a:cubicBezTo>
                  <a:cubicBezTo>
                    <a:pt x="390334" y="557594"/>
                    <a:pt x="407955" y="498824"/>
                    <a:pt x="387191" y="472726"/>
                  </a:cubicBezTo>
                  <a:cubicBezTo>
                    <a:pt x="366522" y="446818"/>
                    <a:pt x="305467" y="451009"/>
                    <a:pt x="240792" y="455486"/>
                  </a:cubicBezTo>
                  <a:cubicBezTo>
                    <a:pt x="182689" y="459486"/>
                    <a:pt x="116777" y="464058"/>
                    <a:pt x="105823" y="441293"/>
                  </a:cubicBezTo>
                  <a:cubicBezTo>
                    <a:pt x="95250" y="419291"/>
                    <a:pt x="139255" y="371189"/>
                    <a:pt x="178022" y="328803"/>
                  </a:cubicBezTo>
                  <a:cubicBezTo>
                    <a:pt x="222218" y="280416"/>
                    <a:pt x="264033" y="234791"/>
                    <a:pt x="256508" y="201740"/>
                  </a:cubicBezTo>
                  <a:cubicBezTo>
                    <a:pt x="249269" y="170117"/>
                    <a:pt x="193167" y="147638"/>
                    <a:pt x="133731" y="123825"/>
                  </a:cubicBezTo>
                  <a:cubicBezTo>
                    <a:pt x="79057" y="101918"/>
                    <a:pt x="16954" y="77057"/>
                    <a:pt x="16954" y="51149"/>
                  </a:cubicBezTo>
                  <a:cubicBezTo>
                    <a:pt x="16954" y="33433"/>
                    <a:pt x="46101" y="16193"/>
                    <a:pt x="82010" y="0"/>
                  </a:cubicBezTo>
                  <a:lnTo>
                    <a:pt x="44005" y="0"/>
                  </a:lnTo>
                  <a:cubicBezTo>
                    <a:pt x="17621" y="14859"/>
                    <a:pt x="0" y="31147"/>
                    <a:pt x="0" y="51149"/>
                  </a:cubicBezTo>
                  <a:cubicBezTo>
                    <a:pt x="0" y="88583"/>
                    <a:pt x="61913" y="113348"/>
                    <a:pt x="127445" y="139637"/>
                  </a:cubicBezTo>
                  <a:cubicBezTo>
                    <a:pt x="177736" y="159734"/>
                    <a:pt x="234696" y="182594"/>
                    <a:pt x="239935" y="205550"/>
                  </a:cubicBezTo>
                  <a:cubicBezTo>
                    <a:pt x="245459" y="229934"/>
                    <a:pt x="202978" y="276320"/>
                    <a:pt x="165545" y="317373"/>
                  </a:cubicBezTo>
                  <a:cubicBezTo>
                    <a:pt x="118967" y="368237"/>
                    <a:pt x="74962" y="416338"/>
                    <a:pt x="90583" y="448723"/>
                  </a:cubicBezTo>
                  <a:cubicBezTo>
                    <a:pt x="106489" y="481775"/>
                    <a:pt x="172307" y="477203"/>
                    <a:pt x="242030" y="472440"/>
                  </a:cubicBezTo>
                  <a:cubicBezTo>
                    <a:pt x="296703" y="468630"/>
                    <a:pt x="358807" y="464439"/>
                    <a:pt x="373856" y="483299"/>
                  </a:cubicBezTo>
                  <a:cubicBezTo>
                    <a:pt x="389191" y="502444"/>
                    <a:pt x="371189" y="562261"/>
                    <a:pt x="355282" y="614934"/>
                  </a:cubicBezTo>
                  <a:cubicBezTo>
                    <a:pt x="335280" y="681609"/>
                    <a:pt x="316325" y="744474"/>
                    <a:pt x="344805" y="767239"/>
                  </a:cubicBezTo>
                  <a:cubicBezTo>
                    <a:pt x="373094" y="789908"/>
                    <a:pt x="430053" y="757523"/>
                    <a:pt x="490347" y="723329"/>
                  </a:cubicBezTo>
                  <a:cubicBezTo>
                    <a:pt x="538448" y="696087"/>
                    <a:pt x="592931" y="665226"/>
                    <a:pt x="615124" y="675894"/>
                  </a:cubicBezTo>
                  <a:cubicBezTo>
                    <a:pt x="636746" y="686372"/>
                    <a:pt x="646366" y="747427"/>
                    <a:pt x="654844" y="801338"/>
                  </a:cubicBezTo>
                  <a:cubicBezTo>
                    <a:pt x="665797" y="870680"/>
                    <a:pt x="676084" y="936117"/>
                    <a:pt x="712184" y="944309"/>
                  </a:cubicBezTo>
                  <a:cubicBezTo>
                    <a:pt x="746855" y="952214"/>
                    <a:pt x="783717" y="898970"/>
                    <a:pt x="822674" y="842582"/>
                  </a:cubicBezTo>
                  <a:cubicBezTo>
                    <a:pt x="854487" y="796576"/>
                    <a:pt x="890588" y="744379"/>
                    <a:pt x="915924" y="744379"/>
                  </a:cubicBezTo>
                  <a:cubicBezTo>
                    <a:pt x="932973" y="744379"/>
                    <a:pt x="954977" y="768001"/>
                    <a:pt x="977169" y="797433"/>
                  </a:cubicBezTo>
                  <a:cubicBezTo>
                    <a:pt x="985456" y="808387"/>
                    <a:pt x="993838" y="820198"/>
                    <a:pt x="1001935" y="832009"/>
                  </a:cubicBezTo>
                  <a:cubicBezTo>
                    <a:pt x="1004411" y="835533"/>
                    <a:pt x="1006887" y="839057"/>
                    <a:pt x="1009269" y="842582"/>
                  </a:cubicBezTo>
                  <a:cubicBezTo>
                    <a:pt x="1013841" y="849249"/>
                    <a:pt x="1018413" y="855821"/>
                    <a:pt x="1022889" y="862298"/>
                  </a:cubicBezTo>
                  <a:cubicBezTo>
                    <a:pt x="1025557" y="865918"/>
                    <a:pt x="1028033" y="869537"/>
                    <a:pt x="1030605" y="873062"/>
                  </a:cubicBezTo>
                  <a:cubicBezTo>
                    <a:pt x="1036320" y="880967"/>
                    <a:pt x="1041845" y="888587"/>
                    <a:pt x="1047464" y="895636"/>
                  </a:cubicBezTo>
                  <a:cubicBezTo>
                    <a:pt x="1055370" y="905828"/>
                    <a:pt x="1063276" y="914972"/>
                    <a:pt x="1070991" y="922592"/>
                  </a:cubicBezTo>
                  <a:cubicBezTo>
                    <a:pt x="1075944" y="927354"/>
                    <a:pt x="1080897" y="931640"/>
                    <a:pt x="1085755" y="935069"/>
                  </a:cubicBezTo>
                  <a:cubicBezTo>
                    <a:pt x="1089470" y="937641"/>
                    <a:pt x="1093184" y="939832"/>
                    <a:pt x="1096899" y="941451"/>
                  </a:cubicBezTo>
                  <a:cubicBezTo>
                    <a:pt x="1102233" y="943832"/>
                    <a:pt x="1107567" y="945071"/>
                    <a:pt x="1112805" y="945071"/>
                  </a:cubicBezTo>
                  <a:cubicBezTo>
                    <a:pt x="1115092" y="945071"/>
                    <a:pt x="1117378" y="944880"/>
                    <a:pt x="1119759" y="944309"/>
                  </a:cubicBezTo>
                  <a:cubicBezTo>
                    <a:pt x="1122807" y="943642"/>
                    <a:pt x="1125760" y="942499"/>
                    <a:pt x="1128427" y="940975"/>
                  </a:cubicBezTo>
                  <a:cubicBezTo>
                    <a:pt x="1139190" y="935069"/>
                    <a:pt x="1147286" y="923163"/>
                    <a:pt x="1153668" y="907256"/>
                  </a:cubicBezTo>
                  <a:cubicBezTo>
                    <a:pt x="1154335" y="905542"/>
                    <a:pt x="1155002" y="903827"/>
                    <a:pt x="1155668" y="902018"/>
                  </a:cubicBezTo>
                  <a:cubicBezTo>
                    <a:pt x="1158049" y="895445"/>
                    <a:pt x="1160240" y="888302"/>
                    <a:pt x="1162145" y="880682"/>
                  </a:cubicBezTo>
                  <a:cubicBezTo>
                    <a:pt x="1163098" y="877253"/>
                    <a:pt x="1163955" y="873633"/>
                    <a:pt x="1164812" y="870013"/>
                  </a:cubicBezTo>
                  <a:cubicBezTo>
                    <a:pt x="1167956" y="856012"/>
                    <a:pt x="1170718" y="840867"/>
                    <a:pt x="1173194" y="825151"/>
                  </a:cubicBezTo>
                  <a:cubicBezTo>
                    <a:pt x="1174052" y="820388"/>
                    <a:pt x="1174813" y="815435"/>
                    <a:pt x="1175575" y="810578"/>
                  </a:cubicBezTo>
                  <a:cubicBezTo>
                    <a:pt x="1176147" y="807530"/>
                    <a:pt x="1176623" y="804386"/>
                    <a:pt x="1177099" y="801338"/>
                  </a:cubicBezTo>
                  <a:cubicBezTo>
                    <a:pt x="1179576" y="785717"/>
                    <a:pt x="1182052" y="769430"/>
                    <a:pt x="1185005" y="753999"/>
                  </a:cubicBezTo>
                  <a:cubicBezTo>
                    <a:pt x="1185958" y="749141"/>
                    <a:pt x="1186910" y="744284"/>
                    <a:pt x="1187862" y="739712"/>
                  </a:cubicBezTo>
                  <a:cubicBezTo>
                    <a:pt x="1189958" y="729996"/>
                    <a:pt x="1192244" y="720852"/>
                    <a:pt x="1194816" y="712661"/>
                  </a:cubicBezTo>
                  <a:cubicBezTo>
                    <a:pt x="1196435" y="707327"/>
                    <a:pt x="1198150" y="702374"/>
                    <a:pt x="1200055" y="697992"/>
                  </a:cubicBezTo>
                  <a:cubicBezTo>
                    <a:pt x="1204722" y="687038"/>
                    <a:pt x="1210151" y="679133"/>
                    <a:pt x="1216723" y="675894"/>
                  </a:cubicBezTo>
                  <a:cubicBezTo>
                    <a:pt x="1238917" y="665226"/>
                    <a:pt x="1293495" y="696087"/>
                    <a:pt x="1341596" y="723424"/>
                  </a:cubicBezTo>
                  <a:cubicBezTo>
                    <a:pt x="1345311" y="725519"/>
                    <a:pt x="1349121" y="727710"/>
                    <a:pt x="1352836" y="729710"/>
                  </a:cubicBezTo>
                  <a:cubicBezTo>
                    <a:pt x="1408843" y="761333"/>
                    <a:pt x="1460563" y="788480"/>
                    <a:pt x="1487138" y="767239"/>
                  </a:cubicBezTo>
                  <a:cubicBezTo>
                    <a:pt x="1515618" y="744569"/>
                    <a:pt x="1496663" y="681609"/>
                    <a:pt x="1476661" y="614934"/>
                  </a:cubicBezTo>
                  <a:cubicBezTo>
                    <a:pt x="1460754" y="562261"/>
                    <a:pt x="1442752" y="502444"/>
                    <a:pt x="1457992" y="483299"/>
                  </a:cubicBezTo>
                  <a:cubicBezTo>
                    <a:pt x="1473136" y="464439"/>
                    <a:pt x="1535239" y="468630"/>
                    <a:pt x="1589913" y="472440"/>
                  </a:cubicBezTo>
                  <a:cubicBezTo>
                    <a:pt x="1659541" y="477203"/>
                    <a:pt x="1725453" y="481775"/>
                    <a:pt x="1741361" y="448723"/>
                  </a:cubicBezTo>
                  <a:cubicBezTo>
                    <a:pt x="1756981" y="416338"/>
                    <a:pt x="1712976" y="368237"/>
                    <a:pt x="1666398" y="317373"/>
                  </a:cubicBezTo>
                  <a:cubicBezTo>
                    <a:pt x="1628965" y="276320"/>
                    <a:pt x="1586484" y="229934"/>
                    <a:pt x="1592008" y="205550"/>
                  </a:cubicBezTo>
                  <a:cubicBezTo>
                    <a:pt x="1597247" y="182594"/>
                    <a:pt x="1654207" y="159734"/>
                    <a:pt x="1704498" y="139637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16486" y="441807"/>
              <a:ext cx="506210" cy="650564"/>
              <a:chOff x="10574885" y="3680443"/>
              <a:chExt cx="828337" cy="1064552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10574885" y="3680443"/>
                <a:ext cx="828337" cy="912416"/>
              </a:xfrm>
              <a:custGeom>
                <a:avLst/>
                <a:gdLst/>
                <a:ahLst/>
                <a:cxnLst/>
                <a:rect l="l" t="t" r="r" b="b"/>
                <a:pathLst>
                  <a:path w="828337" h="912416">
                    <a:moveTo>
                      <a:pt x="500022" y="912417"/>
                    </a:moveTo>
                    <a:lnTo>
                      <a:pt x="155979" y="831550"/>
                    </a:lnTo>
                    <a:lnTo>
                      <a:pt x="128261" y="644478"/>
                    </a:lnTo>
                    <a:cubicBezTo>
                      <a:pt x="128261" y="644478"/>
                      <a:pt x="-57761" y="508843"/>
                      <a:pt x="18248" y="289958"/>
                    </a:cubicBezTo>
                    <a:cubicBezTo>
                      <a:pt x="100067" y="54405"/>
                      <a:pt x="309617" y="-28653"/>
                      <a:pt x="532884" y="8494"/>
                    </a:cubicBezTo>
                    <a:cubicBezTo>
                      <a:pt x="769103" y="47833"/>
                      <a:pt x="858925" y="307770"/>
                      <a:pt x="819300" y="487983"/>
                    </a:cubicBezTo>
                    <a:cubicBezTo>
                      <a:pt x="782820" y="654099"/>
                      <a:pt x="572793" y="745825"/>
                      <a:pt x="572793" y="745825"/>
                    </a:cubicBezTo>
                    <a:lnTo>
                      <a:pt x="500022" y="912321"/>
                    </a:lnTo>
                    <a:close/>
                  </a:path>
                </a:pathLst>
              </a:custGeom>
              <a:solidFill>
                <a:srgbClr val="D84C4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10847148" y="3986512"/>
                <a:ext cx="323628" cy="476330"/>
              </a:xfrm>
              <a:custGeom>
                <a:avLst/>
                <a:gdLst/>
                <a:ahLst/>
                <a:cxnLst/>
                <a:rect l="l" t="t" r="r" b="b"/>
                <a:pathLst>
                  <a:path w="323628" h="476330">
                    <a:moveTo>
                      <a:pt x="300435" y="133335"/>
                    </a:moveTo>
                    <a:cubicBezTo>
                      <a:pt x="286624" y="131526"/>
                      <a:pt x="275861" y="141813"/>
                      <a:pt x="267860" y="150957"/>
                    </a:cubicBezTo>
                    <a:cubicBezTo>
                      <a:pt x="234712" y="189057"/>
                      <a:pt x="204614" y="230300"/>
                      <a:pt x="178134" y="273734"/>
                    </a:cubicBezTo>
                    <a:cubicBezTo>
                      <a:pt x="169657" y="270876"/>
                      <a:pt x="161847" y="266114"/>
                      <a:pt x="155655" y="259256"/>
                    </a:cubicBezTo>
                    <a:cubicBezTo>
                      <a:pt x="147749" y="250493"/>
                      <a:pt x="142606" y="238491"/>
                      <a:pt x="140605" y="224680"/>
                    </a:cubicBezTo>
                    <a:cubicBezTo>
                      <a:pt x="140796" y="224394"/>
                      <a:pt x="141082" y="224109"/>
                      <a:pt x="141273" y="223918"/>
                    </a:cubicBezTo>
                    <a:cubicBezTo>
                      <a:pt x="183183" y="175912"/>
                      <a:pt x="204614" y="112952"/>
                      <a:pt x="223569" y="57421"/>
                    </a:cubicBezTo>
                    <a:cubicBezTo>
                      <a:pt x="226521" y="48658"/>
                      <a:pt x="229950" y="38657"/>
                      <a:pt x="229188" y="28084"/>
                    </a:cubicBezTo>
                    <a:cubicBezTo>
                      <a:pt x="228427" y="17321"/>
                      <a:pt x="222235" y="4843"/>
                      <a:pt x="210043" y="1033"/>
                    </a:cubicBezTo>
                    <a:cubicBezTo>
                      <a:pt x="197755" y="-2682"/>
                      <a:pt x="185469" y="4176"/>
                      <a:pt x="178800" y="12749"/>
                    </a:cubicBezTo>
                    <a:cubicBezTo>
                      <a:pt x="172229" y="21131"/>
                      <a:pt x="169562" y="31418"/>
                      <a:pt x="167085" y="40467"/>
                    </a:cubicBezTo>
                    <a:lnTo>
                      <a:pt x="137367" y="152004"/>
                    </a:lnTo>
                    <a:cubicBezTo>
                      <a:pt x="132318" y="170673"/>
                      <a:pt x="127176" y="189914"/>
                      <a:pt x="126985" y="210011"/>
                    </a:cubicBezTo>
                    <a:cubicBezTo>
                      <a:pt x="126890" y="213536"/>
                      <a:pt x="126985" y="216965"/>
                      <a:pt x="127271" y="220299"/>
                    </a:cubicBezTo>
                    <a:cubicBezTo>
                      <a:pt x="114602" y="233538"/>
                      <a:pt x="103077" y="239730"/>
                      <a:pt x="91362" y="239063"/>
                    </a:cubicBezTo>
                    <a:cubicBezTo>
                      <a:pt x="84313" y="238682"/>
                      <a:pt x="77265" y="235634"/>
                      <a:pt x="70026" y="229919"/>
                    </a:cubicBezTo>
                    <a:cubicBezTo>
                      <a:pt x="70883" y="221061"/>
                      <a:pt x="71549" y="212012"/>
                      <a:pt x="72121" y="203058"/>
                    </a:cubicBezTo>
                    <a:cubicBezTo>
                      <a:pt x="74884" y="157338"/>
                      <a:pt x="74216" y="104665"/>
                      <a:pt x="48213" y="61136"/>
                    </a:cubicBezTo>
                    <a:cubicBezTo>
                      <a:pt x="46689" y="58564"/>
                      <a:pt x="44975" y="56183"/>
                      <a:pt x="42974" y="53992"/>
                    </a:cubicBezTo>
                    <a:lnTo>
                      <a:pt x="42974" y="53992"/>
                    </a:lnTo>
                    <a:cubicBezTo>
                      <a:pt x="35069" y="44943"/>
                      <a:pt x="24019" y="39419"/>
                      <a:pt x="13828" y="44943"/>
                    </a:cubicBezTo>
                    <a:cubicBezTo>
                      <a:pt x="13161" y="45324"/>
                      <a:pt x="12590" y="45705"/>
                      <a:pt x="12018" y="46182"/>
                    </a:cubicBezTo>
                    <a:cubicBezTo>
                      <a:pt x="4684" y="51230"/>
                      <a:pt x="2588" y="60564"/>
                      <a:pt x="1731" y="67327"/>
                    </a:cubicBezTo>
                    <a:cubicBezTo>
                      <a:pt x="-5699" y="122763"/>
                      <a:pt x="11065" y="181436"/>
                      <a:pt x="46689" y="224490"/>
                    </a:cubicBezTo>
                    <a:cubicBezTo>
                      <a:pt x="50023" y="228585"/>
                      <a:pt x="53357" y="232110"/>
                      <a:pt x="56690" y="235253"/>
                    </a:cubicBezTo>
                    <a:cubicBezTo>
                      <a:pt x="50308" y="300594"/>
                      <a:pt x="36879" y="365078"/>
                      <a:pt x="16495" y="427467"/>
                    </a:cubicBezTo>
                    <a:cubicBezTo>
                      <a:pt x="14590" y="433182"/>
                      <a:pt x="12685" y="438897"/>
                      <a:pt x="10685" y="444612"/>
                    </a:cubicBezTo>
                    <a:cubicBezTo>
                      <a:pt x="9542" y="447946"/>
                      <a:pt x="11256" y="451566"/>
                      <a:pt x="14590" y="452709"/>
                    </a:cubicBezTo>
                    <a:cubicBezTo>
                      <a:pt x="17923" y="453852"/>
                      <a:pt x="21543" y="452137"/>
                      <a:pt x="22686" y="448803"/>
                    </a:cubicBezTo>
                    <a:cubicBezTo>
                      <a:pt x="24782" y="442898"/>
                      <a:pt x="26782" y="436897"/>
                      <a:pt x="28592" y="430896"/>
                    </a:cubicBezTo>
                    <a:cubicBezTo>
                      <a:pt x="48404" y="370317"/>
                      <a:pt x="61834" y="307833"/>
                      <a:pt x="68597" y="244492"/>
                    </a:cubicBezTo>
                    <a:cubicBezTo>
                      <a:pt x="75836" y="248969"/>
                      <a:pt x="83170" y="251350"/>
                      <a:pt x="90694" y="251731"/>
                    </a:cubicBezTo>
                    <a:cubicBezTo>
                      <a:pt x="103839" y="252398"/>
                      <a:pt x="116698" y="247159"/>
                      <a:pt x="129748" y="235539"/>
                    </a:cubicBezTo>
                    <a:cubicBezTo>
                      <a:pt x="132890" y="248111"/>
                      <a:pt x="138415" y="259161"/>
                      <a:pt x="146226" y="267733"/>
                    </a:cubicBezTo>
                    <a:cubicBezTo>
                      <a:pt x="153465" y="275734"/>
                      <a:pt x="162036" y="281354"/>
                      <a:pt x="171372" y="284973"/>
                    </a:cubicBezTo>
                    <a:cubicBezTo>
                      <a:pt x="140416" y="337361"/>
                      <a:pt x="114697" y="392892"/>
                      <a:pt x="94981" y="450042"/>
                    </a:cubicBezTo>
                    <a:cubicBezTo>
                      <a:pt x="92791" y="456042"/>
                      <a:pt x="90790" y="462043"/>
                      <a:pt x="88885" y="468044"/>
                    </a:cubicBezTo>
                    <a:cubicBezTo>
                      <a:pt x="87837" y="471377"/>
                      <a:pt x="89647" y="474997"/>
                      <a:pt x="92980" y="476045"/>
                    </a:cubicBezTo>
                    <a:cubicBezTo>
                      <a:pt x="93648" y="476235"/>
                      <a:pt x="94314" y="476331"/>
                      <a:pt x="94981" y="476331"/>
                    </a:cubicBezTo>
                    <a:cubicBezTo>
                      <a:pt x="97648" y="476331"/>
                      <a:pt x="100124" y="474616"/>
                      <a:pt x="100982" y="471949"/>
                    </a:cubicBezTo>
                    <a:cubicBezTo>
                      <a:pt x="102982" y="465758"/>
                      <a:pt x="104982" y="459662"/>
                      <a:pt x="107268" y="453566"/>
                    </a:cubicBezTo>
                    <a:cubicBezTo>
                      <a:pt x="126985" y="396321"/>
                      <a:pt x="152893" y="340885"/>
                      <a:pt x="184040" y="288593"/>
                    </a:cubicBezTo>
                    <a:cubicBezTo>
                      <a:pt x="206423" y="292879"/>
                      <a:pt x="230808" y="287355"/>
                      <a:pt x="249000" y="276306"/>
                    </a:cubicBezTo>
                    <a:cubicBezTo>
                      <a:pt x="281576" y="256684"/>
                      <a:pt x="301198" y="222108"/>
                      <a:pt x="314722" y="194105"/>
                    </a:cubicBezTo>
                    <a:cubicBezTo>
                      <a:pt x="319485" y="184103"/>
                      <a:pt x="324152" y="173340"/>
                      <a:pt x="323581" y="161625"/>
                    </a:cubicBezTo>
                    <a:cubicBezTo>
                      <a:pt x="322914" y="149242"/>
                      <a:pt x="314627" y="135145"/>
                      <a:pt x="300435" y="133335"/>
                    </a:cubicBezTo>
                    <a:close/>
                    <a:moveTo>
                      <a:pt x="59358" y="202296"/>
                    </a:moveTo>
                    <a:cubicBezTo>
                      <a:pt x="58976" y="207726"/>
                      <a:pt x="58690" y="213060"/>
                      <a:pt x="58215" y="218394"/>
                    </a:cubicBezTo>
                    <a:cubicBezTo>
                      <a:pt x="57643" y="217727"/>
                      <a:pt x="57072" y="217060"/>
                      <a:pt x="56500" y="216393"/>
                    </a:cubicBezTo>
                    <a:cubicBezTo>
                      <a:pt x="23162" y="176007"/>
                      <a:pt x="7350" y="120953"/>
                      <a:pt x="14399" y="69042"/>
                    </a:cubicBezTo>
                    <a:cubicBezTo>
                      <a:pt x="14971" y="64469"/>
                      <a:pt x="16209" y="58183"/>
                      <a:pt x="19829" y="56183"/>
                    </a:cubicBezTo>
                    <a:cubicBezTo>
                      <a:pt x="20686" y="55707"/>
                      <a:pt x="21543" y="55516"/>
                      <a:pt x="22496" y="55516"/>
                    </a:cubicBezTo>
                    <a:cubicBezTo>
                      <a:pt x="27639" y="55516"/>
                      <a:pt x="33926" y="62088"/>
                      <a:pt x="37259" y="67708"/>
                    </a:cubicBezTo>
                    <a:cubicBezTo>
                      <a:pt x="61453" y="108189"/>
                      <a:pt x="62024" y="158481"/>
                      <a:pt x="59358" y="202296"/>
                    </a:cubicBezTo>
                    <a:close/>
                    <a:moveTo>
                      <a:pt x="149655" y="155243"/>
                    </a:moveTo>
                    <a:lnTo>
                      <a:pt x="179373" y="43705"/>
                    </a:lnTo>
                    <a:cubicBezTo>
                      <a:pt x="181658" y="35418"/>
                      <a:pt x="183944" y="26941"/>
                      <a:pt x="188898" y="20559"/>
                    </a:cubicBezTo>
                    <a:cubicBezTo>
                      <a:pt x="192136" y="16368"/>
                      <a:pt x="197755" y="12749"/>
                      <a:pt x="203090" y="12749"/>
                    </a:cubicBezTo>
                    <a:cubicBezTo>
                      <a:pt x="204137" y="12749"/>
                      <a:pt x="205185" y="12939"/>
                      <a:pt x="206233" y="13225"/>
                    </a:cubicBezTo>
                    <a:cubicBezTo>
                      <a:pt x="212710" y="15225"/>
                      <a:pt x="216044" y="22750"/>
                      <a:pt x="216520" y="28941"/>
                    </a:cubicBezTo>
                    <a:cubicBezTo>
                      <a:pt x="217091" y="37038"/>
                      <a:pt x="214234" y="45324"/>
                      <a:pt x="211472" y="53325"/>
                    </a:cubicBezTo>
                    <a:cubicBezTo>
                      <a:pt x="194231" y="103998"/>
                      <a:pt x="174801" y="160863"/>
                      <a:pt x="139844" y="205630"/>
                    </a:cubicBezTo>
                    <a:cubicBezTo>
                      <a:pt x="140700" y="188676"/>
                      <a:pt x="145273" y="171721"/>
                      <a:pt x="149655" y="155243"/>
                    </a:cubicBezTo>
                    <a:close/>
                    <a:moveTo>
                      <a:pt x="303198" y="188580"/>
                    </a:moveTo>
                    <a:cubicBezTo>
                      <a:pt x="290434" y="214965"/>
                      <a:pt x="272051" y="247540"/>
                      <a:pt x="242428" y="265447"/>
                    </a:cubicBezTo>
                    <a:cubicBezTo>
                      <a:pt x="227854" y="274210"/>
                      <a:pt x="208900" y="278687"/>
                      <a:pt x="191279" y="276591"/>
                    </a:cubicBezTo>
                    <a:cubicBezTo>
                      <a:pt x="216805" y="235158"/>
                      <a:pt x="245666" y="195819"/>
                      <a:pt x="277479" y="159339"/>
                    </a:cubicBezTo>
                    <a:cubicBezTo>
                      <a:pt x="283671" y="152195"/>
                      <a:pt x="291005" y="144956"/>
                      <a:pt x="298721" y="145908"/>
                    </a:cubicBezTo>
                    <a:cubicBezTo>
                      <a:pt x="305769" y="146861"/>
                      <a:pt x="310532" y="155148"/>
                      <a:pt x="310817" y="162196"/>
                    </a:cubicBezTo>
                    <a:cubicBezTo>
                      <a:pt x="311294" y="170959"/>
                      <a:pt x="307293" y="180008"/>
                      <a:pt x="303198" y="18858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764869" y="4673346"/>
                <a:ext cx="150018" cy="71649"/>
              </a:xfrm>
              <a:custGeom>
                <a:avLst/>
                <a:gdLst/>
                <a:ahLst/>
                <a:cxnLst/>
                <a:rect l="l" t="t" r="r" b="b"/>
                <a:pathLst>
                  <a:path w="150018" h="71649">
                    <a:moveTo>
                      <a:pt x="0" y="0"/>
                    </a:moveTo>
                    <a:lnTo>
                      <a:pt x="26574" y="42291"/>
                    </a:lnTo>
                    <a:cubicBezTo>
                      <a:pt x="30575" y="48577"/>
                      <a:pt x="36576" y="53340"/>
                      <a:pt x="43624" y="55721"/>
                    </a:cubicBezTo>
                    <a:lnTo>
                      <a:pt x="86487" y="70009"/>
                    </a:lnTo>
                    <a:cubicBezTo>
                      <a:pt x="96584" y="73342"/>
                      <a:pt x="107632" y="71533"/>
                      <a:pt x="116109" y="65151"/>
                    </a:cubicBezTo>
                    <a:lnTo>
                      <a:pt x="150019" y="395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681525" y="4400931"/>
                <a:ext cx="456818" cy="332708"/>
              </a:xfrm>
              <a:custGeom>
                <a:avLst/>
                <a:gdLst/>
                <a:ahLst/>
                <a:cxnLst/>
                <a:rect l="l" t="t" r="r" b="b"/>
                <a:pathLst>
                  <a:path w="456818" h="332708">
                    <a:moveTo>
                      <a:pt x="6190" y="0"/>
                    </a:moveTo>
                    <a:lnTo>
                      <a:pt x="456819" y="118777"/>
                    </a:lnTo>
                    <a:lnTo>
                      <a:pt x="358615" y="298323"/>
                    </a:lnTo>
                    <a:lnTo>
                      <a:pt x="279463" y="332708"/>
                    </a:lnTo>
                    <a:lnTo>
                      <a:pt x="44005" y="270605"/>
                    </a:lnTo>
                    <a:lnTo>
                      <a:pt x="0" y="216598"/>
                    </a:lnTo>
                    <a:lnTo>
                      <a:pt x="619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  <a:lumMod val="75000"/>
                  <a:lumOff val="2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657640" y="4363907"/>
                <a:ext cx="514971" cy="192158"/>
              </a:xfrm>
              <a:custGeom>
                <a:avLst/>
                <a:gdLst/>
                <a:ahLst/>
                <a:cxnLst/>
                <a:rect l="l" t="t" r="r" b="b"/>
                <a:pathLst>
                  <a:path w="514971" h="192158">
                    <a:moveTo>
                      <a:pt x="493658" y="132941"/>
                    </a:moveTo>
                    <a:cubicBezTo>
                      <a:pt x="341258" y="89030"/>
                      <a:pt x="188953" y="45120"/>
                      <a:pt x="36553" y="1305"/>
                    </a:cubicBezTo>
                    <a:cubicBezTo>
                      <a:pt x="-499" y="-9363"/>
                      <a:pt x="-15739" y="48549"/>
                      <a:pt x="21313" y="59217"/>
                    </a:cubicBezTo>
                    <a:cubicBezTo>
                      <a:pt x="173714" y="103128"/>
                      <a:pt x="326018" y="147038"/>
                      <a:pt x="478418" y="190853"/>
                    </a:cubicBezTo>
                    <a:cubicBezTo>
                      <a:pt x="515471" y="201521"/>
                      <a:pt x="530710" y="143609"/>
                      <a:pt x="493658" y="132941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55665" y="4450890"/>
                <a:ext cx="460723" cy="156542"/>
              </a:xfrm>
              <a:custGeom>
                <a:avLst/>
                <a:gdLst/>
                <a:ahLst/>
                <a:cxnLst/>
                <a:rect l="l" t="t" r="r" b="b"/>
                <a:pathLst>
                  <a:path w="460723" h="156542">
                    <a:moveTo>
                      <a:pt x="454295" y="156543"/>
                    </a:moveTo>
                    <a:cubicBezTo>
                      <a:pt x="453627" y="156543"/>
                      <a:pt x="452961" y="156543"/>
                      <a:pt x="452389" y="156257"/>
                    </a:cubicBezTo>
                    <a:lnTo>
                      <a:pt x="4429" y="12430"/>
                    </a:lnTo>
                    <a:cubicBezTo>
                      <a:pt x="1095" y="11382"/>
                      <a:pt x="-810" y="7763"/>
                      <a:pt x="333" y="4429"/>
                    </a:cubicBezTo>
                    <a:cubicBezTo>
                      <a:pt x="1381" y="1095"/>
                      <a:pt x="5000" y="-810"/>
                      <a:pt x="8334" y="333"/>
                    </a:cubicBezTo>
                    <a:lnTo>
                      <a:pt x="456295" y="144161"/>
                    </a:lnTo>
                    <a:cubicBezTo>
                      <a:pt x="459628" y="145208"/>
                      <a:pt x="461534" y="148828"/>
                      <a:pt x="460391" y="152162"/>
                    </a:cubicBezTo>
                    <a:cubicBezTo>
                      <a:pt x="459533" y="154829"/>
                      <a:pt x="457056" y="156543"/>
                      <a:pt x="454295" y="156543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654610" y="4529559"/>
                <a:ext cx="436544" cy="132451"/>
              </a:xfrm>
              <a:custGeom>
                <a:avLst/>
                <a:gdLst/>
                <a:ahLst/>
                <a:cxnLst/>
                <a:rect l="l" t="t" r="r" b="b"/>
                <a:pathLst>
                  <a:path w="436544" h="132451">
                    <a:moveTo>
                      <a:pt x="430108" y="132452"/>
                    </a:moveTo>
                    <a:cubicBezTo>
                      <a:pt x="429536" y="132452"/>
                      <a:pt x="428965" y="132452"/>
                      <a:pt x="428393" y="132166"/>
                    </a:cubicBezTo>
                    <a:lnTo>
                      <a:pt x="4626" y="12532"/>
                    </a:lnTo>
                    <a:cubicBezTo>
                      <a:pt x="1197" y="11579"/>
                      <a:pt x="-708" y="8055"/>
                      <a:pt x="245" y="4626"/>
                    </a:cubicBezTo>
                    <a:cubicBezTo>
                      <a:pt x="1197" y="1197"/>
                      <a:pt x="4721" y="-708"/>
                      <a:pt x="8150" y="245"/>
                    </a:cubicBezTo>
                    <a:lnTo>
                      <a:pt x="431917" y="119879"/>
                    </a:lnTo>
                    <a:cubicBezTo>
                      <a:pt x="435347" y="120831"/>
                      <a:pt x="437252" y="124355"/>
                      <a:pt x="436299" y="127784"/>
                    </a:cubicBezTo>
                    <a:cubicBezTo>
                      <a:pt x="435537" y="130547"/>
                      <a:pt x="432966" y="132452"/>
                      <a:pt x="430203" y="132452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650389" y="4609634"/>
                <a:ext cx="422031" cy="82190"/>
              </a:xfrm>
              <a:custGeom>
                <a:avLst/>
                <a:gdLst/>
                <a:ahLst/>
                <a:cxnLst/>
                <a:rect l="l" t="t" r="r" b="b"/>
                <a:pathLst>
                  <a:path w="422031" h="82190">
                    <a:moveTo>
                      <a:pt x="415661" y="82095"/>
                    </a:moveTo>
                    <a:cubicBezTo>
                      <a:pt x="415661" y="82095"/>
                      <a:pt x="414898" y="82095"/>
                      <a:pt x="414613" y="82095"/>
                    </a:cubicBezTo>
                    <a:lnTo>
                      <a:pt x="5323" y="12658"/>
                    </a:lnTo>
                    <a:cubicBezTo>
                      <a:pt x="1894" y="12086"/>
                      <a:pt x="-487" y="8753"/>
                      <a:pt x="85" y="5324"/>
                    </a:cubicBezTo>
                    <a:cubicBezTo>
                      <a:pt x="656" y="1895"/>
                      <a:pt x="3895" y="-487"/>
                      <a:pt x="7419" y="85"/>
                    </a:cubicBezTo>
                    <a:lnTo>
                      <a:pt x="416708" y="69522"/>
                    </a:lnTo>
                    <a:cubicBezTo>
                      <a:pt x="420137" y="70094"/>
                      <a:pt x="422518" y="73427"/>
                      <a:pt x="421946" y="76856"/>
                    </a:cubicBezTo>
                    <a:cubicBezTo>
                      <a:pt x="421471" y="80000"/>
                      <a:pt x="418708" y="82190"/>
                      <a:pt x="415661" y="8219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0736083" y="3735808"/>
                <a:ext cx="301604" cy="144104"/>
              </a:xfrm>
              <a:custGeom>
                <a:avLst/>
                <a:gdLst/>
                <a:ahLst/>
                <a:cxnLst/>
                <a:rect l="l" t="t" r="r" b="b"/>
                <a:pathLst>
                  <a:path w="301604" h="144104">
                    <a:moveTo>
                      <a:pt x="6402" y="144105"/>
                    </a:moveTo>
                    <a:cubicBezTo>
                      <a:pt x="5069" y="144105"/>
                      <a:pt x="3736" y="143724"/>
                      <a:pt x="2593" y="142866"/>
                    </a:cubicBezTo>
                    <a:cubicBezTo>
                      <a:pt x="-265" y="140771"/>
                      <a:pt x="-836" y="136771"/>
                      <a:pt x="1259" y="133913"/>
                    </a:cubicBezTo>
                    <a:cubicBezTo>
                      <a:pt x="68220" y="43711"/>
                      <a:pt x="183757" y="-8486"/>
                      <a:pt x="295771" y="1134"/>
                    </a:cubicBezTo>
                    <a:cubicBezTo>
                      <a:pt x="299295" y="1420"/>
                      <a:pt x="301867" y="4468"/>
                      <a:pt x="301582" y="7992"/>
                    </a:cubicBezTo>
                    <a:cubicBezTo>
                      <a:pt x="301296" y="11517"/>
                      <a:pt x="298248" y="13993"/>
                      <a:pt x="294724" y="13803"/>
                    </a:cubicBezTo>
                    <a:cubicBezTo>
                      <a:pt x="187092" y="4563"/>
                      <a:pt x="75935" y="54760"/>
                      <a:pt x="11546" y="141533"/>
                    </a:cubicBezTo>
                    <a:cubicBezTo>
                      <a:pt x="10307" y="143247"/>
                      <a:pt x="8403" y="144105"/>
                      <a:pt x="6402" y="1441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0676932" y="3908937"/>
                <a:ext cx="50149" cy="96896"/>
              </a:xfrm>
              <a:custGeom>
                <a:avLst/>
                <a:gdLst/>
                <a:ahLst/>
                <a:cxnLst/>
                <a:rect l="l" t="t" r="r" b="b"/>
                <a:pathLst>
                  <a:path w="50149" h="96896">
                    <a:moveTo>
                      <a:pt x="6307" y="96896"/>
                    </a:moveTo>
                    <a:cubicBezTo>
                      <a:pt x="6307" y="96896"/>
                      <a:pt x="5545" y="96896"/>
                      <a:pt x="5164" y="96801"/>
                    </a:cubicBezTo>
                    <a:cubicBezTo>
                      <a:pt x="1735" y="96135"/>
                      <a:pt x="-551" y="92801"/>
                      <a:pt x="116" y="89372"/>
                    </a:cubicBezTo>
                    <a:cubicBezTo>
                      <a:pt x="6021" y="57939"/>
                      <a:pt x="19261" y="27936"/>
                      <a:pt x="38692" y="2504"/>
                    </a:cubicBezTo>
                    <a:cubicBezTo>
                      <a:pt x="40787" y="-259"/>
                      <a:pt x="44788" y="-830"/>
                      <a:pt x="47645" y="1265"/>
                    </a:cubicBezTo>
                    <a:cubicBezTo>
                      <a:pt x="50408" y="3361"/>
                      <a:pt x="50980" y="7362"/>
                      <a:pt x="48883" y="10219"/>
                    </a:cubicBezTo>
                    <a:cubicBezTo>
                      <a:pt x="30692" y="34031"/>
                      <a:pt x="18213" y="62226"/>
                      <a:pt x="12689" y="91658"/>
                    </a:cubicBezTo>
                    <a:cubicBezTo>
                      <a:pt x="12117" y="94706"/>
                      <a:pt x="9451" y="96896"/>
                      <a:pt x="6402" y="9689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0896823" y="5402252"/>
              <a:ext cx="995954" cy="1212434"/>
              <a:chOff x="8672523" y="960337"/>
              <a:chExt cx="989909" cy="1205075"/>
            </a:xfrm>
          </p:grpSpPr>
          <p:sp>
            <p:nvSpPr>
              <p:cNvPr id="19" name="AutoShape 19"/>
              <p:cNvSpPr/>
              <p:nvPr/>
            </p:nvSpPr>
            <p:spPr>
              <a:xfrm>
                <a:off x="8680799" y="1194625"/>
                <a:ext cx="807815" cy="956481"/>
              </a:xfrm>
              <a:custGeom>
                <a:avLst/>
                <a:gdLst/>
                <a:ahLst/>
                <a:cxnLst/>
                <a:rect l="l" t="t" r="r" b="b"/>
                <a:pathLst>
                  <a:path w="807815" h="956481">
                    <a:moveTo>
                      <a:pt x="223742" y="927354"/>
                    </a:moveTo>
                    <a:lnTo>
                      <a:pt x="56007" y="955834"/>
                    </a:lnTo>
                    <a:cubicBezTo>
                      <a:pt x="29242" y="960406"/>
                      <a:pt x="4763" y="940213"/>
                      <a:pt x="4096" y="913067"/>
                    </a:cubicBezTo>
                    <a:lnTo>
                      <a:pt x="0" y="749999"/>
                    </a:lnTo>
                    <a:lnTo>
                      <a:pt x="591598" y="0"/>
                    </a:lnTo>
                    <a:lnTo>
                      <a:pt x="807815" y="175641"/>
                    </a:lnTo>
                    <a:lnTo>
                      <a:pt x="223647" y="927259"/>
                    </a:lnTo>
                    <a:close/>
                  </a:path>
                </a:pathLst>
              </a:custGeom>
              <a:solidFill>
                <a:srgbClr val="FF6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8712993" y="1224819"/>
                <a:ext cx="726185" cy="881349"/>
              </a:xfrm>
              <a:custGeom>
                <a:avLst/>
                <a:gdLst/>
                <a:ahLst/>
                <a:cxnLst/>
                <a:rect l="l" t="t" r="r" b="b"/>
                <a:pathLst>
                  <a:path w="726185" h="881348">
                    <a:moveTo>
                      <a:pt x="587597" y="0"/>
                    </a:moveTo>
                    <a:lnTo>
                      <a:pt x="0" y="750380"/>
                    </a:lnTo>
                    <a:lnTo>
                      <a:pt x="54007" y="802958"/>
                    </a:lnTo>
                    <a:lnTo>
                      <a:pt x="645890" y="47339"/>
                    </a:lnTo>
                    <a:lnTo>
                      <a:pt x="671989" y="68485"/>
                    </a:lnTo>
                    <a:lnTo>
                      <a:pt x="77724" y="856107"/>
                    </a:lnTo>
                    <a:lnTo>
                      <a:pt x="134302" y="881348"/>
                    </a:lnTo>
                    <a:lnTo>
                      <a:pt x="726186" y="90678"/>
                    </a:lnTo>
                    <a:lnTo>
                      <a:pt x="587597" y="0"/>
                    </a:lnTo>
                    <a:close/>
                  </a:path>
                </a:pathLst>
              </a:custGeom>
              <a:solidFill>
                <a:srgbClr val="FF6000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8680799" y="1941024"/>
                <a:ext cx="223742" cy="210082"/>
              </a:xfrm>
              <a:custGeom>
                <a:avLst/>
                <a:gdLst/>
                <a:ahLst/>
                <a:cxnLst/>
                <a:rect l="l" t="t" r="r" b="b"/>
                <a:pathLst>
                  <a:path w="223742" h="210082">
                    <a:moveTo>
                      <a:pt x="223742" y="180955"/>
                    </a:moveTo>
                    <a:lnTo>
                      <a:pt x="56007" y="209435"/>
                    </a:lnTo>
                    <a:cubicBezTo>
                      <a:pt x="29242" y="214007"/>
                      <a:pt x="4763" y="193814"/>
                      <a:pt x="4096" y="166668"/>
                    </a:cubicBezTo>
                    <a:lnTo>
                      <a:pt x="0" y="3600"/>
                    </a:lnTo>
                    <a:cubicBezTo>
                      <a:pt x="64294" y="-16307"/>
                      <a:pt x="60674" y="52844"/>
                      <a:pt x="60674" y="52844"/>
                    </a:cubicBezTo>
                    <a:cubicBezTo>
                      <a:pt x="146304" y="17411"/>
                      <a:pt x="142399" y="119233"/>
                      <a:pt x="142399" y="119233"/>
                    </a:cubicBezTo>
                    <a:cubicBezTo>
                      <a:pt x="220694" y="117233"/>
                      <a:pt x="223647" y="180860"/>
                      <a:pt x="223647" y="18086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8672523" y="2062937"/>
                <a:ext cx="107868" cy="102475"/>
              </a:xfrm>
              <a:custGeom>
                <a:avLst/>
                <a:gdLst/>
                <a:ahLst/>
                <a:cxnLst/>
                <a:rect l="l" t="t" r="r" b="b"/>
                <a:pathLst>
                  <a:path w="107868" h="102475">
                    <a:moveTo>
                      <a:pt x="101431" y="102476"/>
                    </a:moveTo>
                    <a:cubicBezTo>
                      <a:pt x="98478" y="102476"/>
                      <a:pt x="95811" y="100380"/>
                      <a:pt x="95239" y="97428"/>
                    </a:cubicBezTo>
                    <a:cubicBezTo>
                      <a:pt x="86190" y="54851"/>
                      <a:pt x="48472" y="19228"/>
                      <a:pt x="5419" y="12655"/>
                    </a:cubicBezTo>
                    <a:cubicBezTo>
                      <a:pt x="1894" y="12084"/>
                      <a:pt x="-487" y="8845"/>
                      <a:pt x="85" y="5416"/>
                    </a:cubicBezTo>
                    <a:cubicBezTo>
                      <a:pt x="656" y="1987"/>
                      <a:pt x="3800" y="-489"/>
                      <a:pt x="7324" y="82"/>
                    </a:cubicBezTo>
                    <a:cubicBezTo>
                      <a:pt x="55425" y="7416"/>
                      <a:pt x="97621" y="47231"/>
                      <a:pt x="107717" y="94856"/>
                    </a:cubicBezTo>
                    <a:cubicBezTo>
                      <a:pt x="108479" y="98285"/>
                      <a:pt x="106288" y="101714"/>
                      <a:pt x="102764" y="102381"/>
                    </a:cubicBezTo>
                    <a:cubicBezTo>
                      <a:pt x="102288" y="102476"/>
                      <a:pt x="101907" y="102476"/>
                      <a:pt x="101431" y="102476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8744059" y="1231977"/>
                <a:ext cx="606524" cy="749317"/>
              </a:xfrm>
              <a:custGeom>
                <a:avLst/>
                <a:gdLst/>
                <a:ahLst/>
                <a:cxnLst/>
                <a:rect l="l" t="t" r="r" b="b"/>
                <a:pathLst>
                  <a:path w="606524" h="749317">
                    <a:moveTo>
                      <a:pt x="6368" y="749318"/>
                    </a:moveTo>
                    <a:cubicBezTo>
                      <a:pt x="4939" y="749318"/>
                      <a:pt x="3510" y="748842"/>
                      <a:pt x="2367" y="747889"/>
                    </a:cubicBezTo>
                    <a:cubicBezTo>
                      <a:pt x="-395" y="745698"/>
                      <a:pt x="-776" y="741698"/>
                      <a:pt x="1415" y="738935"/>
                    </a:cubicBezTo>
                    <a:lnTo>
                      <a:pt x="595203" y="2367"/>
                    </a:lnTo>
                    <a:cubicBezTo>
                      <a:pt x="597394" y="-395"/>
                      <a:pt x="601395" y="-776"/>
                      <a:pt x="604157" y="1415"/>
                    </a:cubicBezTo>
                    <a:cubicBezTo>
                      <a:pt x="606919" y="3605"/>
                      <a:pt x="607300" y="7606"/>
                      <a:pt x="605109" y="10368"/>
                    </a:cubicBezTo>
                    <a:lnTo>
                      <a:pt x="11321" y="746936"/>
                    </a:lnTo>
                    <a:cubicBezTo>
                      <a:pt x="10083" y="748460"/>
                      <a:pt x="8178" y="749318"/>
                      <a:pt x="6368" y="749318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8810693" y="1330424"/>
                <a:ext cx="580317" cy="757455"/>
              </a:xfrm>
              <a:custGeom>
                <a:avLst/>
                <a:gdLst/>
                <a:ahLst/>
                <a:cxnLst/>
                <a:rect l="l" t="t" r="r" b="b"/>
                <a:pathLst>
                  <a:path w="580317" h="757455">
                    <a:moveTo>
                      <a:pt x="6314" y="757455"/>
                    </a:moveTo>
                    <a:cubicBezTo>
                      <a:pt x="4980" y="757455"/>
                      <a:pt x="3647" y="757074"/>
                      <a:pt x="2504" y="756122"/>
                    </a:cubicBezTo>
                    <a:cubicBezTo>
                      <a:pt x="-259" y="754026"/>
                      <a:pt x="-830" y="750026"/>
                      <a:pt x="1266" y="747168"/>
                    </a:cubicBezTo>
                    <a:lnTo>
                      <a:pt x="568860" y="2504"/>
                    </a:lnTo>
                    <a:cubicBezTo>
                      <a:pt x="570956" y="-259"/>
                      <a:pt x="574956" y="-830"/>
                      <a:pt x="577814" y="1265"/>
                    </a:cubicBezTo>
                    <a:cubicBezTo>
                      <a:pt x="580576" y="3361"/>
                      <a:pt x="581148" y="7361"/>
                      <a:pt x="579052" y="10219"/>
                    </a:cubicBezTo>
                    <a:lnTo>
                      <a:pt x="11457" y="754883"/>
                    </a:lnTo>
                    <a:cubicBezTo>
                      <a:pt x="10219" y="756503"/>
                      <a:pt x="8314" y="757360"/>
                      <a:pt x="6409" y="75736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>
                <a:off x="9380601" y="960337"/>
                <a:ext cx="281831" cy="274483"/>
              </a:xfrm>
              <a:custGeom>
                <a:avLst/>
                <a:gdLst/>
                <a:ahLst/>
                <a:cxnLst/>
                <a:rect l="l" t="t" r="r" b="b"/>
                <a:pathLst>
                  <a:path w="281831" h="274483">
                    <a:moveTo>
                      <a:pt x="258508" y="81793"/>
                    </a:moveTo>
                    <a:lnTo>
                      <a:pt x="168687" y="12451"/>
                    </a:lnTo>
                    <a:cubicBezTo>
                      <a:pt x="142970" y="-7361"/>
                      <a:pt x="106108" y="-3075"/>
                      <a:pt x="85630" y="22071"/>
                    </a:cubicBezTo>
                    <a:lnTo>
                      <a:pt x="0" y="127513"/>
                    </a:lnTo>
                    <a:lnTo>
                      <a:pt x="180975" y="274484"/>
                    </a:lnTo>
                    <a:lnTo>
                      <a:pt x="268414" y="166851"/>
                    </a:lnTo>
                    <a:cubicBezTo>
                      <a:pt x="289655" y="140753"/>
                      <a:pt x="285179" y="102272"/>
                      <a:pt x="258508" y="81793"/>
                    </a:cubicBezTo>
                    <a:close/>
                  </a:path>
                </a:pathLst>
              </a:custGeom>
              <a:solidFill>
                <a:srgbClr val="D84C4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>
                <a:off x="9248012" y="1055655"/>
                <a:ext cx="345471" cy="338518"/>
              </a:xfrm>
              <a:custGeom>
                <a:avLst/>
                <a:gdLst/>
                <a:ahLst/>
                <a:cxnLst/>
                <a:rect l="l" t="t" r="r" b="b"/>
                <a:pathLst>
                  <a:path w="345471" h="338518">
                    <a:moveTo>
                      <a:pt x="116110" y="0"/>
                    </a:moveTo>
                    <a:lnTo>
                      <a:pt x="0" y="142875"/>
                    </a:lnTo>
                    <a:lnTo>
                      <a:pt x="235839" y="338519"/>
                    </a:lnTo>
                    <a:lnTo>
                      <a:pt x="345472" y="186309"/>
                    </a:lnTo>
                    <a:lnTo>
                      <a:pt x="11611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  <a:lumMod val="75000"/>
                  <a:lumOff val="2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>
                <a:off x="9320862" y="1073545"/>
                <a:ext cx="259685" cy="224807"/>
              </a:xfrm>
              <a:custGeom>
                <a:avLst/>
                <a:gdLst/>
                <a:ahLst/>
                <a:cxnLst/>
                <a:rect l="l" t="t" r="r" b="b"/>
                <a:pathLst>
                  <a:path w="259685" h="224807">
                    <a:moveTo>
                      <a:pt x="253382" y="224807"/>
                    </a:moveTo>
                    <a:cubicBezTo>
                      <a:pt x="251954" y="224807"/>
                      <a:pt x="250429" y="224331"/>
                      <a:pt x="249191" y="223283"/>
                    </a:cubicBezTo>
                    <a:lnTo>
                      <a:pt x="2208" y="11161"/>
                    </a:lnTo>
                    <a:cubicBezTo>
                      <a:pt x="-459" y="8875"/>
                      <a:pt x="-745" y="4875"/>
                      <a:pt x="1541" y="2208"/>
                    </a:cubicBezTo>
                    <a:cubicBezTo>
                      <a:pt x="3827" y="-459"/>
                      <a:pt x="7828" y="-745"/>
                      <a:pt x="10495" y="1541"/>
                    </a:cubicBezTo>
                    <a:lnTo>
                      <a:pt x="257478" y="213663"/>
                    </a:lnTo>
                    <a:cubicBezTo>
                      <a:pt x="260145" y="215949"/>
                      <a:pt x="260430" y="219949"/>
                      <a:pt x="258145" y="222616"/>
                    </a:cubicBezTo>
                    <a:cubicBezTo>
                      <a:pt x="256906" y="224045"/>
                      <a:pt x="255096" y="224807"/>
                      <a:pt x="253287" y="224807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>
                <a:off x="9280905" y="1125670"/>
                <a:ext cx="262827" cy="219068"/>
              </a:xfrm>
              <a:custGeom>
                <a:avLst/>
                <a:gdLst/>
                <a:ahLst/>
                <a:cxnLst/>
                <a:rect l="l" t="t" r="r" b="b"/>
                <a:pathLst>
                  <a:path w="262827" h="219068">
                    <a:moveTo>
                      <a:pt x="256477" y="219069"/>
                    </a:moveTo>
                    <a:cubicBezTo>
                      <a:pt x="255049" y="219069"/>
                      <a:pt x="253620" y="218593"/>
                      <a:pt x="252381" y="217640"/>
                    </a:cubicBezTo>
                    <a:lnTo>
                      <a:pt x="2350" y="11233"/>
                    </a:lnTo>
                    <a:cubicBezTo>
                      <a:pt x="-412" y="8947"/>
                      <a:pt x="-793" y="4947"/>
                      <a:pt x="1493" y="2280"/>
                    </a:cubicBezTo>
                    <a:cubicBezTo>
                      <a:pt x="3779" y="-387"/>
                      <a:pt x="7779" y="-768"/>
                      <a:pt x="10446" y="1423"/>
                    </a:cubicBezTo>
                    <a:lnTo>
                      <a:pt x="260477" y="207829"/>
                    </a:lnTo>
                    <a:cubicBezTo>
                      <a:pt x="263240" y="210115"/>
                      <a:pt x="263621" y="214116"/>
                      <a:pt x="261335" y="216783"/>
                    </a:cubicBezTo>
                    <a:cubicBezTo>
                      <a:pt x="260097" y="218307"/>
                      <a:pt x="258287" y="219069"/>
                      <a:pt x="256382" y="219069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>
                <a:off x="9135426" y="1527741"/>
                <a:ext cx="169832" cy="222286"/>
              </a:xfrm>
              <a:custGeom>
                <a:avLst/>
                <a:gdLst/>
                <a:ahLst/>
                <a:cxnLst/>
                <a:rect l="l" t="t" r="r" b="b"/>
                <a:pathLst>
                  <a:path w="169832" h="222286">
                    <a:moveTo>
                      <a:pt x="6383" y="222191"/>
                    </a:moveTo>
                    <a:cubicBezTo>
                      <a:pt x="5049" y="222191"/>
                      <a:pt x="3716" y="221810"/>
                      <a:pt x="2573" y="220953"/>
                    </a:cubicBezTo>
                    <a:cubicBezTo>
                      <a:pt x="-285" y="218857"/>
                      <a:pt x="-856" y="214857"/>
                      <a:pt x="1334" y="211999"/>
                    </a:cubicBezTo>
                    <a:lnTo>
                      <a:pt x="158306" y="2545"/>
                    </a:lnTo>
                    <a:cubicBezTo>
                      <a:pt x="160402" y="-218"/>
                      <a:pt x="164402" y="-884"/>
                      <a:pt x="167260" y="1306"/>
                    </a:cubicBezTo>
                    <a:cubicBezTo>
                      <a:pt x="170118" y="3402"/>
                      <a:pt x="170689" y="7402"/>
                      <a:pt x="168498" y="10260"/>
                    </a:cubicBezTo>
                    <a:lnTo>
                      <a:pt x="11526" y="219715"/>
                    </a:lnTo>
                    <a:cubicBezTo>
                      <a:pt x="10288" y="221429"/>
                      <a:pt x="8383" y="222286"/>
                      <a:pt x="6383" y="22228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>
                <a:off x="9084060" y="1764669"/>
                <a:ext cx="44088" cy="54033"/>
              </a:xfrm>
              <a:custGeom>
                <a:avLst/>
                <a:gdLst/>
                <a:ahLst/>
                <a:cxnLst/>
                <a:rect l="l" t="t" r="r" b="b"/>
                <a:pathLst>
                  <a:path w="44088" h="54033">
                    <a:moveTo>
                      <a:pt x="6314" y="54034"/>
                    </a:moveTo>
                    <a:cubicBezTo>
                      <a:pt x="4980" y="54034"/>
                      <a:pt x="3647" y="53653"/>
                      <a:pt x="2503" y="52700"/>
                    </a:cubicBezTo>
                    <a:cubicBezTo>
                      <a:pt x="-259" y="50605"/>
                      <a:pt x="-830" y="46604"/>
                      <a:pt x="1266" y="43747"/>
                    </a:cubicBezTo>
                    <a:lnTo>
                      <a:pt x="32603" y="2504"/>
                    </a:lnTo>
                    <a:cubicBezTo>
                      <a:pt x="34698" y="-259"/>
                      <a:pt x="38699" y="-830"/>
                      <a:pt x="41556" y="1265"/>
                    </a:cubicBezTo>
                    <a:cubicBezTo>
                      <a:pt x="44414" y="3361"/>
                      <a:pt x="44890" y="7361"/>
                      <a:pt x="42794" y="10219"/>
                    </a:cubicBezTo>
                    <a:lnTo>
                      <a:pt x="11457" y="51462"/>
                    </a:lnTo>
                    <a:cubicBezTo>
                      <a:pt x="10219" y="53081"/>
                      <a:pt x="8314" y="53939"/>
                      <a:pt x="6409" y="5393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D05C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1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 flipH="1">
              <a:off x="0" y="2218"/>
              <a:ext cx="12192000" cy="6852153"/>
              <a:chOff x="0" y="2218"/>
              <a:chExt cx="12192000" cy="6852153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429043" y="2829043"/>
                <a:ext cx="5762957" cy="4025328"/>
              </a:xfrm>
              <a:custGeom>
                <a:avLst/>
                <a:gdLst/>
                <a:ahLst/>
                <a:cxnLst/>
                <a:rect l="l" t="t" r="r" b="b"/>
                <a:pathLst>
                  <a:path w="5762957" h="4025328">
                    <a:moveTo>
                      <a:pt x="5762957" y="0"/>
                    </a:moveTo>
                    <a:lnTo>
                      <a:pt x="5762957" y="3800746"/>
                    </a:lnTo>
                    <a:lnTo>
                      <a:pt x="5750980" y="4025328"/>
                    </a:lnTo>
                    <a:lnTo>
                      <a:pt x="0" y="4025328"/>
                    </a:lnTo>
                    <a:cubicBezTo>
                      <a:pt x="8149" y="3974854"/>
                      <a:pt x="23535" y="3925771"/>
                      <a:pt x="45680" y="3879660"/>
                    </a:cubicBezTo>
                    <a:cubicBezTo>
                      <a:pt x="50857" y="3868970"/>
                      <a:pt x="56417" y="3858569"/>
                      <a:pt x="62265" y="3848504"/>
                    </a:cubicBezTo>
                    <a:cubicBezTo>
                      <a:pt x="71420" y="3832829"/>
                      <a:pt x="81438" y="3817682"/>
                      <a:pt x="92367" y="3803159"/>
                    </a:cubicBezTo>
                    <a:cubicBezTo>
                      <a:pt x="95387" y="3799085"/>
                      <a:pt x="98501" y="3795106"/>
                      <a:pt x="101666" y="3791175"/>
                    </a:cubicBezTo>
                    <a:cubicBezTo>
                      <a:pt x="102912" y="3789594"/>
                      <a:pt x="104207" y="3788012"/>
                      <a:pt x="105501" y="3786382"/>
                    </a:cubicBezTo>
                    <a:cubicBezTo>
                      <a:pt x="160767" y="3719276"/>
                      <a:pt x="234344" y="3667844"/>
                      <a:pt x="322923" y="3629449"/>
                    </a:cubicBezTo>
                    <a:cubicBezTo>
                      <a:pt x="336872" y="3623410"/>
                      <a:pt x="351251" y="3617707"/>
                      <a:pt x="366063" y="3612339"/>
                    </a:cubicBezTo>
                    <a:lnTo>
                      <a:pt x="372198" y="3610086"/>
                    </a:lnTo>
                    <a:cubicBezTo>
                      <a:pt x="510868" y="3560235"/>
                      <a:pt x="680838" y="3538187"/>
                      <a:pt x="871036" y="3536365"/>
                    </a:cubicBezTo>
                    <a:lnTo>
                      <a:pt x="880622" y="3536365"/>
                    </a:lnTo>
                    <a:lnTo>
                      <a:pt x="898789" y="3536365"/>
                    </a:lnTo>
                    <a:cubicBezTo>
                      <a:pt x="943509" y="3536365"/>
                      <a:pt x="989286" y="3537419"/>
                      <a:pt x="1036068" y="3539576"/>
                    </a:cubicBezTo>
                    <a:lnTo>
                      <a:pt x="1052989" y="3540343"/>
                    </a:lnTo>
                    <a:lnTo>
                      <a:pt x="1063149" y="3540871"/>
                    </a:lnTo>
                    <a:cubicBezTo>
                      <a:pt x="1090568" y="3542309"/>
                      <a:pt x="1118320" y="3544083"/>
                      <a:pt x="1146361" y="3546143"/>
                    </a:cubicBezTo>
                    <a:lnTo>
                      <a:pt x="1147128" y="3546143"/>
                    </a:lnTo>
                    <a:lnTo>
                      <a:pt x="1172149" y="3548060"/>
                    </a:lnTo>
                    <a:cubicBezTo>
                      <a:pt x="1214378" y="3551415"/>
                      <a:pt x="1257278" y="3555441"/>
                      <a:pt x="1300609" y="3560139"/>
                    </a:cubicBezTo>
                    <a:lnTo>
                      <a:pt x="1310196" y="3561194"/>
                    </a:lnTo>
                    <a:lnTo>
                      <a:pt x="1325630" y="3562872"/>
                    </a:lnTo>
                    <a:cubicBezTo>
                      <a:pt x="1415936" y="3573033"/>
                      <a:pt x="1508351" y="3585736"/>
                      <a:pt x="1602060" y="3600451"/>
                    </a:cubicBezTo>
                    <a:cubicBezTo>
                      <a:pt x="1967643" y="3657971"/>
                      <a:pt x="2174425" y="3500175"/>
                      <a:pt x="2360645" y="3290805"/>
                    </a:cubicBezTo>
                    <a:lnTo>
                      <a:pt x="2366587" y="3284095"/>
                    </a:lnTo>
                    <a:lnTo>
                      <a:pt x="2376175" y="3273214"/>
                    </a:lnTo>
                    <a:cubicBezTo>
                      <a:pt x="2391608" y="3255526"/>
                      <a:pt x="2406947" y="3237551"/>
                      <a:pt x="2422189" y="3219290"/>
                    </a:cubicBezTo>
                    <a:cubicBezTo>
                      <a:pt x="2456318" y="3178547"/>
                      <a:pt x="2490301" y="3136606"/>
                      <a:pt x="2525053" y="3094664"/>
                    </a:cubicBezTo>
                    <a:cubicBezTo>
                      <a:pt x="2589284" y="3016869"/>
                      <a:pt x="2656006" y="2938691"/>
                      <a:pt x="2730781" y="2866936"/>
                    </a:cubicBezTo>
                    <a:cubicBezTo>
                      <a:pt x="2762225" y="2836738"/>
                      <a:pt x="2795155" y="2807690"/>
                      <a:pt x="2829955" y="2780224"/>
                    </a:cubicBezTo>
                    <a:cubicBezTo>
                      <a:pt x="2854543" y="2761051"/>
                      <a:pt x="2880043" y="2742214"/>
                      <a:pt x="2906647" y="2724669"/>
                    </a:cubicBezTo>
                    <a:cubicBezTo>
                      <a:pt x="2910721" y="2721938"/>
                      <a:pt x="2914843" y="2719253"/>
                      <a:pt x="2919013" y="2716618"/>
                    </a:cubicBezTo>
                    <a:cubicBezTo>
                      <a:pt x="2921218" y="2715180"/>
                      <a:pt x="2923423" y="2713742"/>
                      <a:pt x="2925676" y="2712351"/>
                    </a:cubicBezTo>
                    <a:cubicBezTo>
                      <a:pt x="3035585" y="2642849"/>
                      <a:pt x="3158007" y="2595395"/>
                      <a:pt x="3286083" y="2572675"/>
                    </a:cubicBezTo>
                    <a:cubicBezTo>
                      <a:pt x="3681193" y="2500536"/>
                      <a:pt x="4104679" y="2387415"/>
                      <a:pt x="4425830" y="2200333"/>
                    </a:cubicBezTo>
                    <a:cubicBezTo>
                      <a:pt x="4432493" y="2196450"/>
                      <a:pt x="4439107" y="2192520"/>
                      <a:pt x="4445675" y="2188542"/>
                    </a:cubicBezTo>
                    <a:cubicBezTo>
                      <a:pt x="4460293" y="2179818"/>
                      <a:pt x="4474673" y="2170902"/>
                      <a:pt x="4488814" y="2161795"/>
                    </a:cubicBezTo>
                    <a:cubicBezTo>
                      <a:pt x="4495477" y="2157529"/>
                      <a:pt x="4502091" y="2153215"/>
                      <a:pt x="4508659" y="2148805"/>
                    </a:cubicBezTo>
                    <a:cubicBezTo>
                      <a:pt x="4536889" y="2130112"/>
                      <a:pt x="4564067" y="2110699"/>
                      <a:pt x="4590145" y="2090616"/>
                    </a:cubicBezTo>
                    <a:cubicBezTo>
                      <a:pt x="4596855" y="2085438"/>
                      <a:pt x="4603516" y="2080213"/>
                      <a:pt x="4610083" y="2074941"/>
                    </a:cubicBezTo>
                    <a:cubicBezTo>
                      <a:pt x="4625469" y="2062623"/>
                      <a:pt x="4640425" y="2050015"/>
                      <a:pt x="4654997" y="2037218"/>
                    </a:cubicBezTo>
                    <a:cubicBezTo>
                      <a:pt x="4660700" y="2032184"/>
                      <a:pt x="4666357" y="2027105"/>
                      <a:pt x="4671869" y="2021976"/>
                    </a:cubicBezTo>
                    <a:cubicBezTo>
                      <a:pt x="4824248" y="1882059"/>
                      <a:pt x="4925913" y="1711707"/>
                      <a:pt x="4947579" y="1503773"/>
                    </a:cubicBezTo>
                    <a:cubicBezTo>
                      <a:pt x="4948681" y="1493468"/>
                      <a:pt x="4949591" y="1483067"/>
                      <a:pt x="4950263" y="1472568"/>
                    </a:cubicBezTo>
                    <a:cubicBezTo>
                      <a:pt x="4952180" y="1442563"/>
                      <a:pt x="4952515" y="1412509"/>
                      <a:pt x="4951270" y="1382455"/>
                    </a:cubicBezTo>
                    <a:cubicBezTo>
                      <a:pt x="4950935" y="1374162"/>
                      <a:pt x="4950502" y="1365822"/>
                      <a:pt x="4949880" y="1357386"/>
                    </a:cubicBezTo>
                    <a:cubicBezTo>
                      <a:pt x="4948251" y="1333515"/>
                      <a:pt x="4945613" y="1309215"/>
                      <a:pt x="4942017" y="1284433"/>
                    </a:cubicBezTo>
                    <a:cubicBezTo>
                      <a:pt x="4940820" y="1276332"/>
                      <a:pt x="4939525" y="1268136"/>
                      <a:pt x="4938088" y="1259891"/>
                    </a:cubicBezTo>
                    <a:cubicBezTo>
                      <a:pt x="4936602" y="1250927"/>
                      <a:pt x="4934924" y="1241917"/>
                      <a:pt x="4933295" y="1232857"/>
                    </a:cubicBezTo>
                    <a:cubicBezTo>
                      <a:pt x="4919730" y="1164984"/>
                      <a:pt x="4912347" y="1095961"/>
                      <a:pt x="4911245" y="1026746"/>
                    </a:cubicBezTo>
                    <a:cubicBezTo>
                      <a:pt x="4910957" y="1005799"/>
                      <a:pt x="4911295" y="985188"/>
                      <a:pt x="4912301" y="964816"/>
                    </a:cubicBezTo>
                    <a:cubicBezTo>
                      <a:pt x="4916614" y="867896"/>
                      <a:pt x="4935643" y="772223"/>
                      <a:pt x="4968861" y="681054"/>
                    </a:cubicBezTo>
                    <a:cubicBezTo>
                      <a:pt x="4971687" y="673336"/>
                      <a:pt x="4974565" y="665717"/>
                      <a:pt x="4977633" y="658142"/>
                    </a:cubicBezTo>
                    <a:cubicBezTo>
                      <a:pt x="4996421" y="610546"/>
                      <a:pt x="5019047" y="564529"/>
                      <a:pt x="5045265" y="520575"/>
                    </a:cubicBezTo>
                    <a:cubicBezTo>
                      <a:pt x="5049101" y="514104"/>
                      <a:pt x="5052981" y="507777"/>
                      <a:pt x="5056960" y="501402"/>
                    </a:cubicBezTo>
                    <a:cubicBezTo>
                      <a:pt x="5085336" y="456153"/>
                      <a:pt x="5117165" y="413109"/>
                      <a:pt x="5152203" y="372799"/>
                    </a:cubicBezTo>
                    <a:cubicBezTo>
                      <a:pt x="5157332" y="366806"/>
                      <a:pt x="5162605" y="360910"/>
                      <a:pt x="5167878" y="355063"/>
                    </a:cubicBezTo>
                    <a:cubicBezTo>
                      <a:pt x="5171281" y="351325"/>
                      <a:pt x="5174684" y="347585"/>
                      <a:pt x="5178183" y="343846"/>
                    </a:cubicBezTo>
                    <a:lnTo>
                      <a:pt x="5179718" y="342169"/>
                    </a:lnTo>
                    <a:cubicBezTo>
                      <a:pt x="5184655" y="336896"/>
                      <a:pt x="5189639" y="331720"/>
                      <a:pt x="5194575" y="326591"/>
                    </a:cubicBezTo>
                    <a:lnTo>
                      <a:pt x="5204163" y="316717"/>
                    </a:lnTo>
                    <a:cubicBezTo>
                      <a:pt x="5208621" y="312212"/>
                      <a:pt x="5213126" y="307801"/>
                      <a:pt x="5217632" y="303440"/>
                    </a:cubicBezTo>
                    <a:cubicBezTo>
                      <a:pt x="5232491" y="288916"/>
                      <a:pt x="5247685" y="274871"/>
                      <a:pt x="5263263" y="261307"/>
                    </a:cubicBezTo>
                    <a:cubicBezTo>
                      <a:pt x="5285793" y="241654"/>
                      <a:pt x="5308849" y="223008"/>
                      <a:pt x="5332432" y="205321"/>
                    </a:cubicBezTo>
                    <a:cubicBezTo>
                      <a:pt x="5338183" y="200910"/>
                      <a:pt x="5343985" y="196645"/>
                      <a:pt x="5349831" y="192475"/>
                    </a:cubicBezTo>
                    <a:cubicBezTo>
                      <a:pt x="5401934" y="154751"/>
                      <a:pt x="5456816" y="121103"/>
                      <a:pt x="5514097" y="91817"/>
                    </a:cubicBezTo>
                    <a:cubicBezTo>
                      <a:pt x="5520664" y="88412"/>
                      <a:pt x="5527231" y="85105"/>
                      <a:pt x="5533797" y="81894"/>
                    </a:cubicBezTo>
                    <a:cubicBezTo>
                      <a:pt x="5583504" y="57497"/>
                      <a:pt x="5633198" y="37125"/>
                      <a:pt x="5681616" y="20912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 rot="10800000">
                <a:off x="0" y="2218"/>
                <a:ext cx="3558454" cy="2459955"/>
              </a:xfrm>
              <a:custGeom>
                <a:avLst/>
                <a:gdLst/>
                <a:ahLst/>
                <a:cxnLst/>
                <a:rect l="l" t="t" r="r" b="b"/>
                <a:pathLst>
                  <a:path w="5762957" h="4025328">
                    <a:moveTo>
                      <a:pt x="5762957" y="0"/>
                    </a:moveTo>
                    <a:lnTo>
                      <a:pt x="5762957" y="3800746"/>
                    </a:lnTo>
                    <a:lnTo>
                      <a:pt x="5750980" y="4025328"/>
                    </a:lnTo>
                    <a:lnTo>
                      <a:pt x="0" y="4025328"/>
                    </a:lnTo>
                    <a:cubicBezTo>
                      <a:pt x="8149" y="3974854"/>
                      <a:pt x="23535" y="3925771"/>
                      <a:pt x="45680" y="3879660"/>
                    </a:cubicBezTo>
                    <a:cubicBezTo>
                      <a:pt x="50857" y="3868970"/>
                      <a:pt x="56417" y="3858569"/>
                      <a:pt x="62265" y="3848504"/>
                    </a:cubicBezTo>
                    <a:cubicBezTo>
                      <a:pt x="71420" y="3832829"/>
                      <a:pt x="81438" y="3817682"/>
                      <a:pt x="92367" y="3803159"/>
                    </a:cubicBezTo>
                    <a:cubicBezTo>
                      <a:pt x="95387" y="3799085"/>
                      <a:pt x="98501" y="3795106"/>
                      <a:pt x="101666" y="3791175"/>
                    </a:cubicBezTo>
                    <a:cubicBezTo>
                      <a:pt x="102912" y="3789594"/>
                      <a:pt x="104207" y="3788012"/>
                      <a:pt x="105501" y="3786382"/>
                    </a:cubicBezTo>
                    <a:cubicBezTo>
                      <a:pt x="160767" y="3719276"/>
                      <a:pt x="234344" y="3667844"/>
                      <a:pt x="322923" y="3629449"/>
                    </a:cubicBezTo>
                    <a:cubicBezTo>
                      <a:pt x="336872" y="3623410"/>
                      <a:pt x="351251" y="3617707"/>
                      <a:pt x="366063" y="3612339"/>
                    </a:cubicBezTo>
                    <a:lnTo>
                      <a:pt x="372198" y="3610086"/>
                    </a:lnTo>
                    <a:cubicBezTo>
                      <a:pt x="510868" y="3560235"/>
                      <a:pt x="680838" y="3538187"/>
                      <a:pt x="871036" y="3536365"/>
                    </a:cubicBezTo>
                    <a:lnTo>
                      <a:pt x="880622" y="3536365"/>
                    </a:lnTo>
                    <a:lnTo>
                      <a:pt x="898789" y="3536365"/>
                    </a:lnTo>
                    <a:cubicBezTo>
                      <a:pt x="943509" y="3536365"/>
                      <a:pt x="989286" y="3537419"/>
                      <a:pt x="1036068" y="3539576"/>
                    </a:cubicBezTo>
                    <a:lnTo>
                      <a:pt x="1052989" y="3540343"/>
                    </a:lnTo>
                    <a:lnTo>
                      <a:pt x="1063149" y="3540871"/>
                    </a:lnTo>
                    <a:cubicBezTo>
                      <a:pt x="1090568" y="3542309"/>
                      <a:pt x="1118320" y="3544083"/>
                      <a:pt x="1146361" y="3546143"/>
                    </a:cubicBezTo>
                    <a:lnTo>
                      <a:pt x="1147128" y="3546143"/>
                    </a:lnTo>
                    <a:lnTo>
                      <a:pt x="1172149" y="3548060"/>
                    </a:lnTo>
                    <a:cubicBezTo>
                      <a:pt x="1214378" y="3551415"/>
                      <a:pt x="1257278" y="3555441"/>
                      <a:pt x="1300609" y="3560139"/>
                    </a:cubicBezTo>
                    <a:lnTo>
                      <a:pt x="1310196" y="3561194"/>
                    </a:lnTo>
                    <a:lnTo>
                      <a:pt x="1325630" y="3562872"/>
                    </a:lnTo>
                    <a:cubicBezTo>
                      <a:pt x="1415936" y="3573033"/>
                      <a:pt x="1508351" y="3585736"/>
                      <a:pt x="1602060" y="3600451"/>
                    </a:cubicBezTo>
                    <a:cubicBezTo>
                      <a:pt x="1967643" y="3657971"/>
                      <a:pt x="2174425" y="3500175"/>
                      <a:pt x="2360645" y="3290805"/>
                    </a:cubicBezTo>
                    <a:lnTo>
                      <a:pt x="2366587" y="3284095"/>
                    </a:lnTo>
                    <a:lnTo>
                      <a:pt x="2376175" y="3273214"/>
                    </a:lnTo>
                    <a:cubicBezTo>
                      <a:pt x="2391608" y="3255526"/>
                      <a:pt x="2406947" y="3237551"/>
                      <a:pt x="2422189" y="3219290"/>
                    </a:cubicBezTo>
                    <a:cubicBezTo>
                      <a:pt x="2456318" y="3178547"/>
                      <a:pt x="2490301" y="3136606"/>
                      <a:pt x="2525053" y="3094664"/>
                    </a:cubicBezTo>
                    <a:cubicBezTo>
                      <a:pt x="2589284" y="3016869"/>
                      <a:pt x="2656006" y="2938691"/>
                      <a:pt x="2730781" y="2866936"/>
                    </a:cubicBezTo>
                    <a:cubicBezTo>
                      <a:pt x="2762225" y="2836738"/>
                      <a:pt x="2795155" y="2807690"/>
                      <a:pt x="2829955" y="2780224"/>
                    </a:cubicBezTo>
                    <a:cubicBezTo>
                      <a:pt x="2854543" y="2761051"/>
                      <a:pt x="2880043" y="2742214"/>
                      <a:pt x="2906647" y="2724669"/>
                    </a:cubicBezTo>
                    <a:cubicBezTo>
                      <a:pt x="2910721" y="2721938"/>
                      <a:pt x="2914843" y="2719253"/>
                      <a:pt x="2919013" y="2716618"/>
                    </a:cubicBezTo>
                    <a:cubicBezTo>
                      <a:pt x="2921218" y="2715180"/>
                      <a:pt x="2923423" y="2713742"/>
                      <a:pt x="2925676" y="2712351"/>
                    </a:cubicBezTo>
                    <a:cubicBezTo>
                      <a:pt x="3035585" y="2642849"/>
                      <a:pt x="3158007" y="2595395"/>
                      <a:pt x="3286083" y="2572675"/>
                    </a:cubicBezTo>
                    <a:cubicBezTo>
                      <a:pt x="3681193" y="2500536"/>
                      <a:pt x="4104679" y="2387415"/>
                      <a:pt x="4425830" y="2200333"/>
                    </a:cubicBezTo>
                    <a:cubicBezTo>
                      <a:pt x="4432493" y="2196450"/>
                      <a:pt x="4439107" y="2192520"/>
                      <a:pt x="4445675" y="2188542"/>
                    </a:cubicBezTo>
                    <a:cubicBezTo>
                      <a:pt x="4460293" y="2179818"/>
                      <a:pt x="4474673" y="2170902"/>
                      <a:pt x="4488814" y="2161795"/>
                    </a:cubicBezTo>
                    <a:cubicBezTo>
                      <a:pt x="4495477" y="2157529"/>
                      <a:pt x="4502091" y="2153215"/>
                      <a:pt x="4508659" y="2148805"/>
                    </a:cubicBezTo>
                    <a:cubicBezTo>
                      <a:pt x="4536889" y="2130112"/>
                      <a:pt x="4564067" y="2110699"/>
                      <a:pt x="4590145" y="2090616"/>
                    </a:cubicBezTo>
                    <a:cubicBezTo>
                      <a:pt x="4596855" y="2085438"/>
                      <a:pt x="4603516" y="2080213"/>
                      <a:pt x="4610083" y="2074941"/>
                    </a:cubicBezTo>
                    <a:cubicBezTo>
                      <a:pt x="4625469" y="2062623"/>
                      <a:pt x="4640425" y="2050015"/>
                      <a:pt x="4654997" y="2037218"/>
                    </a:cubicBezTo>
                    <a:cubicBezTo>
                      <a:pt x="4660700" y="2032184"/>
                      <a:pt x="4666357" y="2027105"/>
                      <a:pt x="4671869" y="2021976"/>
                    </a:cubicBezTo>
                    <a:cubicBezTo>
                      <a:pt x="4824248" y="1882059"/>
                      <a:pt x="4925913" y="1711707"/>
                      <a:pt x="4947579" y="1503773"/>
                    </a:cubicBezTo>
                    <a:cubicBezTo>
                      <a:pt x="4948681" y="1493468"/>
                      <a:pt x="4949591" y="1483067"/>
                      <a:pt x="4950263" y="1472568"/>
                    </a:cubicBezTo>
                    <a:cubicBezTo>
                      <a:pt x="4952180" y="1442563"/>
                      <a:pt x="4952515" y="1412509"/>
                      <a:pt x="4951270" y="1382455"/>
                    </a:cubicBezTo>
                    <a:cubicBezTo>
                      <a:pt x="4950935" y="1374162"/>
                      <a:pt x="4950502" y="1365822"/>
                      <a:pt x="4949880" y="1357386"/>
                    </a:cubicBezTo>
                    <a:cubicBezTo>
                      <a:pt x="4948251" y="1333515"/>
                      <a:pt x="4945613" y="1309215"/>
                      <a:pt x="4942017" y="1284433"/>
                    </a:cubicBezTo>
                    <a:cubicBezTo>
                      <a:pt x="4940820" y="1276332"/>
                      <a:pt x="4939525" y="1268136"/>
                      <a:pt x="4938088" y="1259891"/>
                    </a:cubicBezTo>
                    <a:cubicBezTo>
                      <a:pt x="4936602" y="1250927"/>
                      <a:pt x="4934924" y="1241917"/>
                      <a:pt x="4933295" y="1232857"/>
                    </a:cubicBezTo>
                    <a:cubicBezTo>
                      <a:pt x="4919730" y="1164984"/>
                      <a:pt x="4912347" y="1095961"/>
                      <a:pt x="4911245" y="1026746"/>
                    </a:cubicBezTo>
                    <a:cubicBezTo>
                      <a:pt x="4910957" y="1005799"/>
                      <a:pt x="4911295" y="985188"/>
                      <a:pt x="4912301" y="964816"/>
                    </a:cubicBezTo>
                    <a:cubicBezTo>
                      <a:pt x="4916614" y="867896"/>
                      <a:pt x="4935643" y="772223"/>
                      <a:pt x="4968861" y="681054"/>
                    </a:cubicBezTo>
                    <a:cubicBezTo>
                      <a:pt x="4971687" y="673336"/>
                      <a:pt x="4974565" y="665717"/>
                      <a:pt x="4977633" y="658142"/>
                    </a:cubicBezTo>
                    <a:cubicBezTo>
                      <a:pt x="4996421" y="610546"/>
                      <a:pt x="5019047" y="564529"/>
                      <a:pt x="5045265" y="520575"/>
                    </a:cubicBezTo>
                    <a:cubicBezTo>
                      <a:pt x="5049101" y="514104"/>
                      <a:pt x="5052981" y="507777"/>
                      <a:pt x="5056960" y="501402"/>
                    </a:cubicBezTo>
                    <a:cubicBezTo>
                      <a:pt x="5085336" y="456153"/>
                      <a:pt x="5117165" y="413109"/>
                      <a:pt x="5152203" y="372799"/>
                    </a:cubicBezTo>
                    <a:cubicBezTo>
                      <a:pt x="5157332" y="366806"/>
                      <a:pt x="5162605" y="360910"/>
                      <a:pt x="5167878" y="355063"/>
                    </a:cubicBezTo>
                    <a:cubicBezTo>
                      <a:pt x="5171281" y="351325"/>
                      <a:pt x="5174684" y="347585"/>
                      <a:pt x="5178183" y="343846"/>
                    </a:cubicBezTo>
                    <a:lnTo>
                      <a:pt x="5179718" y="342169"/>
                    </a:lnTo>
                    <a:cubicBezTo>
                      <a:pt x="5184655" y="336896"/>
                      <a:pt x="5189639" y="331720"/>
                      <a:pt x="5194575" y="326591"/>
                    </a:cubicBezTo>
                    <a:lnTo>
                      <a:pt x="5204163" y="316717"/>
                    </a:lnTo>
                    <a:cubicBezTo>
                      <a:pt x="5208621" y="312212"/>
                      <a:pt x="5213126" y="307801"/>
                      <a:pt x="5217632" y="303440"/>
                    </a:cubicBezTo>
                    <a:cubicBezTo>
                      <a:pt x="5232491" y="288916"/>
                      <a:pt x="5247685" y="274871"/>
                      <a:pt x="5263263" y="261307"/>
                    </a:cubicBezTo>
                    <a:cubicBezTo>
                      <a:pt x="5285793" y="241654"/>
                      <a:pt x="5308849" y="223008"/>
                      <a:pt x="5332432" y="205321"/>
                    </a:cubicBezTo>
                    <a:cubicBezTo>
                      <a:pt x="5338183" y="200910"/>
                      <a:pt x="5343985" y="196645"/>
                      <a:pt x="5349831" y="192475"/>
                    </a:cubicBezTo>
                    <a:cubicBezTo>
                      <a:pt x="5401934" y="154751"/>
                      <a:pt x="5456816" y="121103"/>
                      <a:pt x="5514097" y="91817"/>
                    </a:cubicBezTo>
                    <a:cubicBezTo>
                      <a:pt x="5520664" y="88412"/>
                      <a:pt x="5527231" y="85105"/>
                      <a:pt x="5533797" y="81894"/>
                    </a:cubicBezTo>
                    <a:cubicBezTo>
                      <a:pt x="5583504" y="57497"/>
                      <a:pt x="5633198" y="37125"/>
                      <a:pt x="5681616" y="20912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159391" y="2426215"/>
              <a:ext cx="4917309" cy="4257795"/>
              <a:chOff x="2139828" y="-21"/>
              <a:chExt cx="7916499" cy="6854731"/>
            </a:xfrm>
          </p:grpSpPr>
          <p:grpSp>
            <p:nvGrpSpPr>
              <p:cNvPr id="7" name="Group 7"/>
              <p:cNvGrpSpPr/>
              <p:nvPr/>
            </p:nvGrpSpPr>
            <p:grpSpPr>
              <a:xfrm>
                <a:off x="2550578" y="196700"/>
                <a:ext cx="7289915" cy="6168597"/>
                <a:chOff x="2550578" y="196700"/>
                <a:chExt cx="7289915" cy="6168597"/>
              </a:xfrm>
              <a:solidFill>
                <a:srgbClr val="FFE6C7">
                  <a:alpha val="100000"/>
                </a:srgbClr>
              </a:solidFill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2550578" y="1432324"/>
                  <a:ext cx="5034624" cy="4932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4624" h="4932973">
                      <a:moveTo>
                        <a:pt x="4762738" y="3604468"/>
                      </a:moveTo>
                      <a:cubicBezTo>
                        <a:pt x="4686398" y="3755209"/>
                        <a:pt x="4081831" y="3556470"/>
                        <a:pt x="3978243" y="3681230"/>
                      </a:cubicBezTo>
                      <a:cubicBezTo>
                        <a:pt x="3871367" y="3810039"/>
                        <a:pt x="4176729" y="4367284"/>
                        <a:pt x="4046739" y="4466568"/>
                      </a:cubicBezTo>
                      <a:cubicBezTo>
                        <a:pt x="3914641" y="4567456"/>
                        <a:pt x="3456512" y="4125946"/>
                        <a:pt x="3306784" y="4194273"/>
                      </a:cubicBezTo>
                      <a:cubicBezTo>
                        <a:pt x="3156380" y="4262853"/>
                        <a:pt x="3189616" y="4898041"/>
                        <a:pt x="3027740" y="4931613"/>
                      </a:cubicBezTo>
                      <a:cubicBezTo>
                        <a:pt x="2866623" y="4965102"/>
                        <a:pt x="2644687" y="4369393"/>
                        <a:pt x="2478509" y="4366103"/>
                      </a:cubicBezTo>
                      <a:cubicBezTo>
                        <a:pt x="2315031" y="4362897"/>
                        <a:pt x="2069476" y="4949918"/>
                        <a:pt x="1907178" y="4909260"/>
                      </a:cubicBezTo>
                      <a:cubicBezTo>
                        <a:pt x="1749942" y="4869866"/>
                        <a:pt x="1809327" y="4237209"/>
                        <a:pt x="1658670" y="4160869"/>
                      </a:cubicBezTo>
                      <a:cubicBezTo>
                        <a:pt x="1507929" y="4084528"/>
                        <a:pt x="1032931" y="4506468"/>
                        <a:pt x="908171" y="4402965"/>
                      </a:cubicBezTo>
                      <a:cubicBezTo>
                        <a:pt x="779362" y="4296089"/>
                        <a:pt x="1107584" y="3750991"/>
                        <a:pt x="1008299" y="3621001"/>
                      </a:cubicBezTo>
                      <a:cubicBezTo>
                        <a:pt x="907412" y="3488903"/>
                        <a:pt x="295759" y="3662166"/>
                        <a:pt x="227516" y="3512438"/>
                      </a:cubicBezTo>
                      <a:cubicBezTo>
                        <a:pt x="158936" y="3362034"/>
                        <a:pt x="690790" y="3013229"/>
                        <a:pt x="657132" y="2851353"/>
                      </a:cubicBezTo>
                      <a:cubicBezTo>
                        <a:pt x="623644" y="2690237"/>
                        <a:pt x="-3277" y="2581841"/>
                        <a:pt x="13" y="2415664"/>
                      </a:cubicBezTo>
                      <a:cubicBezTo>
                        <a:pt x="3218" y="2252185"/>
                        <a:pt x="633176" y="2168928"/>
                        <a:pt x="673835" y="2006546"/>
                      </a:cubicBezTo>
                      <a:cubicBezTo>
                        <a:pt x="713228" y="1849309"/>
                        <a:pt x="195462" y="1479247"/>
                        <a:pt x="271887" y="1328506"/>
                      </a:cubicBezTo>
                      <a:cubicBezTo>
                        <a:pt x="348227" y="1177765"/>
                        <a:pt x="952878" y="1376504"/>
                        <a:pt x="1056381" y="1251744"/>
                      </a:cubicBezTo>
                      <a:cubicBezTo>
                        <a:pt x="1163258" y="1122935"/>
                        <a:pt x="857896" y="565691"/>
                        <a:pt x="987885" y="466406"/>
                      </a:cubicBezTo>
                      <a:cubicBezTo>
                        <a:pt x="1119984" y="365518"/>
                        <a:pt x="1578112" y="807028"/>
                        <a:pt x="1727841" y="738701"/>
                      </a:cubicBezTo>
                      <a:cubicBezTo>
                        <a:pt x="1878244" y="670121"/>
                        <a:pt x="1845009" y="34934"/>
                        <a:pt x="2006885" y="1361"/>
                      </a:cubicBezTo>
                      <a:cubicBezTo>
                        <a:pt x="2168001" y="-32128"/>
                        <a:pt x="2389937" y="563582"/>
                        <a:pt x="2556115" y="566872"/>
                      </a:cubicBezTo>
                      <a:cubicBezTo>
                        <a:pt x="2719594" y="570077"/>
                        <a:pt x="2965149" y="-16944"/>
                        <a:pt x="3127447" y="23715"/>
                      </a:cubicBezTo>
                      <a:cubicBezTo>
                        <a:pt x="3284683" y="63108"/>
                        <a:pt x="3225297" y="695765"/>
                        <a:pt x="3375954" y="772105"/>
                      </a:cubicBezTo>
                      <a:cubicBezTo>
                        <a:pt x="3526695" y="848446"/>
                        <a:pt x="4001694" y="426506"/>
                        <a:pt x="4126454" y="530009"/>
                      </a:cubicBezTo>
                      <a:cubicBezTo>
                        <a:pt x="4255263" y="636886"/>
                        <a:pt x="3927040" y="1181983"/>
                        <a:pt x="4026325" y="1311973"/>
                      </a:cubicBezTo>
                      <a:cubicBezTo>
                        <a:pt x="4127213" y="1444071"/>
                        <a:pt x="4738866" y="1270808"/>
                        <a:pt x="4807108" y="1420537"/>
                      </a:cubicBezTo>
                      <a:cubicBezTo>
                        <a:pt x="4875688" y="1570940"/>
                        <a:pt x="4343835" y="1919745"/>
                        <a:pt x="4377492" y="2081621"/>
                      </a:cubicBezTo>
                      <a:cubicBezTo>
                        <a:pt x="4410981" y="2242738"/>
                        <a:pt x="5037902" y="2351133"/>
                        <a:pt x="5034612" y="2517311"/>
                      </a:cubicBezTo>
                      <a:cubicBezTo>
                        <a:pt x="5031406" y="2680789"/>
                        <a:pt x="4401449" y="2764047"/>
                        <a:pt x="4360790" y="2926428"/>
                      </a:cubicBezTo>
                      <a:cubicBezTo>
                        <a:pt x="4321397" y="3083665"/>
                        <a:pt x="4839163" y="3453727"/>
                        <a:pt x="4762738" y="3604468"/>
                      </a:cubicBezTo>
                      <a:close/>
                    </a:path>
                  </a:pathLst>
                </a:custGeom>
                <a:solidFill>
                  <a:srgbClr val="FFD05C">
                    <a:alpha val="100000"/>
                    <a:lumMod val="60000"/>
                    <a:lumOff val="4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7317862" y="196700"/>
                  <a:ext cx="2522631" cy="2472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2631" h="2472099">
                      <a:moveTo>
                        <a:pt x="1507167" y="2472099"/>
                      </a:moveTo>
                      <a:cubicBezTo>
                        <a:pt x="1458831" y="2472099"/>
                        <a:pt x="1411340" y="2400567"/>
                        <a:pt x="1361233" y="2325070"/>
                      </a:cubicBezTo>
                      <a:cubicBezTo>
                        <a:pt x="1322009" y="2265938"/>
                        <a:pt x="1273168" y="2192381"/>
                        <a:pt x="1241788" y="2191790"/>
                      </a:cubicBezTo>
                      <a:cubicBezTo>
                        <a:pt x="1241619" y="2191790"/>
                        <a:pt x="1241535" y="2191790"/>
                        <a:pt x="1241451" y="2191790"/>
                      </a:cubicBezTo>
                      <a:cubicBezTo>
                        <a:pt x="1211083" y="2191790"/>
                        <a:pt x="1160302" y="2262057"/>
                        <a:pt x="1119474" y="2318575"/>
                      </a:cubicBezTo>
                      <a:cubicBezTo>
                        <a:pt x="1062114" y="2397952"/>
                        <a:pt x="1007958" y="2473027"/>
                        <a:pt x="955574" y="2459868"/>
                      </a:cubicBezTo>
                      <a:cubicBezTo>
                        <a:pt x="905130" y="2447215"/>
                        <a:pt x="893490" y="2361848"/>
                        <a:pt x="879908" y="2262901"/>
                      </a:cubicBezTo>
                      <a:cubicBezTo>
                        <a:pt x="870208" y="2191706"/>
                        <a:pt x="858061" y="2103134"/>
                        <a:pt x="829212" y="2088541"/>
                      </a:cubicBezTo>
                      <a:cubicBezTo>
                        <a:pt x="800362" y="2073947"/>
                        <a:pt x="721744" y="2116546"/>
                        <a:pt x="658563" y="2150794"/>
                      </a:cubicBezTo>
                      <a:cubicBezTo>
                        <a:pt x="570750" y="2198370"/>
                        <a:pt x="495000" y="2239450"/>
                        <a:pt x="455016" y="2206299"/>
                      </a:cubicBezTo>
                      <a:cubicBezTo>
                        <a:pt x="413429" y="2171798"/>
                        <a:pt x="441941" y="2083817"/>
                        <a:pt x="472056" y="1990605"/>
                      </a:cubicBezTo>
                      <a:cubicBezTo>
                        <a:pt x="493566" y="1923965"/>
                        <a:pt x="520390" y="1841045"/>
                        <a:pt x="502001" y="1816920"/>
                      </a:cubicBezTo>
                      <a:cubicBezTo>
                        <a:pt x="483021" y="1792035"/>
                        <a:pt x="394787" y="1796169"/>
                        <a:pt x="323929" y="1799459"/>
                      </a:cubicBezTo>
                      <a:cubicBezTo>
                        <a:pt x="227259" y="1804014"/>
                        <a:pt x="135988" y="1808231"/>
                        <a:pt x="114056" y="1760065"/>
                      </a:cubicBezTo>
                      <a:cubicBezTo>
                        <a:pt x="91955" y="1711646"/>
                        <a:pt x="155221" y="1645259"/>
                        <a:pt x="222198" y="1574992"/>
                      </a:cubicBezTo>
                      <a:cubicBezTo>
                        <a:pt x="270955" y="1523789"/>
                        <a:pt x="331690" y="1460101"/>
                        <a:pt x="325363" y="1429734"/>
                      </a:cubicBezTo>
                      <a:cubicBezTo>
                        <a:pt x="319121" y="1399620"/>
                        <a:pt x="238394" y="1365456"/>
                        <a:pt x="173526" y="1338041"/>
                      </a:cubicBezTo>
                      <a:cubicBezTo>
                        <a:pt x="83773" y="1300081"/>
                        <a:pt x="-1003" y="1264146"/>
                        <a:pt x="9" y="1210666"/>
                      </a:cubicBezTo>
                      <a:cubicBezTo>
                        <a:pt x="1021" y="1158113"/>
                        <a:pt x="82254" y="1127493"/>
                        <a:pt x="176225" y="1092064"/>
                      </a:cubicBezTo>
                      <a:cubicBezTo>
                        <a:pt x="242950" y="1066926"/>
                        <a:pt x="325954" y="1035547"/>
                        <a:pt x="333714" y="1004757"/>
                      </a:cubicBezTo>
                      <a:cubicBezTo>
                        <a:pt x="340969" y="975824"/>
                        <a:pt x="283861" y="910787"/>
                        <a:pt x="237972" y="858571"/>
                      </a:cubicBezTo>
                      <a:cubicBezTo>
                        <a:pt x="172935" y="784593"/>
                        <a:pt x="111526" y="714663"/>
                        <a:pt x="136241" y="665991"/>
                      </a:cubicBezTo>
                      <a:cubicBezTo>
                        <a:pt x="160957" y="617318"/>
                        <a:pt x="253578" y="625501"/>
                        <a:pt x="351682" y="634189"/>
                      </a:cubicBezTo>
                      <a:cubicBezTo>
                        <a:pt x="420937" y="640347"/>
                        <a:pt x="507147" y="647939"/>
                        <a:pt x="526126" y="624994"/>
                      </a:cubicBezTo>
                      <a:cubicBezTo>
                        <a:pt x="546456" y="600532"/>
                        <a:pt x="522584" y="515081"/>
                        <a:pt x="503436" y="446332"/>
                      </a:cubicBezTo>
                      <a:cubicBezTo>
                        <a:pt x="476442" y="349578"/>
                        <a:pt x="453160" y="265898"/>
                        <a:pt x="494916" y="234012"/>
                      </a:cubicBezTo>
                      <a:cubicBezTo>
                        <a:pt x="537430" y="201536"/>
                        <a:pt x="616554" y="248690"/>
                        <a:pt x="700234" y="298628"/>
                      </a:cubicBezTo>
                      <a:cubicBezTo>
                        <a:pt x="760716" y="334731"/>
                        <a:pt x="835960" y="379524"/>
                        <a:pt x="863966" y="366786"/>
                      </a:cubicBezTo>
                      <a:cubicBezTo>
                        <a:pt x="892224" y="353880"/>
                        <a:pt x="907661" y="267332"/>
                        <a:pt x="920145" y="197740"/>
                      </a:cubicBezTo>
                      <a:cubicBezTo>
                        <a:pt x="937185" y="102167"/>
                        <a:pt x="953381" y="11908"/>
                        <a:pt x="1005427" y="1026"/>
                      </a:cubicBezTo>
                      <a:cubicBezTo>
                        <a:pt x="1057221" y="-9771"/>
                        <a:pt x="1107749" y="66401"/>
                        <a:pt x="1161314" y="147043"/>
                      </a:cubicBezTo>
                      <a:cubicBezTo>
                        <a:pt x="1200539" y="206176"/>
                        <a:pt x="1249380" y="279732"/>
                        <a:pt x="1280760" y="280323"/>
                      </a:cubicBezTo>
                      <a:cubicBezTo>
                        <a:pt x="1280929" y="280323"/>
                        <a:pt x="1281013" y="280323"/>
                        <a:pt x="1281181" y="280323"/>
                      </a:cubicBezTo>
                      <a:cubicBezTo>
                        <a:pt x="1311549" y="280323"/>
                        <a:pt x="1362330" y="210056"/>
                        <a:pt x="1403158" y="153539"/>
                      </a:cubicBezTo>
                      <a:cubicBezTo>
                        <a:pt x="1460519" y="74161"/>
                        <a:pt x="1514590" y="-914"/>
                        <a:pt x="1567058" y="12245"/>
                      </a:cubicBezTo>
                      <a:cubicBezTo>
                        <a:pt x="1617502" y="24898"/>
                        <a:pt x="1629143" y="110265"/>
                        <a:pt x="1642724" y="209212"/>
                      </a:cubicBezTo>
                      <a:cubicBezTo>
                        <a:pt x="1652424" y="280407"/>
                        <a:pt x="1664571" y="368979"/>
                        <a:pt x="1693420" y="383573"/>
                      </a:cubicBezTo>
                      <a:cubicBezTo>
                        <a:pt x="1722270" y="398166"/>
                        <a:pt x="1800888" y="355567"/>
                        <a:pt x="1864069" y="321319"/>
                      </a:cubicBezTo>
                      <a:cubicBezTo>
                        <a:pt x="1951882" y="273743"/>
                        <a:pt x="2027632" y="232663"/>
                        <a:pt x="2067616" y="265814"/>
                      </a:cubicBezTo>
                      <a:cubicBezTo>
                        <a:pt x="2109203" y="300315"/>
                        <a:pt x="2080691" y="388296"/>
                        <a:pt x="2050577" y="481508"/>
                      </a:cubicBezTo>
                      <a:cubicBezTo>
                        <a:pt x="2029066" y="548148"/>
                        <a:pt x="2002242" y="631068"/>
                        <a:pt x="2020631" y="655193"/>
                      </a:cubicBezTo>
                      <a:cubicBezTo>
                        <a:pt x="2039695" y="680078"/>
                        <a:pt x="2127845" y="675944"/>
                        <a:pt x="2198703" y="672655"/>
                      </a:cubicBezTo>
                      <a:cubicBezTo>
                        <a:pt x="2295373" y="668099"/>
                        <a:pt x="2386644" y="663882"/>
                        <a:pt x="2408576" y="712048"/>
                      </a:cubicBezTo>
                      <a:cubicBezTo>
                        <a:pt x="2430677" y="760467"/>
                        <a:pt x="2367411" y="826854"/>
                        <a:pt x="2300434" y="897121"/>
                      </a:cubicBezTo>
                      <a:cubicBezTo>
                        <a:pt x="2251677" y="948324"/>
                        <a:pt x="2190942" y="1012012"/>
                        <a:pt x="2197269" y="1042379"/>
                      </a:cubicBezTo>
                      <a:cubicBezTo>
                        <a:pt x="2203511" y="1072494"/>
                        <a:pt x="2284238" y="1106657"/>
                        <a:pt x="2349106" y="1134072"/>
                      </a:cubicBezTo>
                      <a:cubicBezTo>
                        <a:pt x="2438859" y="1172032"/>
                        <a:pt x="2523635" y="1207967"/>
                        <a:pt x="2522623" y="1261447"/>
                      </a:cubicBezTo>
                      <a:cubicBezTo>
                        <a:pt x="2521611" y="1314000"/>
                        <a:pt x="2440378" y="1344620"/>
                        <a:pt x="2346407" y="1380049"/>
                      </a:cubicBezTo>
                      <a:cubicBezTo>
                        <a:pt x="2279683" y="1405187"/>
                        <a:pt x="2196678" y="1436567"/>
                        <a:pt x="2188918" y="1467356"/>
                      </a:cubicBezTo>
                      <a:cubicBezTo>
                        <a:pt x="2181663" y="1496289"/>
                        <a:pt x="2238771" y="1561327"/>
                        <a:pt x="2284660" y="1613542"/>
                      </a:cubicBezTo>
                      <a:cubicBezTo>
                        <a:pt x="2349697" y="1687520"/>
                        <a:pt x="2411107" y="1757450"/>
                        <a:pt x="2386391" y="1806122"/>
                      </a:cubicBezTo>
                      <a:lnTo>
                        <a:pt x="2386391" y="1806122"/>
                      </a:lnTo>
                      <a:cubicBezTo>
                        <a:pt x="2361760" y="1854795"/>
                        <a:pt x="2269054" y="1846613"/>
                        <a:pt x="2170950" y="1837924"/>
                      </a:cubicBezTo>
                      <a:cubicBezTo>
                        <a:pt x="2101695" y="1831766"/>
                        <a:pt x="2015485" y="1824174"/>
                        <a:pt x="1996421" y="1847119"/>
                      </a:cubicBezTo>
                      <a:cubicBezTo>
                        <a:pt x="1976092" y="1871581"/>
                        <a:pt x="1999964" y="1957032"/>
                        <a:pt x="2019113" y="2025781"/>
                      </a:cubicBezTo>
                      <a:cubicBezTo>
                        <a:pt x="2046106" y="2122535"/>
                        <a:pt x="2069387" y="2206215"/>
                        <a:pt x="2027632" y="2238101"/>
                      </a:cubicBezTo>
                      <a:cubicBezTo>
                        <a:pt x="1985118" y="2270577"/>
                        <a:pt x="1905993" y="2223423"/>
                        <a:pt x="1822314" y="2173485"/>
                      </a:cubicBezTo>
                      <a:cubicBezTo>
                        <a:pt x="1761832" y="2137382"/>
                        <a:pt x="1686588" y="2092590"/>
                        <a:pt x="1658582" y="2105327"/>
                      </a:cubicBezTo>
                      <a:cubicBezTo>
                        <a:pt x="1630324" y="2118233"/>
                        <a:pt x="1614887" y="2204781"/>
                        <a:pt x="1602402" y="2274373"/>
                      </a:cubicBezTo>
                      <a:cubicBezTo>
                        <a:pt x="1585363" y="2369946"/>
                        <a:pt x="1569167" y="2460205"/>
                        <a:pt x="1517120" y="2471087"/>
                      </a:cubicBezTo>
                      <a:cubicBezTo>
                        <a:pt x="1513830" y="2471762"/>
                        <a:pt x="1510541" y="2472099"/>
                        <a:pt x="1507251" y="2472099"/>
                      </a:cubicBezTo>
                      <a:close/>
                      <a:moveTo>
                        <a:pt x="1241451" y="2158977"/>
                      </a:moveTo>
                      <a:cubicBezTo>
                        <a:pt x="1241451" y="2158977"/>
                        <a:pt x="1242125" y="2158977"/>
                        <a:pt x="1242463" y="2158977"/>
                      </a:cubicBezTo>
                      <a:cubicBezTo>
                        <a:pt x="1290967" y="2159904"/>
                        <a:pt x="1338374" y="2231352"/>
                        <a:pt x="1388565" y="2306934"/>
                      </a:cubicBezTo>
                      <a:cubicBezTo>
                        <a:pt x="1429476" y="2368512"/>
                        <a:pt x="1480258" y="2445106"/>
                        <a:pt x="1510372" y="2438948"/>
                      </a:cubicBezTo>
                      <a:cubicBezTo>
                        <a:pt x="1540739" y="2432622"/>
                        <a:pt x="1557020" y="2341688"/>
                        <a:pt x="1570010" y="2268637"/>
                      </a:cubicBezTo>
                      <a:cubicBezTo>
                        <a:pt x="1585953" y="2179559"/>
                        <a:pt x="1600969" y="2095458"/>
                        <a:pt x="1644833" y="2075466"/>
                      </a:cubicBezTo>
                      <a:cubicBezTo>
                        <a:pt x="1688444" y="2055558"/>
                        <a:pt x="1761579" y="2099169"/>
                        <a:pt x="1839016" y="2145311"/>
                      </a:cubicBezTo>
                      <a:cubicBezTo>
                        <a:pt x="1903041" y="2183524"/>
                        <a:pt x="1982756" y="2231015"/>
                        <a:pt x="2007640" y="2211951"/>
                      </a:cubicBezTo>
                      <a:cubicBezTo>
                        <a:pt x="2031766" y="2193562"/>
                        <a:pt x="2007134" y="2105412"/>
                        <a:pt x="1987395" y="2034554"/>
                      </a:cubicBezTo>
                      <a:cubicBezTo>
                        <a:pt x="1962932" y="1946741"/>
                        <a:pt x="1939819" y="1863821"/>
                        <a:pt x="1971031" y="1826115"/>
                      </a:cubicBezTo>
                      <a:cubicBezTo>
                        <a:pt x="2001061" y="1789926"/>
                        <a:pt x="2081113" y="1796928"/>
                        <a:pt x="2173650" y="1805195"/>
                      </a:cubicBezTo>
                      <a:cubicBezTo>
                        <a:pt x="2248809" y="1811859"/>
                        <a:pt x="2342274" y="1820125"/>
                        <a:pt x="2356951" y="1791276"/>
                      </a:cubicBezTo>
                      <a:lnTo>
                        <a:pt x="2356951" y="1791276"/>
                      </a:lnTo>
                      <a:cubicBezTo>
                        <a:pt x="2371544" y="1762427"/>
                        <a:pt x="2309629" y="1691907"/>
                        <a:pt x="2259775" y="1635221"/>
                      </a:cubicBezTo>
                      <a:cubicBezTo>
                        <a:pt x="2198449" y="1565376"/>
                        <a:pt x="2145391" y="1505062"/>
                        <a:pt x="2156863" y="1459427"/>
                      </a:cubicBezTo>
                      <a:cubicBezTo>
                        <a:pt x="2168757" y="1411935"/>
                        <a:pt x="2249315" y="1381568"/>
                        <a:pt x="2334597" y="1349344"/>
                      </a:cubicBezTo>
                      <a:cubicBezTo>
                        <a:pt x="2403431" y="1323363"/>
                        <a:pt x="2489050" y="1291056"/>
                        <a:pt x="2489640" y="1260772"/>
                      </a:cubicBezTo>
                      <a:cubicBezTo>
                        <a:pt x="2490231" y="1229477"/>
                        <a:pt x="2404780" y="1193289"/>
                        <a:pt x="2336200" y="1164271"/>
                      </a:cubicBezTo>
                      <a:cubicBezTo>
                        <a:pt x="2253196" y="1129180"/>
                        <a:pt x="2174830" y="1095944"/>
                        <a:pt x="2165045" y="1049043"/>
                      </a:cubicBezTo>
                      <a:cubicBezTo>
                        <a:pt x="2155260" y="1001805"/>
                        <a:pt x="2214140" y="939973"/>
                        <a:pt x="2276561" y="874430"/>
                      </a:cubicBezTo>
                      <a:cubicBezTo>
                        <a:pt x="2327765" y="820696"/>
                        <a:pt x="2391536" y="753803"/>
                        <a:pt x="2378630" y="725629"/>
                      </a:cubicBezTo>
                      <a:cubicBezTo>
                        <a:pt x="2365893" y="697708"/>
                        <a:pt x="2273946" y="702010"/>
                        <a:pt x="2200137" y="705468"/>
                      </a:cubicBezTo>
                      <a:cubicBezTo>
                        <a:pt x="2109456" y="709686"/>
                        <a:pt x="2023921" y="713735"/>
                        <a:pt x="1994397" y="675101"/>
                      </a:cubicBezTo>
                      <a:cubicBezTo>
                        <a:pt x="1965547" y="637310"/>
                        <a:pt x="1990432" y="560463"/>
                        <a:pt x="2019197" y="471385"/>
                      </a:cubicBezTo>
                      <a:cubicBezTo>
                        <a:pt x="2042226" y="400106"/>
                        <a:pt x="2070990" y="311365"/>
                        <a:pt x="2046528" y="291036"/>
                      </a:cubicBezTo>
                      <a:cubicBezTo>
                        <a:pt x="2023583" y="271972"/>
                        <a:pt x="1943700" y="315330"/>
                        <a:pt x="1879590" y="350084"/>
                      </a:cubicBezTo>
                      <a:cubicBezTo>
                        <a:pt x="1798863" y="393864"/>
                        <a:pt x="1722692" y="435113"/>
                        <a:pt x="1678490" y="412759"/>
                      </a:cubicBezTo>
                      <a:cubicBezTo>
                        <a:pt x="1634289" y="390405"/>
                        <a:pt x="1622563" y="304448"/>
                        <a:pt x="1610078" y="213514"/>
                      </a:cubicBezTo>
                      <a:cubicBezTo>
                        <a:pt x="1600209" y="141223"/>
                        <a:pt x="1587894" y="51132"/>
                        <a:pt x="1558960" y="43962"/>
                      </a:cubicBezTo>
                      <a:cubicBezTo>
                        <a:pt x="1528171" y="36202"/>
                        <a:pt x="1473509" y="111868"/>
                        <a:pt x="1429645" y="172603"/>
                      </a:cubicBezTo>
                      <a:cubicBezTo>
                        <a:pt x="1375237" y="247931"/>
                        <a:pt x="1328251" y="313052"/>
                        <a:pt x="1281013" y="313052"/>
                      </a:cubicBezTo>
                      <a:cubicBezTo>
                        <a:pt x="1280675" y="313052"/>
                        <a:pt x="1280338" y="313052"/>
                        <a:pt x="1280001" y="313052"/>
                      </a:cubicBezTo>
                      <a:cubicBezTo>
                        <a:pt x="1231497" y="312124"/>
                        <a:pt x="1184090" y="240676"/>
                        <a:pt x="1133899" y="165095"/>
                      </a:cubicBezTo>
                      <a:cubicBezTo>
                        <a:pt x="1092987" y="103516"/>
                        <a:pt x="1042206" y="26923"/>
                        <a:pt x="1012092" y="33081"/>
                      </a:cubicBezTo>
                      <a:cubicBezTo>
                        <a:pt x="981724" y="39407"/>
                        <a:pt x="965443" y="130341"/>
                        <a:pt x="952453" y="203392"/>
                      </a:cubicBezTo>
                      <a:cubicBezTo>
                        <a:pt x="936510" y="292470"/>
                        <a:pt x="921495" y="376571"/>
                        <a:pt x="877631" y="396563"/>
                      </a:cubicBezTo>
                      <a:cubicBezTo>
                        <a:pt x="834019" y="416471"/>
                        <a:pt x="760884" y="372860"/>
                        <a:pt x="683447" y="326718"/>
                      </a:cubicBezTo>
                      <a:cubicBezTo>
                        <a:pt x="619423" y="288505"/>
                        <a:pt x="539792" y="241014"/>
                        <a:pt x="514823" y="260078"/>
                      </a:cubicBezTo>
                      <a:cubicBezTo>
                        <a:pt x="490698" y="278467"/>
                        <a:pt x="515329" y="366617"/>
                        <a:pt x="535068" y="437475"/>
                      </a:cubicBezTo>
                      <a:cubicBezTo>
                        <a:pt x="559531" y="525288"/>
                        <a:pt x="582644" y="608208"/>
                        <a:pt x="551433" y="645914"/>
                      </a:cubicBezTo>
                      <a:cubicBezTo>
                        <a:pt x="521403" y="682102"/>
                        <a:pt x="441435" y="675101"/>
                        <a:pt x="348814" y="666834"/>
                      </a:cubicBezTo>
                      <a:cubicBezTo>
                        <a:pt x="273654" y="660170"/>
                        <a:pt x="180190" y="651903"/>
                        <a:pt x="165512" y="680753"/>
                      </a:cubicBezTo>
                      <a:cubicBezTo>
                        <a:pt x="150919" y="709602"/>
                        <a:pt x="212835" y="780122"/>
                        <a:pt x="262604" y="836808"/>
                      </a:cubicBezTo>
                      <a:cubicBezTo>
                        <a:pt x="324014" y="906653"/>
                        <a:pt x="376988" y="966966"/>
                        <a:pt x="365516" y="1012602"/>
                      </a:cubicBezTo>
                      <a:cubicBezTo>
                        <a:pt x="353622" y="1060094"/>
                        <a:pt x="273064" y="1090461"/>
                        <a:pt x="187782" y="1122685"/>
                      </a:cubicBezTo>
                      <a:cubicBezTo>
                        <a:pt x="118949" y="1148666"/>
                        <a:pt x="33329" y="1180973"/>
                        <a:pt x="32738" y="1211256"/>
                      </a:cubicBezTo>
                      <a:cubicBezTo>
                        <a:pt x="32148" y="1242552"/>
                        <a:pt x="117599" y="1278740"/>
                        <a:pt x="186179" y="1307758"/>
                      </a:cubicBezTo>
                      <a:cubicBezTo>
                        <a:pt x="269184" y="1342849"/>
                        <a:pt x="347549" y="1376085"/>
                        <a:pt x="357334" y="1422986"/>
                      </a:cubicBezTo>
                      <a:cubicBezTo>
                        <a:pt x="367119" y="1470224"/>
                        <a:pt x="308240" y="1532056"/>
                        <a:pt x="245817" y="1597599"/>
                      </a:cubicBezTo>
                      <a:cubicBezTo>
                        <a:pt x="194614" y="1651333"/>
                        <a:pt x="130842" y="1718225"/>
                        <a:pt x="143749" y="1746484"/>
                      </a:cubicBezTo>
                      <a:cubicBezTo>
                        <a:pt x="156487" y="1774405"/>
                        <a:pt x="248432" y="1770103"/>
                        <a:pt x="322242" y="1766645"/>
                      </a:cubicBezTo>
                      <a:cubicBezTo>
                        <a:pt x="412839" y="1762427"/>
                        <a:pt x="498543" y="1758378"/>
                        <a:pt x="527982" y="1797012"/>
                      </a:cubicBezTo>
                      <a:cubicBezTo>
                        <a:pt x="556831" y="1834803"/>
                        <a:pt x="531947" y="1911650"/>
                        <a:pt x="503182" y="2000728"/>
                      </a:cubicBezTo>
                      <a:cubicBezTo>
                        <a:pt x="480154" y="2072007"/>
                        <a:pt x="451389" y="2160748"/>
                        <a:pt x="475852" y="2181077"/>
                      </a:cubicBezTo>
                      <a:cubicBezTo>
                        <a:pt x="498796" y="2200057"/>
                        <a:pt x="578679" y="2156783"/>
                        <a:pt x="642788" y="2122029"/>
                      </a:cubicBezTo>
                      <a:cubicBezTo>
                        <a:pt x="723431" y="2078249"/>
                        <a:pt x="799688" y="2037000"/>
                        <a:pt x="843889" y="2059354"/>
                      </a:cubicBezTo>
                      <a:cubicBezTo>
                        <a:pt x="888091" y="2081792"/>
                        <a:pt x="899816" y="2167665"/>
                        <a:pt x="912300" y="2258599"/>
                      </a:cubicBezTo>
                      <a:cubicBezTo>
                        <a:pt x="922170" y="2330890"/>
                        <a:pt x="934486" y="2420981"/>
                        <a:pt x="963419" y="2428151"/>
                      </a:cubicBezTo>
                      <a:cubicBezTo>
                        <a:pt x="994292" y="2435911"/>
                        <a:pt x="1048870" y="2360246"/>
                        <a:pt x="1092734" y="2299511"/>
                      </a:cubicBezTo>
                      <a:cubicBezTo>
                        <a:pt x="1147143" y="2224182"/>
                        <a:pt x="1194128" y="2159061"/>
                        <a:pt x="1241366" y="2159061"/>
                      </a:cubicBezTo>
                      <a:close/>
                    </a:path>
                  </a:pathLst>
                </a:custGeom>
                <a:solidFill>
                  <a:srgbClr val="FFD05C">
                    <a:alpha val="100000"/>
                    <a:lumMod val="60000"/>
                    <a:lumOff val="4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10" name="Group 10"/>
              <p:cNvGrpSpPr/>
              <p:nvPr/>
            </p:nvGrpSpPr>
            <p:grpSpPr>
              <a:xfrm>
                <a:off x="2139828" y="-21"/>
                <a:ext cx="7916499" cy="6854731"/>
                <a:chOff x="2139828" y="-21"/>
                <a:chExt cx="7916499" cy="6854731"/>
              </a:xfrm>
            </p:grpSpPr>
            <p:grpSp>
              <p:nvGrpSpPr>
                <p:cNvPr id="11" name="Group 11"/>
                <p:cNvGrpSpPr/>
                <p:nvPr/>
              </p:nvGrpSpPr>
              <p:grpSpPr>
                <a:xfrm>
                  <a:off x="2833446" y="97918"/>
                  <a:ext cx="7222881" cy="6756791"/>
                  <a:chOff x="2833446" y="97918"/>
                  <a:chExt cx="7222881" cy="6756791"/>
                </a:xfrm>
              </p:grpSpPr>
              <p:grpSp>
                <p:nvGrpSpPr>
                  <p:cNvPr id="12" name="Group 12"/>
                  <p:cNvGrpSpPr/>
                  <p:nvPr/>
                </p:nvGrpSpPr>
                <p:grpSpPr>
                  <a:xfrm>
                    <a:off x="6506521" y="470300"/>
                    <a:ext cx="1735149" cy="1804769"/>
                    <a:chOff x="6506521" y="470300"/>
                    <a:chExt cx="1735149" cy="1804769"/>
                  </a:xfrm>
                </p:grpSpPr>
                <p:grpSp>
                  <p:nvGrpSpPr>
                    <p:cNvPr id="13" name="Group 13"/>
                    <p:cNvGrpSpPr/>
                    <p:nvPr/>
                  </p:nvGrpSpPr>
                  <p:grpSpPr>
                    <a:xfrm>
                      <a:off x="6513515" y="470300"/>
                      <a:ext cx="1728155" cy="1201989"/>
                      <a:chOff x="6513515" y="470300"/>
                      <a:chExt cx="1728155" cy="1201989"/>
                    </a:xfrm>
                  </p:grpSpPr>
                  <p:sp>
                    <p:nvSpPr>
                      <p:cNvPr id="14" name="AutoShape 14"/>
                      <p:cNvSpPr/>
                      <p:nvPr/>
                    </p:nvSpPr>
                    <p:spPr>
                      <a:xfrm>
                        <a:off x="6513515" y="470300"/>
                        <a:ext cx="1728155" cy="120198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28155" h="1201989">
                            <a:moveTo>
                              <a:pt x="966" y="727023"/>
                            </a:moveTo>
                            <a:lnTo>
                              <a:pt x="170433" y="26293"/>
                            </a:lnTo>
                            <a:cubicBezTo>
                              <a:pt x="174820" y="8241"/>
                              <a:pt x="192703" y="-3063"/>
                              <a:pt x="210923" y="733"/>
                            </a:cubicBezTo>
                            <a:lnTo>
                              <a:pt x="1700872" y="314109"/>
                            </a:lnTo>
                            <a:cubicBezTo>
                              <a:pt x="1719683" y="318074"/>
                              <a:pt x="1731578" y="336716"/>
                              <a:pt x="1727275" y="355443"/>
                            </a:cubicBezTo>
                            <a:lnTo>
                              <a:pt x="1538322" y="1175366"/>
                            </a:lnTo>
                            <a:cubicBezTo>
                              <a:pt x="1533851" y="1194599"/>
                              <a:pt x="1514112" y="1206155"/>
                              <a:pt x="1495132" y="1200588"/>
                            </a:cubicBezTo>
                            <a:lnTo>
                              <a:pt x="24669" y="768019"/>
                            </a:lnTo>
                            <a:cubicBezTo>
                              <a:pt x="7124" y="762874"/>
                              <a:pt x="-3337" y="744822"/>
                              <a:pt x="966" y="727023"/>
                            </a:cubicBezTo>
                            <a:close/>
                          </a:path>
                        </a:pathLst>
                      </a:custGeom>
                      <a:solidFill>
                        <a:srgbClr val="FF6000">
                          <a:alpha val="100000"/>
                          <a:lumMod val="60000"/>
                          <a:lumOff val="4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15" name="Group 15"/>
                      <p:cNvGrpSpPr/>
                      <p:nvPr/>
                    </p:nvGrpSpPr>
                    <p:grpSpPr>
                      <a:xfrm>
                        <a:off x="6820867" y="627614"/>
                        <a:ext cx="1274037" cy="930785"/>
                        <a:chOff x="6820867" y="627614"/>
                        <a:chExt cx="1274037" cy="930785"/>
                      </a:xfrm>
                      <a:solidFill>
                        <a:srgbClr val="FF6000">
                          <a:alpha val="100000"/>
                        </a:srgbClr>
                      </a:solidFill>
                    </p:grpSpPr>
                    <p:sp>
                      <p:nvSpPr>
                        <p:cNvPr id="16" name="AutoShape 16"/>
                        <p:cNvSpPr/>
                        <p:nvPr/>
                      </p:nvSpPr>
                      <p:spPr>
                        <a:xfrm>
                          <a:off x="6820867" y="627614"/>
                          <a:ext cx="497835" cy="6851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97835" h="685163">
                              <a:moveTo>
                                <a:pt x="468746" y="53883"/>
                              </a:moveTo>
                              <a:lnTo>
                                <a:pt x="191389" y="656"/>
                              </a:lnTo>
                              <a:cubicBezTo>
                                <a:pt x="173084" y="-2887"/>
                                <a:pt x="155116" y="8248"/>
                                <a:pt x="150139" y="26215"/>
                              </a:cubicBezTo>
                              <a:lnTo>
                                <a:pt x="1339" y="555454"/>
                              </a:lnTo>
                              <a:cubicBezTo>
                                <a:pt x="-3892" y="574096"/>
                                <a:pt x="6653" y="593582"/>
                                <a:pt x="25126" y="599402"/>
                              </a:cubicBezTo>
                              <a:lnTo>
                                <a:pt x="293795" y="683503"/>
                              </a:lnTo>
                              <a:cubicBezTo>
                                <a:pt x="313112" y="689577"/>
                                <a:pt x="333525" y="678442"/>
                                <a:pt x="339009" y="658956"/>
                              </a:cubicBezTo>
                              <a:lnTo>
                                <a:pt x="496498" y="98844"/>
                              </a:lnTo>
                              <a:cubicBezTo>
                                <a:pt x="502150" y="78599"/>
                                <a:pt x="489328" y="57848"/>
                                <a:pt x="468746" y="5388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7" name="AutoShape 17"/>
                        <p:cNvSpPr/>
                        <p:nvPr/>
                      </p:nvSpPr>
                      <p:spPr>
                        <a:xfrm>
                          <a:off x="7643827" y="790586"/>
                          <a:ext cx="451077" cy="7678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51077" h="767813">
                              <a:moveTo>
                                <a:pt x="25126" y="693963"/>
                              </a:moveTo>
                              <a:lnTo>
                                <a:pt x="255835" y="766171"/>
                              </a:lnTo>
                              <a:cubicBezTo>
                                <a:pt x="275827" y="772413"/>
                                <a:pt x="296916" y="760266"/>
                                <a:pt x="301555" y="739852"/>
                              </a:cubicBezTo>
                              <a:lnTo>
                                <a:pt x="450187" y="82901"/>
                              </a:lnTo>
                              <a:cubicBezTo>
                                <a:pt x="454658" y="63162"/>
                                <a:pt x="441836" y="43592"/>
                                <a:pt x="421929" y="39796"/>
                              </a:cubicBezTo>
                              <a:lnTo>
                                <a:pt x="217960" y="656"/>
                              </a:lnTo>
                              <a:cubicBezTo>
                                <a:pt x="199655" y="-2887"/>
                                <a:pt x="181688" y="8248"/>
                                <a:pt x="176711" y="26215"/>
                              </a:cubicBezTo>
                              <a:lnTo>
                                <a:pt x="1339" y="650099"/>
                              </a:lnTo>
                              <a:cubicBezTo>
                                <a:pt x="-3891" y="668742"/>
                                <a:pt x="6653" y="688227"/>
                                <a:pt x="25126" y="69404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8" name="AutoShape 18"/>
                        <p:cNvSpPr/>
                        <p:nvPr/>
                      </p:nvSpPr>
                      <p:spPr>
                        <a:xfrm>
                          <a:off x="7203835" y="703448"/>
                          <a:ext cx="568946" cy="74699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68946" h="746995">
                              <a:moveTo>
                                <a:pt x="539941" y="65103"/>
                              </a:moveTo>
                              <a:lnTo>
                                <a:pt x="203789" y="656"/>
                              </a:lnTo>
                              <a:cubicBezTo>
                                <a:pt x="185484" y="-2887"/>
                                <a:pt x="167517" y="8248"/>
                                <a:pt x="162539" y="26215"/>
                              </a:cubicBezTo>
                              <a:lnTo>
                                <a:pt x="1339" y="599487"/>
                              </a:lnTo>
                              <a:cubicBezTo>
                                <a:pt x="-3891" y="618129"/>
                                <a:pt x="6653" y="637615"/>
                                <a:pt x="25127" y="643435"/>
                              </a:cubicBezTo>
                              <a:lnTo>
                                <a:pt x="350734" y="745335"/>
                              </a:lnTo>
                              <a:cubicBezTo>
                                <a:pt x="370051" y="751409"/>
                                <a:pt x="390465" y="740274"/>
                                <a:pt x="395948" y="720788"/>
                              </a:cubicBezTo>
                              <a:lnTo>
                                <a:pt x="567609" y="110063"/>
                              </a:lnTo>
                              <a:cubicBezTo>
                                <a:pt x="573260" y="89818"/>
                                <a:pt x="560439" y="69067"/>
                                <a:pt x="539856" y="6510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  <p:grpSp>
                  <p:nvGrpSpPr>
                    <p:cNvPr id="19" name="Group 19"/>
                    <p:cNvGrpSpPr/>
                    <p:nvPr/>
                  </p:nvGrpSpPr>
                  <p:grpSpPr>
                    <a:xfrm>
                      <a:off x="6506521" y="622606"/>
                      <a:ext cx="1732978" cy="1652463"/>
                      <a:chOff x="6506521" y="622606"/>
                      <a:chExt cx="1732978" cy="1652463"/>
                    </a:xfrm>
                  </p:grpSpPr>
                  <p:sp>
                    <p:nvSpPr>
                      <p:cNvPr id="20" name="AutoShape 20"/>
                      <p:cNvSpPr/>
                      <p:nvPr/>
                    </p:nvSpPr>
                    <p:spPr>
                      <a:xfrm>
                        <a:off x="6506521" y="622606"/>
                        <a:ext cx="1732978" cy="16524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32978" h="1652463">
                            <a:moveTo>
                              <a:pt x="7876" y="571681"/>
                            </a:moveTo>
                            <a:lnTo>
                              <a:pt x="463051" y="12665"/>
                            </a:lnTo>
                            <a:cubicBezTo>
                              <a:pt x="474777" y="-1760"/>
                              <a:pt x="495865" y="-4206"/>
                              <a:pt x="510543" y="7098"/>
                            </a:cubicBezTo>
                            <a:lnTo>
                              <a:pt x="1719508" y="932632"/>
                            </a:lnTo>
                            <a:cubicBezTo>
                              <a:pt x="1734776" y="944357"/>
                              <a:pt x="1737475" y="966290"/>
                              <a:pt x="1725497" y="981305"/>
                            </a:cubicBezTo>
                            <a:lnTo>
                              <a:pt x="1201235" y="1639521"/>
                            </a:lnTo>
                            <a:cubicBezTo>
                              <a:pt x="1188919" y="1654958"/>
                              <a:pt x="1166144" y="1656898"/>
                              <a:pt x="1151382" y="1643654"/>
                            </a:cubicBezTo>
                            <a:lnTo>
                              <a:pt x="11419" y="618919"/>
                            </a:lnTo>
                            <a:cubicBezTo>
                              <a:pt x="-2247" y="606687"/>
                              <a:pt x="-3849" y="585852"/>
                              <a:pt x="7707" y="571681"/>
                            </a:cubicBezTo>
                            <a:close/>
                          </a:path>
                        </a:pathLst>
                      </a:custGeom>
                      <a:solidFill>
                        <a:srgbClr val="D84C4C">
                          <a:alpha val="100000"/>
                          <a:lumMod val="60000"/>
                          <a:lumOff val="4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21" name="Group 21"/>
                      <p:cNvGrpSpPr/>
                      <p:nvPr/>
                    </p:nvGrpSpPr>
                    <p:grpSpPr>
                      <a:xfrm>
                        <a:off x="6789259" y="888683"/>
                        <a:ext cx="1297462" cy="1237023"/>
                        <a:chOff x="6789259" y="888683"/>
                        <a:chExt cx="1297462" cy="1237023"/>
                      </a:xfrm>
                      <a:solidFill>
                        <a:srgbClr val="D84C4C">
                          <a:alpha val="100000"/>
                        </a:srgbClr>
                      </a:solidFill>
                    </p:grpSpPr>
                    <p:sp>
                      <p:nvSpPr>
                        <p:cNvPr id="22" name="AutoShape 22"/>
                        <p:cNvSpPr/>
                        <p:nvPr/>
                      </p:nvSpPr>
                      <p:spPr>
                        <a:xfrm>
                          <a:off x="6789259" y="888683"/>
                          <a:ext cx="661508" cy="67673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61508" h="676735">
                              <a:moveTo>
                                <a:pt x="646961" y="174686"/>
                              </a:moveTo>
                              <a:lnTo>
                                <a:pt x="419710" y="6990"/>
                              </a:lnTo>
                              <a:cubicBezTo>
                                <a:pt x="404695" y="-4060"/>
                                <a:pt x="383775" y="-1783"/>
                                <a:pt x="371459" y="12220"/>
                              </a:cubicBezTo>
                              <a:lnTo>
                                <a:pt x="8905" y="425472"/>
                              </a:lnTo>
                              <a:cubicBezTo>
                                <a:pt x="-3917" y="440065"/>
                                <a:pt x="-2736" y="462166"/>
                                <a:pt x="11436" y="475409"/>
                              </a:cubicBezTo>
                              <a:lnTo>
                                <a:pt x="217513" y="667147"/>
                              </a:lnTo>
                              <a:cubicBezTo>
                                <a:pt x="232275" y="680896"/>
                                <a:pt x="255557" y="679715"/>
                                <a:pt x="268885" y="664532"/>
                              </a:cubicBezTo>
                              <a:lnTo>
                                <a:pt x="652612" y="227155"/>
                              </a:lnTo>
                              <a:cubicBezTo>
                                <a:pt x="666447" y="211381"/>
                                <a:pt x="663832" y="187087"/>
                                <a:pt x="646961" y="17460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3" name="AutoShape 23"/>
                        <p:cNvSpPr/>
                        <p:nvPr/>
                      </p:nvSpPr>
                      <p:spPr>
                        <a:xfrm>
                          <a:off x="7420482" y="1402147"/>
                          <a:ext cx="666239" cy="72355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66239" h="723559">
                              <a:moveTo>
                                <a:pt x="11436" y="549304"/>
                              </a:moveTo>
                              <a:lnTo>
                                <a:pt x="188411" y="713963"/>
                              </a:lnTo>
                              <a:cubicBezTo>
                                <a:pt x="203763" y="728219"/>
                                <a:pt x="227973" y="726363"/>
                                <a:pt x="240964" y="709914"/>
                              </a:cubicBezTo>
                              <a:lnTo>
                                <a:pt x="658517" y="181435"/>
                              </a:lnTo>
                              <a:cubicBezTo>
                                <a:pt x="671086" y="165492"/>
                                <a:pt x="667965" y="142379"/>
                                <a:pt x="651685" y="130316"/>
                              </a:cubicBezTo>
                              <a:lnTo>
                                <a:pt x="484579" y="6990"/>
                              </a:lnTo>
                              <a:cubicBezTo>
                                <a:pt x="469564" y="-4060"/>
                                <a:pt x="448644" y="-1783"/>
                                <a:pt x="436328" y="12220"/>
                              </a:cubicBezTo>
                              <a:lnTo>
                                <a:pt x="8905" y="499366"/>
                              </a:lnTo>
                              <a:cubicBezTo>
                                <a:pt x="-3917" y="513959"/>
                                <a:pt x="-2736" y="536060"/>
                                <a:pt x="11436" y="54930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4" name="AutoShape 24"/>
                        <p:cNvSpPr/>
                        <p:nvPr/>
                      </p:nvSpPr>
                      <p:spPr>
                        <a:xfrm>
                          <a:off x="7082981" y="1127658"/>
                          <a:ext cx="739873" cy="75181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39873" h="751811">
                              <a:moveTo>
                                <a:pt x="725326" y="210200"/>
                              </a:moveTo>
                              <a:lnTo>
                                <a:pt x="449909" y="6990"/>
                              </a:lnTo>
                              <a:cubicBezTo>
                                <a:pt x="434894" y="-4060"/>
                                <a:pt x="413974" y="-1783"/>
                                <a:pt x="401658" y="12220"/>
                              </a:cubicBezTo>
                              <a:lnTo>
                                <a:pt x="8905" y="459888"/>
                              </a:lnTo>
                              <a:cubicBezTo>
                                <a:pt x="-3917" y="474481"/>
                                <a:pt x="-2736" y="496582"/>
                                <a:pt x="11436" y="509826"/>
                              </a:cubicBezTo>
                              <a:lnTo>
                                <a:pt x="261208" y="742222"/>
                              </a:lnTo>
                              <a:cubicBezTo>
                                <a:pt x="275970" y="755972"/>
                                <a:pt x="299252" y="754791"/>
                                <a:pt x="312580" y="739607"/>
                              </a:cubicBezTo>
                              <a:lnTo>
                                <a:pt x="730977" y="262752"/>
                              </a:lnTo>
                              <a:cubicBezTo>
                                <a:pt x="744811" y="246978"/>
                                <a:pt x="742196" y="222684"/>
                                <a:pt x="725326" y="2102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  <p:sp>
                  <p:nvSpPr>
                    <p:cNvPr id="25" name="AutoShape 25"/>
                    <p:cNvSpPr/>
                    <p:nvPr/>
                  </p:nvSpPr>
                  <p:spPr>
                    <a:xfrm>
                      <a:off x="6538814" y="613452"/>
                      <a:ext cx="1612820" cy="886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12820" h="886871">
                          <a:moveTo>
                            <a:pt x="1603704" y="886872"/>
                          </a:moveTo>
                          <a:cubicBezTo>
                            <a:pt x="1601764" y="886872"/>
                            <a:pt x="1599824" y="886281"/>
                            <a:pt x="1598221" y="885016"/>
                          </a:cubicBezTo>
                          <a:lnTo>
                            <a:pt x="472851" y="23422"/>
                          </a:lnTo>
                          <a:cubicBezTo>
                            <a:pt x="461885" y="14986"/>
                            <a:pt x="446532" y="16842"/>
                            <a:pt x="437844" y="27555"/>
                          </a:cubicBezTo>
                          <a:lnTo>
                            <a:pt x="16073" y="545490"/>
                          </a:lnTo>
                          <a:cubicBezTo>
                            <a:pt x="12952" y="549371"/>
                            <a:pt x="7215" y="549961"/>
                            <a:pt x="3335" y="546755"/>
                          </a:cubicBezTo>
                          <a:cubicBezTo>
                            <a:pt x="-545" y="543634"/>
                            <a:pt x="-1136" y="537898"/>
                            <a:pt x="2070" y="534018"/>
                          </a:cubicBezTo>
                          <a:lnTo>
                            <a:pt x="423841" y="16083"/>
                          </a:lnTo>
                          <a:cubicBezTo>
                            <a:pt x="438772" y="-2222"/>
                            <a:pt x="465091" y="-5343"/>
                            <a:pt x="483901" y="8997"/>
                          </a:cubicBezTo>
                          <a:lnTo>
                            <a:pt x="1609272" y="870591"/>
                          </a:lnTo>
                          <a:cubicBezTo>
                            <a:pt x="1613236" y="873628"/>
                            <a:pt x="1613995" y="879280"/>
                            <a:pt x="1610958" y="883245"/>
                          </a:cubicBezTo>
                          <a:cubicBezTo>
                            <a:pt x="1609187" y="885607"/>
                            <a:pt x="1606488" y="886787"/>
                            <a:pt x="1603788" y="88678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6" name="AutoShape 26"/>
                    <p:cNvSpPr/>
                    <p:nvPr/>
                  </p:nvSpPr>
                  <p:spPr>
                    <a:xfrm>
                      <a:off x="6607786" y="1162143"/>
                      <a:ext cx="113691" cy="1132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691" h="113214">
                          <a:moveTo>
                            <a:pt x="14247" y="19238"/>
                          </a:moveTo>
                          <a:cubicBezTo>
                            <a:pt x="-33835" y="74068"/>
                            <a:pt x="51278" y="148975"/>
                            <a:pt x="99445" y="93976"/>
                          </a:cubicBezTo>
                          <a:cubicBezTo>
                            <a:pt x="147526" y="39146"/>
                            <a:pt x="62413" y="-35761"/>
                            <a:pt x="14247" y="19238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grpSp>
                  <p:nvGrpSpPr>
                    <p:cNvPr id="27" name="Group 27"/>
                    <p:cNvGrpSpPr/>
                    <p:nvPr/>
                  </p:nvGrpSpPr>
                  <p:grpSpPr>
                    <a:xfrm>
                      <a:off x="6863760" y="1178312"/>
                      <a:ext cx="637360" cy="257565"/>
                      <a:chOff x="6863760" y="1178312"/>
                      <a:chExt cx="637360" cy="257565"/>
                    </a:xfrm>
                    <a:solidFill>
                      <a:srgbClr val="282523">
                        <a:alpha val="100000"/>
                      </a:srgbClr>
                    </a:solidFill>
                  </p:grpSpPr>
                  <p:grpSp>
                    <p:nvGrpSpPr>
                      <p:cNvPr id="28" name="Group 28"/>
                      <p:cNvGrpSpPr/>
                      <p:nvPr/>
                    </p:nvGrpSpPr>
                    <p:grpSpPr>
                      <a:xfrm>
                        <a:off x="7307548" y="1278103"/>
                        <a:ext cx="193572" cy="157774"/>
                        <a:chOff x="7307548" y="1278103"/>
                        <a:chExt cx="193572" cy="157774"/>
                      </a:xfrm>
                      <a:solidFill>
                        <a:srgbClr val="282523">
                          <a:alpha val="100000"/>
                        </a:srgbClr>
                      </a:solidFill>
                    </p:grpSpPr>
                    <p:sp>
                      <p:nvSpPr>
                        <p:cNvPr id="29" name="AutoShape 29"/>
                        <p:cNvSpPr/>
                        <p:nvPr/>
                      </p:nvSpPr>
                      <p:spPr>
                        <a:xfrm>
                          <a:off x="7367729" y="1297484"/>
                          <a:ext cx="45879" cy="5150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5879" h="51508">
                              <a:moveTo>
                                <a:pt x="9021" y="51509"/>
                              </a:moveTo>
                              <a:cubicBezTo>
                                <a:pt x="6997" y="51509"/>
                                <a:pt x="4972" y="50834"/>
                                <a:pt x="3285" y="49400"/>
                              </a:cubicBezTo>
                              <a:cubicBezTo>
                                <a:pt x="-595" y="46194"/>
                                <a:pt x="-1101" y="40542"/>
                                <a:pt x="2104" y="36662"/>
                              </a:cubicBezTo>
                              <a:lnTo>
                                <a:pt x="29857" y="3258"/>
                              </a:lnTo>
                              <a:cubicBezTo>
                                <a:pt x="33062" y="-538"/>
                                <a:pt x="38714" y="-1129"/>
                                <a:pt x="42594" y="2077"/>
                              </a:cubicBezTo>
                              <a:cubicBezTo>
                                <a:pt x="46475" y="5282"/>
                                <a:pt x="46981" y="10934"/>
                                <a:pt x="43775" y="14815"/>
                              </a:cubicBezTo>
                              <a:lnTo>
                                <a:pt x="16022" y="48219"/>
                              </a:lnTo>
                              <a:cubicBezTo>
                                <a:pt x="14251" y="50328"/>
                                <a:pt x="11636" y="51509"/>
                                <a:pt x="9106" y="5150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0" name="AutoShape 30"/>
                        <p:cNvSpPr/>
                        <p:nvPr/>
                      </p:nvSpPr>
                      <p:spPr>
                        <a:xfrm>
                          <a:off x="7377261" y="1366965"/>
                          <a:ext cx="44276" cy="4976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4276" h="49764">
                              <a:moveTo>
                                <a:pt x="9021" y="49764"/>
                              </a:moveTo>
                              <a:cubicBezTo>
                                <a:pt x="6996" y="49764"/>
                                <a:pt x="4972" y="49090"/>
                                <a:pt x="3285" y="47656"/>
                              </a:cubicBezTo>
                              <a:cubicBezTo>
                                <a:pt x="-595" y="44450"/>
                                <a:pt x="-1101" y="38798"/>
                                <a:pt x="2104" y="34918"/>
                              </a:cubicBezTo>
                              <a:lnTo>
                                <a:pt x="28254" y="3285"/>
                              </a:lnTo>
                              <a:cubicBezTo>
                                <a:pt x="31459" y="-595"/>
                                <a:pt x="37111" y="-1101"/>
                                <a:pt x="40991" y="2104"/>
                              </a:cubicBezTo>
                              <a:cubicBezTo>
                                <a:pt x="44872" y="5310"/>
                                <a:pt x="45378" y="10962"/>
                                <a:pt x="42173" y="14842"/>
                              </a:cubicBezTo>
                              <a:lnTo>
                                <a:pt x="16022" y="46475"/>
                              </a:lnTo>
                              <a:cubicBezTo>
                                <a:pt x="14251" y="48668"/>
                                <a:pt x="11636" y="49764"/>
                                <a:pt x="9021" y="4976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1" name="AutoShape 31"/>
                        <p:cNvSpPr/>
                        <p:nvPr/>
                      </p:nvSpPr>
                      <p:spPr>
                        <a:xfrm>
                          <a:off x="7450444" y="1278103"/>
                          <a:ext cx="50676" cy="5528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0676" h="55284">
                              <a:moveTo>
                                <a:pt x="9058" y="55284"/>
                              </a:moveTo>
                              <a:cubicBezTo>
                                <a:pt x="6949" y="55284"/>
                                <a:pt x="4840" y="54525"/>
                                <a:pt x="3069" y="53006"/>
                              </a:cubicBezTo>
                              <a:cubicBezTo>
                                <a:pt x="-643" y="49717"/>
                                <a:pt x="-1065" y="43980"/>
                                <a:pt x="2225" y="40269"/>
                              </a:cubicBezTo>
                              <a:lnTo>
                                <a:pt x="34870" y="3069"/>
                              </a:lnTo>
                              <a:cubicBezTo>
                                <a:pt x="38160" y="-643"/>
                                <a:pt x="43896" y="-1065"/>
                                <a:pt x="47608" y="2225"/>
                              </a:cubicBezTo>
                              <a:cubicBezTo>
                                <a:pt x="51320" y="5515"/>
                                <a:pt x="51741" y="11251"/>
                                <a:pt x="48451" y="14963"/>
                              </a:cubicBezTo>
                              <a:lnTo>
                                <a:pt x="15806" y="52163"/>
                              </a:lnTo>
                              <a:cubicBezTo>
                                <a:pt x="14035" y="54187"/>
                                <a:pt x="11504" y="55200"/>
                                <a:pt x="8974" y="552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2" name="AutoShape 32"/>
                        <p:cNvSpPr/>
                        <p:nvPr/>
                      </p:nvSpPr>
                      <p:spPr>
                        <a:xfrm>
                          <a:off x="7440152" y="1365747"/>
                          <a:ext cx="41903" cy="4524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1903" h="45245">
                              <a:moveTo>
                                <a:pt x="9058" y="45246"/>
                              </a:moveTo>
                              <a:cubicBezTo>
                                <a:pt x="6949" y="45246"/>
                                <a:pt x="4840" y="44487"/>
                                <a:pt x="3069" y="42968"/>
                              </a:cubicBezTo>
                              <a:cubicBezTo>
                                <a:pt x="-643" y="39678"/>
                                <a:pt x="-1065" y="33942"/>
                                <a:pt x="2225" y="30231"/>
                              </a:cubicBezTo>
                              <a:lnTo>
                                <a:pt x="26097" y="3069"/>
                              </a:lnTo>
                              <a:cubicBezTo>
                                <a:pt x="29387" y="-643"/>
                                <a:pt x="35123" y="-1065"/>
                                <a:pt x="38835" y="2225"/>
                              </a:cubicBezTo>
                              <a:cubicBezTo>
                                <a:pt x="42547" y="5515"/>
                                <a:pt x="42968" y="11251"/>
                                <a:pt x="39678" y="14963"/>
                              </a:cubicBezTo>
                              <a:lnTo>
                                <a:pt x="15806" y="42125"/>
                              </a:lnTo>
                              <a:cubicBezTo>
                                <a:pt x="14035" y="44149"/>
                                <a:pt x="11504" y="45161"/>
                                <a:pt x="8973" y="4516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3" name="AutoShape 33"/>
                        <p:cNvSpPr/>
                        <p:nvPr/>
                      </p:nvSpPr>
                      <p:spPr>
                        <a:xfrm>
                          <a:off x="7307548" y="1391475"/>
                          <a:ext cx="41060" cy="4440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1060" h="44402">
                              <a:moveTo>
                                <a:pt x="9058" y="44402"/>
                              </a:moveTo>
                              <a:cubicBezTo>
                                <a:pt x="6949" y="44402"/>
                                <a:pt x="4840" y="43643"/>
                                <a:pt x="3069" y="42125"/>
                              </a:cubicBezTo>
                              <a:cubicBezTo>
                                <a:pt x="-643" y="38835"/>
                                <a:pt x="-1065" y="33099"/>
                                <a:pt x="2225" y="29387"/>
                              </a:cubicBezTo>
                              <a:lnTo>
                                <a:pt x="25254" y="3069"/>
                              </a:lnTo>
                              <a:cubicBezTo>
                                <a:pt x="28544" y="-643"/>
                                <a:pt x="34280" y="-1065"/>
                                <a:pt x="37991" y="2225"/>
                              </a:cubicBezTo>
                              <a:cubicBezTo>
                                <a:pt x="41703" y="5515"/>
                                <a:pt x="42125" y="11251"/>
                                <a:pt x="38835" y="14963"/>
                              </a:cubicBezTo>
                              <a:lnTo>
                                <a:pt x="15806" y="41281"/>
                              </a:lnTo>
                              <a:cubicBezTo>
                                <a:pt x="14035" y="43306"/>
                                <a:pt x="11504" y="44318"/>
                                <a:pt x="8974" y="443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34" name="Group 34"/>
                      <p:cNvGrpSpPr/>
                      <p:nvPr/>
                    </p:nvGrpSpPr>
                    <p:grpSpPr>
                      <a:xfrm>
                        <a:off x="6863760" y="1178312"/>
                        <a:ext cx="193572" cy="157774"/>
                        <a:chOff x="6863760" y="1178312"/>
                        <a:chExt cx="193572" cy="157774"/>
                      </a:xfrm>
                      <a:solidFill>
                        <a:srgbClr val="282523">
                          <a:alpha val="100000"/>
                        </a:srgbClr>
                      </a:solidFill>
                    </p:grpSpPr>
                    <p:sp>
                      <p:nvSpPr>
                        <p:cNvPr id="35" name="AutoShape 35"/>
                        <p:cNvSpPr/>
                        <p:nvPr/>
                      </p:nvSpPr>
                      <p:spPr>
                        <a:xfrm>
                          <a:off x="6923941" y="1197777"/>
                          <a:ext cx="45879" cy="5150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5879" h="51508">
                              <a:moveTo>
                                <a:pt x="9021" y="51509"/>
                              </a:moveTo>
                              <a:cubicBezTo>
                                <a:pt x="6997" y="51509"/>
                                <a:pt x="4972" y="50834"/>
                                <a:pt x="3285" y="49400"/>
                              </a:cubicBezTo>
                              <a:cubicBezTo>
                                <a:pt x="-595" y="46194"/>
                                <a:pt x="-1101" y="40542"/>
                                <a:pt x="2104" y="36662"/>
                              </a:cubicBezTo>
                              <a:lnTo>
                                <a:pt x="29857" y="3258"/>
                              </a:lnTo>
                              <a:cubicBezTo>
                                <a:pt x="33062" y="-538"/>
                                <a:pt x="38714" y="-1129"/>
                                <a:pt x="42594" y="2077"/>
                              </a:cubicBezTo>
                              <a:cubicBezTo>
                                <a:pt x="46474" y="5282"/>
                                <a:pt x="46980" y="10934"/>
                                <a:pt x="43775" y="14814"/>
                              </a:cubicBezTo>
                              <a:lnTo>
                                <a:pt x="16022" y="48219"/>
                              </a:lnTo>
                              <a:cubicBezTo>
                                <a:pt x="14251" y="50328"/>
                                <a:pt x="11636" y="51509"/>
                                <a:pt x="9105" y="5150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6" name="AutoShape 36"/>
                        <p:cNvSpPr/>
                        <p:nvPr/>
                      </p:nvSpPr>
                      <p:spPr>
                        <a:xfrm>
                          <a:off x="6933473" y="1267258"/>
                          <a:ext cx="44276" cy="4976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4276" h="49764">
                              <a:moveTo>
                                <a:pt x="9021" y="49764"/>
                              </a:moveTo>
                              <a:cubicBezTo>
                                <a:pt x="6997" y="49764"/>
                                <a:pt x="4972" y="49090"/>
                                <a:pt x="3285" y="47656"/>
                              </a:cubicBezTo>
                              <a:cubicBezTo>
                                <a:pt x="-595" y="44450"/>
                                <a:pt x="-1101" y="38798"/>
                                <a:pt x="2104" y="34918"/>
                              </a:cubicBezTo>
                              <a:lnTo>
                                <a:pt x="28254" y="3285"/>
                              </a:lnTo>
                              <a:cubicBezTo>
                                <a:pt x="31459" y="-595"/>
                                <a:pt x="37111" y="-1101"/>
                                <a:pt x="40992" y="2104"/>
                              </a:cubicBezTo>
                              <a:cubicBezTo>
                                <a:pt x="44871" y="5310"/>
                                <a:pt x="45378" y="10961"/>
                                <a:pt x="42173" y="14842"/>
                              </a:cubicBezTo>
                              <a:lnTo>
                                <a:pt x="16022" y="46475"/>
                              </a:lnTo>
                              <a:cubicBezTo>
                                <a:pt x="14251" y="48668"/>
                                <a:pt x="11636" y="49764"/>
                                <a:pt x="9021" y="4976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7" name="AutoShape 37"/>
                        <p:cNvSpPr/>
                        <p:nvPr/>
                      </p:nvSpPr>
                      <p:spPr>
                        <a:xfrm>
                          <a:off x="7006656" y="1178312"/>
                          <a:ext cx="50676" cy="5528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0676" h="55284">
                              <a:moveTo>
                                <a:pt x="9058" y="55284"/>
                              </a:moveTo>
                              <a:cubicBezTo>
                                <a:pt x="6949" y="55284"/>
                                <a:pt x="4840" y="54525"/>
                                <a:pt x="3069" y="53006"/>
                              </a:cubicBezTo>
                              <a:cubicBezTo>
                                <a:pt x="-643" y="49717"/>
                                <a:pt x="-1065" y="43980"/>
                                <a:pt x="2225" y="40269"/>
                              </a:cubicBezTo>
                              <a:lnTo>
                                <a:pt x="34870" y="3069"/>
                              </a:lnTo>
                              <a:cubicBezTo>
                                <a:pt x="38160" y="-643"/>
                                <a:pt x="43896" y="-1065"/>
                                <a:pt x="47607" y="2225"/>
                              </a:cubicBezTo>
                              <a:cubicBezTo>
                                <a:pt x="51319" y="5515"/>
                                <a:pt x="51741" y="11251"/>
                                <a:pt x="48451" y="14963"/>
                              </a:cubicBezTo>
                              <a:lnTo>
                                <a:pt x="15806" y="52163"/>
                              </a:lnTo>
                              <a:cubicBezTo>
                                <a:pt x="14035" y="54187"/>
                                <a:pt x="11504" y="55200"/>
                                <a:pt x="8974" y="552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8" name="AutoShape 38"/>
                        <p:cNvSpPr/>
                        <p:nvPr/>
                      </p:nvSpPr>
                      <p:spPr>
                        <a:xfrm>
                          <a:off x="6996280" y="1265956"/>
                          <a:ext cx="41903" cy="4524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1903" h="45245">
                              <a:moveTo>
                                <a:pt x="9058" y="45246"/>
                              </a:moveTo>
                              <a:cubicBezTo>
                                <a:pt x="6949" y="45246"/>
                                <a:pt x="4840" y="44487"/>
                                <a:pt x="3069" y="42968"/>
                              </a:cubicBezTo>
                              <a:cubicBezTo>
                                <a:pt x="-643" y="39678"/>
                                <a:pt x="-1065" y="33942"/>
                                <a:pt x="2225" y="30231"/>
                              </a:cubicBezTo>
                              <a:lnTo>
                                <a:pt x="26097" y="3069"/>
                              </a:lnTo>
                              <a:cubicBezTo>
                                <a:pt x="29387" y="-643"/>
                                <a:pt x="35123" y="-1065"/>
                                <a:pt x="38835" y="2225"/>
                              </a:cubicBezTo>
                              <a:cubicBezTo>
                                <a:pt x="42547" y="5515"/>
                                <a:pt x="42968" y="11251"/>
                                <a:pt x="39678" y="14963"/>
                              </a:cubicBezTo>
                              <a:lnTo>
                                <a:pt x="15806" y="42125"/>
                              </a:lnTo>
                              <a:cubicBezTo>
                                <a:pt x="14035" y="44149"/>
                                <a:pt x="11504" y="45161"/>
                                <a:pt x="8973" y="4516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9" name="AutoShape 39"/>
                        <p:cNvSpPr/>
                        <p:nvPr/>
                      </p:nvSpPr>
                      <p:spPr>
                        <a:xfrm>
                          <a:off x="6863760" y="1291684"/>
                          <a:ext cx="41060" cy="4440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1060" h="44402">
                              <a:moveTo>
                                <a:pt x="9058" y="44402"/>
                              </a:moveTo>
                              <a:cubicBezTo>
                                <a:pt x="6949" y="44402"/>
                                <a:pt x="4840" y="43643"/>
                                <a:pt x="3069" y="42125"/>
                              </a:cubicBezTo>
                              <a:cubicBezTo>
                                <a:pt x="-643" y="38835"/>
                                <a:pt x="-1065" y="33099"/>
                                <a:pt x="2225" y="29387"/>
                              </a:cubicBezTo>
                              <a:lnTo>
                                <a:pt x="25254" y="3069"/>
                              </a:lnTo>
                              <a:cubicBezTo>
                                <a:pt x="28544" y="-643"/>
                                <a:pt x="34280" y="-1065"/>
                                <a:pt x="37991" y="2225"/>
                              </a:cubicBezTo>
                              <a:cubicBezTo>
                                <a:pt x="41703" y="5515"/>
                                <a:pt x="42125" y="11251"/>
                                <a:pt x="38835" y="14963"/>
                              </a:cubicBezTo>
                              <a:lnTo>
                                <a:pt x="15806" y="41281"/>
                              </a:lnTo>
                              <a:cubicBezTo>
                                <a:pt x="14035" y="43306"/>
                                <a:pt x="11504" y="44318"/>
                                <a:pt x="8974" y="443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  <p:grpSp>
                <p:nvGrpSpPr>
                  <p:cNvPr id="40" name="Group 40"/>
                  <p:cNvGrpSpPr/>
                  <p:nvPr/>
                </p:nvGrpSpPr>
                <p:grpSpPr>
                  <a:xfrm>
                    <a:off x="3366285" y="4480029"/>
                    <a:ext cx="1949826" cy="2039962"/>
                    <a:chOff x="3366285" y="4480029"/>
                    <a:chExt cx="1949826" cy="2039962"/>
                  </a:xfrm>
                </p:grpSpPr>
                <p:grpSp>
                  <p:nvGrpSpPr>
                    <p:cNvPr id="41" name="Group 41"/>
                    <p:cNvGrpSpPr/>
                    <p:nvPr/>
                  </p:nvGrpSpPr>
                  <p:grpSpPr>
                    <a:xfrm>
                      <a:off x="3457883" y="4480029"/>
                      <a:ext cx="1853785" cy="1989350"/>
                      <a:chOff x="3457883" y="4480029"/>
                      <a:chExt cx="1853785" cy="1989350"/>
                    </a:xfrm>
                  </p:grpSpPr>
                  <p:sp>
                    <p:nvSpPr>
                      <p:cNvPr id="42" name="AutoShape 42"/>
                      <p:cNvSpPr/>
                      <p:nvPr/>
                    </p:nvSpPr>
                    <p:spPr>
                      <a:xfrm>
                        <a:off x="3466982" y="4489049"/>
                        <a:ext cx="1835764" cy="19712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764" h="1971251">
                            <a:moveTo>
                              <a:pt x="40101" y="516362"/>
                            </a:moveTo>
                            <a:lnTo>
                              <a:pt x="1097904" y="7031"/>
                            </a:lnTo>
                            <a:cubicBezTo>
                              <a:pt x="1131645" y="-9249"/>
                              <a:pt x="1172135" y="3657"/>
                              <a:pt x="1190525" y="36302"/>
                            </a:cubicBezTo>
                            <a:cubicBezTo>
                              <a:pt x="1507106" y="598776"/>
                              <a:pt x="1753505" y="1179218"/>
                              <a:pt x="1830436" y="1366062"/>
                            </a:cubicBezTo>
                            <a:cubicBezTo>
                              <a:pt x="1844692" y="1400732"/>
                              <a:pt x="1829424" y="1440547"/>
                              <a:pt x="1795598" y="1456743"/>
                            </a:cubicBezTo>
                            <a:lnTo>
                              <a:pt x="741676" y="1964219"/>
                            </a:lnTo>
                            <a:cubicBezTo>
                              <a:pt x="706500" y="1981174"/>
                              <a:pt x="664238" y="1966412"/>
                              <a:pt x="647199" y="1931320"/>
                            </a:cubicBezTo>
                            <a:lnTo>
                              <a:pt x="7119" y="611092"/>
                            </a:lnTo>
                            <a:cubicBezTo>
                              <a:pt x="-10005" y="575832"/>
                              <a:pt x="4841" y="533402"/>
                              <a:pt x="40101" y="51636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43" name="AutoShape 43"/>
                      <p:cNvSpPr/>
                      <p:nvPr/>
                    </p:nvSpPr>
                    <p:spPr>
                      <a:xfrm>
                        <a:off x="3457883" y="4480029"/>
                        <a:ext cx="1853785" cy="19893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53785" h="1989350">
                            <a:moveTo>
                              <a:pt x="720155" y="1989350"/>
                            </a:moveTo>
                            <a:cubicBezTo>
                              <a:pt x="690462" y="1989350"/>
                              <a:pt x="661866" y="1972733"/>
                              <a:pt x="648116" y="1944305"/>
                            </a:cubicBezTo>
                            <a:lnTo>
                              <a:pt x="8036" y="624077"/>
                            </a:lnTo>
                            <a:cubicBezTo>
                              <a:pt x="-1327" y="604844"/>
                              <a:pt x="-2508" y="583165"/>
                              <a:pt x="4493" y="562920"/>
                            </a:cubicBezTo>
                            <a:cubicBezTo>
                              <a:pt x="11494" y="542759"/>
                              <a:pt x="26003" y="526479"/>
                              <a:pt x="45236" y="517200"/>
                            </a:cubicBezTo>
                            <a:lnTo>
                              <a:pt x="45236" y="517200"/>
                            </a:lnTo>
                            <a:lnTo>
                              <a:pt x="1103038" y="7869"/>
                            </a:lnTo>
                            <a:cubicBezTo>
                              <a:pt x="1140914" y="-10351"/>
                              <a:pt x="1186718" y="4073"/>
                              <a:pt x="1207385" y="40767"/>
                            </a:cubicBezTo>
                            <a:cubicBezTo>
                              <a:pt x="1527256" y="609062"/>
                              <a:pt x="1778463" y="1203000"/>
                              <a:pt x="1847802" y="1371540"/>
                            </a:cubicBezTo>
                            <a:cubicBezTo>
                              <a:pt x="1863829" y="1410596"/>
                              <a:pt x="1846621" y="1455472"/>
                              <a:pt x="1808577" y="1473862"/>
                            </a:cubicBezTo>
                            <a:lnTo>
                              <a:pt x="754655" y="1981337"/>
                            </a:lnTo>
                            <a:cubicBezTo>
                              <a:pt x="743521" y="1986651"/>
                              <a:pt x="731795" y="1989266"/>
                              <a:pt x="720155" y="1989266"/>
                            </a:cubicBezTo>
                            <a:close/>
                            <a:moveTo>
                              <a:pt x="53081" y="533565"/>
                            </a:moveTo>
                            <a:cubicBezTo>
                              <a:pt x="38150" y="540735"/>
                              <a:pt x="26931" y="553304"/>
                              <a:pt x="21533" y="568909"/>
                            </a:cubicBezTo>
                            <a:cubicBezTo>
                              <a:pt x="16050" y="584515"/>
                              <a:pt x="17062" y="601301"/>
                              <a:pt x="24316" y="616232"/>
                            </a:cubicBezTo>
                            <a:lnTo>
                              <a:pt x="664396" y="1936460"/>
                            </a:lnTo>
                            <a:cubicBezTo>
                              <a:pt x="679243" y="1967081"/>
                              <a:pt x="716190" y="1979987"/>
                              <a:pt x="746810" y="1965225"/>
                            </a:cubicBezTo>
                            <a:lnTo>
                              <a:pt x="1800733" y="1457750"/>
                            </a:lnTo>
                            <a:cubicBezTo>
                              <a:pt x="1830172" y="1443578"/>
                              <a:pt x="1843500" y="1408824"/>
                              <a:pt x="1831100" y="1378626"/>
                            </a:cubicBezTo>
                            <a:cubicBezTo>
                              <a:pt x="1761845" y="1210339"/>
                              <a:pt x="1511060" y="617244"/>
                              <a:pt x="1191695" y="49878"/>
                            </a:cubicBezTo>
                            <a:cubicBezTo>
                              <a:pt x="1175668" y="21450"/>
                              <a:pt x="1140239" y="10231"/>
                              <a:pt x="1110884" y="24318"/>
                            </a:cubicBezTo>
                            <a:lnTo>
                              <a:pt x="53081" y="533649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44" name="AutoShape 44"/>
                    <p:cNvSpPr/>
                    <p:nvPr/>
                  </p:nvSpPr>
                  <p:spPr>
                    <a:xfrm>
                      <a:off x="4523890" y="4610497"/>
                      <a:ext cx="301702" cy="2510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1702" h="251090">
                          <a:moveTo>
                            <a:pt x="176385" y="8656"/>
                          </a:moveTo>
                          <a:lnTo>
                            <a:pt x="0" y="93601"/>
                          </a:lnTo>
                          <a:lnTo>
                            <a:pt x="75834" y="251091"/>
                          </a:lnTo>
                          <a:lnTo>
                            <a:pt x="252219" y="166146"/>
                          </a:lnTo>
                          <a:cubicBezTo>
                            <a:pt x="295662" y="145226"/>
                            <a:pt x="313967" y="93011"/>
                            <a:pt x="293047" y="49484"/>
                          </a:cubicBezTo>
                          <a:lnTo>
                            <a:pt x="293047" y="49484"/>
                          </a:lnTo>
                          <a:cubicBezTo>
                            <a:pt x="272127" y="6042"/>
                            <a:pt x="219912" y="-12264"/>
                            <a:pt x="176385" y="8656"/>
                          </a:cubicBezTo>
                          <a:close/>
                        </a:path>
                      </a:pathLst>
                    </a:custGeom>
                    <a:solidFill>
                      <a:srgbClr val="D84C4C">
                        <a:alpha val="100000"/>
                        <a:lumMod val="60000"/>
                        <a:lumOff val="4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5" name="AutoShape 45"/>
                    <p:cNvSpPr/>
                    <p:nvPr/>
                  </p:nvSpPr>
                  <p:spPr>
                    <a:xfrm>
                      <a:off x="4657000" y="4708432"/>
                      <a:ext cx="301702" cy="2510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1702" h="251090">
                          <a:moveTo>
                            <a:pt x="176385" y="8656"/>
                          </a:moveTo>
                          <a:lnTo>
                            <a:pt x="0" y="93601"/>
                          </a:lnTo>
                          <a:lnTo>
                            <a:pt x="75834" y="251091"/>
                          </a:lnTo>
                          <a:lnTo>
                            <a:pt x="252219" y="166146"/>
                          </a:lnTo>
                          <a:cubicBezTo>
                            <a:pt x="295662" y="145226"/>
                            <a:pt x="313967" y="93011"/>
                            <a:pt x="293047" y="49484"/>
                          </a:cubicBezTo>
                          <a:lnTo>
                            <a:pt x="293047" y="49484"/>
                          </a:lnTo>
                          <a:cubicBezTo>
                            <a:pt x="272127" y="6042"/>
                            <a:pt x="219912" y="-12264"/>
                            <a:pt x="176385" y="8656"/>
                          </a:cubicBezTo>
                          <a:close/>
                        </a:path>
                      </a:pathLst>
                    </a:custGeom>
                    <a:solidFill>
                      <a:srgbClr val="FFD05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6" name="AutoShape 46"/>
                    <p:cNvSpPr/>
                    <p:nvPr/>
                  </p:nvSpPr>
                  <p:spPr>
                    <a:xfrm>
                      <a:off x="4910232" y="5377108"/>
                      <a:ext cx="301703" cy="2510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1703" h="251090">
                          <a:moveTo>
                            <a:pt x="176385" y="8656"/>
                          </a:moveTo>
                          <a:lnTo>
                            <a:pt x="0" y="93601"/>
                          </a:lnTo>
                          <a:lnTo>
                            <a:pt x="75835" y="251091"/>
                          </a:lnTo>
                          <a:lnTo>
                            <a:pt x="252219" y="166146"/>
                          </a:lnTo>
                          <a:cubicBezTo>
                            <a:pt x="295662" y="145226"/>
                            <a:pt x="313967" y="93011"/>
                            <a:pt x="293047" y="49484"/>
                          </a:cubicBezTo>
                          <a:lnTo>
                            <a:pt x="293047" y="49484"/>
                          </a:lnTo>
                          <a:cubicBezTo>
                            <a:pt x="272127" y="6041"/>
                            <a:pt x="219912" y="-12263"/>
                            <a:pt x="176385" y="8656"/>
                          </a:cubicBezTo>
                          <a:close/>
                        </a:path>
                      </a:pathLst>
                    </a:custGeom>
                    <a:solidFill>
                      <a:srgbClr val="D84C4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7" name="AutoShape 47"/>
                    <p:cNvSpPr/>
                    <p:nvPr/>
                  </p:nvSpPr>
                  <p:spPr>
                    <a:xfrm>
                      <a:off x="5014409" y="5486516"/>
                      <a:ext cx="301702" cy="2510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1702" h="251090">
                          <a:moveTo>
                            <a:pt x="176385" y="8656"/>
                          </a:moveTo>
                          <a:lnTo>
                            <a:pt x="0" y="93601"/>
                          </a:lnTo>
                          <a:lnTo>
                            <a:pt x="75834" y="251090"/>
                          </a:lnTo>
                          <a:lnTo>
                            <a:pt x="252219" y="166145"/>
                          </a:lnTo>
                          <a:cubicBezTo>
                            <a:pt x="295662" y="145226"/>
                            <a:pt x="313967" y="93011"/>
                            <a:pt x="293047" y="49484"/>
                          </a:cubicBezTo>
                          <a:lnTo>
                            <a:pt x="293047" y="49484"/>
                          </a:lnTo>
                          <a:cubicBezTo>
                            <a:pt x="272127" y="6041"/>
                            <a:pt x="219912" y="-12263"/>
                            <a:pt x="176385" y="8656"/>
                          </a:cubicBezTo>
                          <a:close/>
                        </a:path>
                      </a:pathLst>
                    </a:custGeom>
                    <a:solidFill>
                      <a:srgbClr val="53AFA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8" name="AutoShape 48"/>
                    <p:cNvSpPr/>
                    <p:nvPr/>
                  </p:nvSpPr>
                  <p:spPr>
                    <a:xfrm>
                      <a:off x="3366285" y="4508845"/>
                      <a:ext cx="1872821" cy="20109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72821" h="2010986">
                          <a:moveTo>
                            <a:pt x="41007" y="526681"/>
                          </a:moveTo>
                          <a:lnTo>
                            <a:pt x="1120066" y="7143"/>
                          </a:lnTo>
                          <a:cubicBezTo>
                            <a:pt x="1154483" y="-9390"/>
                            <a:pt x="1195817" y="3684"/>
                            <a:pt x="1214543" y="37004"/>
                          </a:cubicBezTo>
                          <a:cubicBezTo>
                            <a:pt x="1537536" y="610782"/>
                            <a:pt x="1788911" y="1202949"/>
                            <a:pt x="1867361" y="1393589"/>
                          </a:cubicBezTo>
                          <a:cubicBezTo>
                            <a:pt x="1881954" y="1429018"/>
                            <a:pt x="1866348" y="1469508"/>
                            <a:pt x="1831848" y="1486126"/>
                          </a:cubicBezTo>
                          <a:lnTo>
                            <a:pt x="756668" y="2003808"/>
                          </a:lnTo>
                          <a:cubicBezTo>
                            <a:pt x="720733" y="2021100"/>
                            <a:pt x="677628" y="2006086"/>
                            <a:pt x="660251" y="1970235"/>
                          </a:cubicBezTo>
                          <a:lnTo>
                            <a:pt x="7265" y="623350"/>
                          </a:lnTo>
                          <a:cubicBezTo>
                            <a:pt x="-10196" y="587331"/>
                            <a:pt x="4903" y="544058"/>
                            <a:pt x="40923" y="526681"/>
                          </a:cubicBezTo>
                          <a:close/>
                        </a:path>
                      </a:pathLst>
                    </a:custGeom>
                    <a:solidFill>
                      <a:srgbClr val="FF6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9" name="AutoShape 49"/>
                    <p:cNvSpPr/>
                    <p:nvPr/>
                  </p:nvSpPr>
                  <p:spPr>
                    <a:xfrm>
                      <a:off x="3744679" y="4830132"/>
                      <a:ext cx="749557" cy="6009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49557" h="600930">
                          <a:moveTo>
                            <a:pt x="170679" y="600931"/>
                          </a:moveTo>
                          <a:cubicBezTo>
                            <a:pt x="156170" y="600931"/>
                            <a:pt x="142336" y="592917"/>
                            <a:pt x="135334" y="579083"/>
                          </a:cubicBezTo>
                          <a:lnTo>
                            <a:pt x="4248" y="319440"/>
                          </a:lnTo>
                          <a:cubicBezTo>
                            <a:pt x="-561" y="309824"/>
                            <a:pt x="-1320" y="298942"/>
                            <a:pt x="2139" y="288820"/>
                          </a:cubicBezTo>
                          <a:cubicBezTo>
                            <a:pt x="5597" y="278613"/>
                            <a:pt x="12852" y="270515"/>
                            <a:pt x="22468" y="265791"/>
                          </a:cubicBezTo>
                          <a:lnTo>
                            <a:pt x="566300" y="3956"/>
                          </a:lnTo>
                          <a:cubicBezTo>
                            <a:pt x="575916" y="-684"/>
                            <a:pt x="586798" y="-1274"/>
                            <a:pt x="596836" y="2353"/>
                          </a:cubicBezTo>
                          <a:cubicBezTo>
                            <a:pt x="606874" y="5980"/>
                            <a:pt x="614972" y="13235"/>
                            <a:pt x="619443" y="22936"/>
                          </a:cubicBezTo>
                          <a:lnTo>
                            <a:pt x="745806" y="293797"/>
                          </a:lnTo>
                          <a:cubicBezTo>
                            <a:pt x="750277" y="303413"/>
                            <a:pt x="750783" y="314210"/>
                            <a:pt x="747155" y="324165"/>
                          </a:cubicBezTo>
                          <a:cubicBezTo>
                            <a:pt x="743528" y="334118"/>
                            <a:pt x="736189" y="342048"/>
                            <a:pt x="726573" y="346518"/>
                          </a:cubicBezTo>
                          <a:lnTo>
                            <a:pt x="187549" y="597135"/>
                          </a:lnTo>
                          <a:cubicBezTo>
                            <a:pt x="182066" y="599665"/>
                            <a:pt x="176330" y="600847"/>
                            <a:pt x="170679" y="600847"/>
                          </a:cubicBezTo>
                          <a:close/>
                          <a:moveTo>
                            <a:pt x="583424" y="18127"/>
                          </a:moveTo>
                          <a:cubicBezTo>
                            <a:pt x="580218" y="18127"/>
                            <a:pt x="577013" y="18887"/>
                            <a:pt x="574061" y="20321"/>
                          </a:cubicBezTo>
                          <a:lnTo>
                            <a:pt x="30229" y="282156"/>
                          </a:lnTo>
                          <a:lnTo>
                            <a:pt x="30229" y="282156"/>
                          </a:lnTo>
                          <a:cubicBezTo>
                            <a:pt x="24999" y="284687"/>
                            <a:pt x="21034" y="289158"/>
                            <a:pt x="19178" y="294725"/>
                          </a:cubicBezTo>
                          <a:cubicBezTo>
                            <a:pt x="17322" y="300292"/>
                            <a:pt x="17744" y="306197"/>
                            <a:pt x="20359" y="311427"/>
                          </a:cubicBezTo>
                          <a:lnTo>
                            <a:pt x="151446" y="571069"/>
                          </a:lnTo>
                          <a:cubicBezTo>
                            <a:pt x="156760" y="581529"/>
                            <a:pt x="169245" y="585831"/>
                            <a:pt x="179873" y="580939"/>
                          </a:cubicBezTo>
                          <a:lnTo>
                            <a:pt x="718897" y="330322"/>
                          </a:lnTo>
                          <a:cubicBezTo>
                            <a:pt x="724127" y="327876"/>
                            <a:pt x="728091" y="323574"/>
                            <a:pt x="730116" y="318091"/>
                          </a:cubicBezTo>
                          <a:cubicBezTo>
                            <a:pt x="732056" y="312692"/>
                            <a:pt x="731803" y="306787"/>
                            <a:pt x="729357" y="301557"/>
                          </a:cubicBezTo>
                          <a:lnTo>
                            <a:pt x="602994" y="30696"/>
                          </a:lnTo>
                          <a:cubicBezTo>
                            <a:pt x="600548" y="25382"/>
                            <a:pt x="596161" y="21417"/>
                            <a:pt x="590678" y="19477"/>
                          </a:cubicBezTo>
                          <a:cubicBezTo>
                            <a:pt x="588316" y="18633"/>
                            <a:pt x="585870" y="18212"/>
                            <a:pt x="583424" y="18212"/>
                          </a:cubicBezTo>
                          <a:close/>
                          <a:moveTo>
                            <a:pt x="26348" y="273974"/>
                          </a:moveTo>
                          <a:lnTo>
                            <a:pt x="26348" y="273974"/>
                          </a:lnTo>
                          <a:lnTo>
                            <a:pt x="26348" y="273974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0" name="AutoShape 50"/>
                    <p:cNvSpPr/>
                    <p:nvPr/>
                  </p:nvSpPr>
                  <p:spPr>
                    <a:xfrm>
                      <a:off x="3427472" y="5002516"/>
                      <a:ext cx="779310" cy="1517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9310" h="1517476">
                          <a:moveTo>
                            <a:pt x="770304" y="1517477"/>
                          </a:moveTo>
                          <a:cubicBezTo>
                            <a:pt x="767014" y="1517477"/>
                            <a:pt x="763809" y="1515705"/>
                            <a:pt x="762206" y="1512500"/>
                          </a:cubicBezTo>
                          <a:lnTo>
                            <a:pt x="993" y="13103"/>
                          </a:lnTo>
                          <a:cubicBezTo>
                            <a:pt x="-1284" y="8632"/>
                            <a:pt x="487" y="3233"/>
                            <a:pt x="4958" y="956"/>
                          </a:cubicBezTo>
                          <a:cubicBezTo>
                            <a:pt x="9429" y="-1237"/>
                            <a:pt x="14827" y="450"/>
                            <a:pt x="17105" y="4921"/>
                          </a:cubicBezTo>
                          <a:lnTo>
                            <a:pt x="778318" y="1504317"/>
                          </a:lnTo>
                          <a:cubicBezTo>
                            <a:pt x="780595" y="1508788"/>
                            <a:pt x="778824" y="1514187"/>
                            <a:pt x="774353" y="1516464"/>
                          </a:cubicBezTo>
                          <a:cubicBezTo>
                            <a:pt x="773003" y="1517139"/>
                            <a:pt x="771654" y="1517477"/>
                            <a:pt x="770304" y="151747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1" name="AutoShape 51"/>
                    <p:cNvSpPr/>
                    <p:nvPr/>
                  </p:nvSpPr>
                  <p:spPr>
                    <a:xfrm>
                      <a:off x="3565119" y="4858551"/>
                      <a:ext cx="292709" cy="342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709" h="342731">
                          <a:moveTo>
                            <a:pt x="0" y="69086"/>
                          </a:moveTo>
                          <a:lnTo>
                            <a:pt x="143318" y="0"/>
                          </a:lnTo>
                          <a:lnTo>
                            <a:pt x="292709" y="285286"/>
                          </a:lnTo>
                          <a:lnTo>
                            <a:pt x="191568" y="271115"/>
                          </a:lnTo>
                          <a:lnTo>
                            <a:pt x="131761" y="342731"/>
                          </a:lnTo>
                          <a:lnTo>
                            <a:pt x="0" y="69086"/>
                          </a:lnTo>
                          <a:close/>
                        </a:path>
                      </a:pathLst>
                    </a:custGeom>
                    <a:solidFill>
                      <a:srgbClr val="53AFA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2" name="AutoShape 52"/>
                    <p:cNvSpPr/>
                    <p:nvPr/>
                  </p:nvSpPr>
                  <p:spPr>
                    <a:xfrm>
                      <a:off x="4874165" y="5984248"/>
                      <a:ext cx="81413" cy="497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1413" h="49779">
                          <a:moveTo>
                            <a:pt x="9074" y="49780"/>
                          </a:moveTo>
                          <a:cubicBezTo>
                            <a:pt x="5784" y="49780"/>
                            <a:pt x="2578" y="47924"/>
                            <a:pt x="976" y="44803"/>
                          </a:cubicBezTo>
                          <a:cubicBezTo>
                            <a:pt x="-1302" y="40332"/>
                            <a:pt x="554" y="34933"/>
                            <a:pt x="5025" y="32656"/>
                          </a:cubicBezTo>
                          <a:lnTo>
                            <a:pt x="68290" y="939"/>
                          </a:lnTo>
                          <a:cubicBezTo>
                            <a:pt x="72761" y="-1255"/>
                            <a:pt x="78160" y="517"/>
                            <a:pt x="80437" y="4988"/>
                          </a:cubicBezTo>
                          <a:cubicBezTo>
                            <a:pt x="82715" y="9458"/>
                            <a:pt x="80859" y="14857"/>
                            <a:pt x="76388" y="17135"/>
                          </a:cubicBezTo>
                          <a:lnTo>
                            <a:pt x="13123" y="48852"/>
                          </a:lnTo>
                          <a:cubicBezTo>
                            <a:pt x="11857" y="49526"/>
                            <a:pt x="10424" y="49780"/>
                            <a:pt x="9074" y="4978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3" name="AutoShape 53"/>
                    <p:cNvSpPr/>
                    <p:nvPr/>
                  </p:nvSpPr>
                  <p:spPr>
                    <a:xfrm>
                      <a:off x="4803513" y="5978343"/>
                      <a:ext cx="85387" cy="517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387" h="51719">
                          <a:moveTo>
                            <a:pt x="9037" y="51720"/>
                          </a:moveTo>
                          <a:cubicBezTo>
                            <a:pt x="5747" y="51720"/>
                            <a:pt x="2541" y="49864"/>
                            <a:pt x="939" y="46743"/>
                          </a:cubicBezTo>
                          <a:cubicBezTo>
                            <a:pt x="-1255" y="42272"/>
                            <a:pt x="517" y="36874"/>
                            <a:pt x="4988" y="34596"/>
                          </a:cubicBezTo>
                          <a:lnTo>
                            <a:pt x="72302" y="939"/>
                          </a:lnTo>
                          <a:cubicBezTo>
                            <a:pt x="76773" y="-1255"/>
                            <a:pt x="82172" y="517"/>
                            <a:pt x="84449" y="4988"/>
                          </a:cubicBezTo>
                          <a:cubicBezTo>
                            <a:pt x="86642" y="9459"/>
                            <a:pt x="84871" y="14857"/>
                            <a:pt x="80400" y="17135"/>
                          </a:cubicBezTo>
                          <a:lnTo>
                            <a:pt x="13086" y="50792"/>
                          </a:lnTo>
                          <a:cubicBezTo>
                            <a:pt x="11820" y="51467"/>
                            <a:pt x="10386" y="51720"/>
                            <a:pt x="9037" y="5172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4" name="AutoShape 54"/>
                    <p:cNvSpPr/>
                    <p:nvPr/>
                  </p:nvSpPr>
                  <p:spPr>
                    <a:xfrm>
                      <a:off x="4914135" y="5936536"/>
                      <a:ext cx="58918" cy="37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918" h="37768">
                          <a:moveTo>
                            <a:pt x="9088" y="37768"/>
                          </a:moveTo>
                          <a:cubicBezTo>
                            <a:pt x="5714" y="37768"/>
                            <a:pt x="2508" y="35913"/>
                            <a:pt x="905" y="32623"/>
                          </a:cubicBezTo>
                          <a:cubicBezTo>
                            <a:pt x="-1288" y="28152"/>
                            <a:pt x="652" y="22753"/>
                            <a:pt x="5123" y="20560"/>
                          </a:cubicBezTo>
                          <a:lnTo>
                            <a:pt x="45950" y="905"/>
                          </a:lnTo>
                          <a:cubicBezTo>
                            <a:pt x="50421" y="-1288"/>
                            <a:pt x="55820" y="653"/>
                            <a:pt x="58013" y="5123"/>
                          </a:cubicBezTo>
                          <a:cubicBezTo>
                            <a:pt x="60206" y="9594"/>
                            <a:pt x="58266" y="14992"/>
                            <a:pt x="53795" y="17186"/>
                          </a:cubicBezTo>
                          <a:lnTo>
                            <a:pt x="12968" y="36840"/>
                          </a:lnTo>
                          <a:cubicBezTo>
                            <a:pt x="11703" y="37431"/>
                            <a:pt x="10353" y="37768"/>
                            <a:pt x="9088" y="37768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5" name="AutoShape 55"/>
                    <p:cNvSpPr/>
                    <p:nvPr/>
                  </p:nvSpPr>
                  <p:spPr>
                    <a:xfrm>
                      <a:off x="4841014" y="5917439"/>
                      <a:ext cx="77448" cy="478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448" h="47839">
                          <a:moveTo>
                            <a:pt x="9074" y="47840"/>
                          </a:moveTo>
                          <a:cubicBezTo>
                            <a:pt x="5784" y="47840"/>
                            <a:pt x="2578" y="45984"/>
                            <a:pt x="976" y="42863"/>
                          </a:cubicBezTo>
                          <a:cubicBezTo>
                            <a:pt x="-1302" y="38392"/>
                            <a:pt x="554" y="32993"/>
                            <a:pt x="5025" y="30716"/>
                          </a:cubicBezTo>
                          <a:lnTo>
                            <a:pt x="64326" y="939"/>
                          </a:lnTo>
                          <a:cubicBezTo>
                            <a:pt x="68797" y="-1255"/>
                            <a:pt x="74195" y="517"/>
                            <a:pt x="76473" y="4988"/>
                          </a:cubicBezTo>
                          <a:cubicBezTo>
                            <a:pt x="78750" y="9459"/>
                            <a:pt x="76894" y="14857"/>
                            <a:pt x="72424" y="17135"/>
                          </a:cubicBezTo>
                          <a:lnTo>
                            <a:pt x="13123" y="46912"/>
                          </a:lnTo>
                          <a:cubicBezTo>
                            <a:pt x="11857" y="47587"/>
                            <a:pt x="10423" y="47840"/>
                            <a:pt x="9074" y="4784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6" name="AutoShape 56"/>
                    <p:cNvSpPr/>
                    <p:nvPr/>
                  </p:nvSpPr>
                  <p:spPr>
                    <a:xfrm>
                      <a:off x="4767710" y="5974088"/>
                      <a:ext cx="38054" cy="3016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054" h="30161">
                          <a:moveTo>
                            <a:pt x="9073" y="30162"/>
                          </a:moveTo>
                          <a:cubicBezTo>
                            <a:pt x="6037" y="30162"/>
                            <a:pt x="3000" y="28644"/>
                            <a:pt x="1313" y="25776"/>
                          </a:cubicBezTo>
                          <a:cubicBezTo>
                            <a:pt x="-1302" y="21474"/>
                            <a:pt x="132" y="15990"/>
                            <a:pt x="4349" y="13375"/>
                          </a:cubicBezTo>
                          <a:lnTo>
                            <a:pt x="24342" y="1313"/>
                          </a:lnTo>
                          <a:cubicBezTo>
                            <a:pt x="28559" y="-1302"/>
                            <a:pt x="34127" y="132"/>
                            <a:pt x="36742" y="4349"/>
                          </a:cubicBezTo>
                          <a:cubicBezTo>
                            <a:pt x="39357" y="8652"/>
                            <a:pt x="37923" y="14135"/>
                            <a:pt x="33705" y="16750"/>
                          </a:cubicBezTo>
                          <a:lnTo>
                            <a:pt x="13713" y="28812"/>
                          </a:lnTo>
                          <a:cubicBezTo>
                            <a:pt x="12279" y="29656"/>
                            <a:pt x="10676" y="30078"/>
                            <a:pt x="9073" y="30078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7" name="AutoShape 57"/>
                    <p:cNvSpPr/>
                    <p:nvPr/>
                  </p:nvSpPr>
                  <p:spPr>
                    <a:xfrm>
                      <a:off x="4794355" y="6050755"/>
                      <a:ext cx="43474" cy="29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474" h="29076">
                          <a:moveTo>
                            <a:pt x="9000" y="29076"/>
                          </a:moveTo>
                          <a:cubicBezTo>
                            <a:pt x="5541" y="29076"/>
                            <a:pt x="2167" y="27052"/>
                            <a:pt x="733" y="23593"/>
                          </a:cubicBezTo>
                          <a:cubicBezTo>
                            <a:pt x="-1207" y="19038"/>
                            <a:pt x="818" y="13724"/>
                            <a:pt x="5457" y="11699"/>
                          </a:cubicBezTo>
                          <a:lnTo>
                            <a:pt x="30848" y="733"/>
                          </a:lnTo>
                          <a:cubicBezTo>
                            <a:pt x="35403" y="-1207"/>
                            <a:pt x="40717" y="818"/>
                            <a:pt x="42742" y="5457"/>
                          </a:cubicBezTo>
                          <a:cubicBezTo>
                            <a:pt x="44682" y="10012"/>
                            <a:pt x="42657" y="15326"/>
                            <a:pt x="38018" y="17351"/>
                          </a:cubicBezTo>
                          <a:lnTo>
                            <a:pt x="12627" y="28317"/>
                          </a:lnTo>
                          <a:cubicBezTo>
                            <a:pt x="11446" y="28823"/>
                            <a:pt x="10265" y="29076"/>
                            <a:pt x="9084" y="29076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58" name="Group 58"/>
                  <p:cNvGrpSpPr/>
                  <p:nvPr/>
                </p:nvGrpSpPr>
                <p:grpSpPr>
                  <a:xfrm>
                    <a:off x="7561053" y="2894849"/>
                    <a:ext cx="2495274" cy="2264876"/>
                    <a:chOff x="7561053" y="2894849"/>
                    <a:chExt cx="2495274" cy="2264876"/>
                  </a:xfrm>
                </p:grpSpPr>
                <p:grpSp>
                  <p:nvGrpSpPr>
                    <p:cNvPr id="59" name="Group 59"/>
                    <p:cNvGrpSpPr/>
                    <p:nvPr/>
                  </p:nvGrpSpPr>
                  <p:grpSpPr>
                    <a:xfrm>
                      <a:off x="7561053" y="2894849"/>
                      <a:ext cx="2495274" cy="2264876"/>
                      <a:chOff x="7561053" y="2894849"/>
                      <a:chExt cx="2495274" cy="2264876"/>
                    </a:xfrm>
                  </p:grpSpPr>
                  <p:grpSp>
                    <p:nvGrpSpPr>
                      <p:cNvPr id="60" name="Group 60"/>
                      <p:cNvGrpSpPr/>
                      <p:nvPr/>
                    </p:nvGrpSpPr>
                    <p:grpSpPr>
                      <a:xfrm>
                        <a:off x="8050585" y="4403240"/>
                        <a:ext cx="642022" cy="539243"/>
                        <a:chOff x="8050585" y="4403240"/>
                        <a:chExt cx="642022" cy="539243"/>
                      </a:xfrm>
                    </p:grpSpPr>
                    <p:sp>
                      <p:nvSpPr>
                        <p:cNvPr id="61" name="AutoShape 61"/>
                        <p:cNvSpPr/>
                        <p:nvPr/>
                      </p:nvSpPr>
                      <p:spPr>
                        <a:xfrm>
                          <a:off x="8059682" y="4412148"/>
                          <a:ext cx="623968" cy="52114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23968" h="521140">
                              <a:moveTo>
                                <a:pt x="623969" y="314810"/>
                              </a:moveTo>
                              <a:lnTo>
                                <a:pt x="138257" y="0"/>
                              </a:lnTo>
                              <a:lnTo>
                                <a:pt x="0" y="170649"/>
                              </a:lnTo>
                              <a:lnTo>
                                <a:pt x="571332" y="521141"/>
                              </a:lnTo>
                              <a:lnTo>
                                <a:pt x="623969" y="31481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62" name="AutoShape 62"/>
                        <p:cNvSpPr/>
                        <p:nvPr/>
                      </p:nvSpPr>
                      <p:spPr>
                        <a:xfrm>
                          <a:off x="8050585" y="4403240"/>
                          <a:ext cx="642022" cy="53924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42022" h="539243">
                              <a:moveTo>
                                <a:pt x="580429" y="539075"/>
                              </a:moveTo>
                              <a:cubicBezTo>
                                <a:pt x="578826" y="539075"/>
                                <a:pt x="577139" y="538653"/>
                                <a:pt x="575705" y="537725"/>
                              </a:cubicBezTo>
                              <a:lnTo>
                                <a:pt x="4373" y="187233"/>
                              </a:lnTo>
                              <a:cubicBezTo>
                                <a:pt x="2180" y="185884"/>
                                <a:pt x="661" y="183606"/>
                                <a:pt x="155" y="181075"/>
                              </a:cubicBezTo>
                              <a:cubicBezTo>
                                <a:pt x="-351" y="178544"/>
                                <a:pt x="409" y="175845"/>
                                <a:pt x="2011" y="173905"/>
                              </a:cubicBezTo>
                              <a:lnTo>
                                <a:pt x="140268" y="3341"/>
                              </a:lnTo>
                              <a:cubicBezTo>
                                <a:pt x="143220" y="-286"/>
                                <a:pt x="148366" y="-1046"/>
                                <a:pt x="152162" y="1485"/>
                              </a:cubicBezTo>
                              <a:lnTo>
                                <a:pt x="637874" y="316295"/>
                              </a:lnTo>
                              <a:cubicBezTo>
                                <a:pt x="641163" y="318404"/>
                                <a:pt x="642682" y="322369"/>
                                <a:pt x="641754" y="326080"/>
                              </a:cubicBezTo>
                              <a:lnTo>
                                <a:pt x="589117" y="532410"/>
                              </a:lnTo>
                              <a:cubicBezTo>
                                <a:pt x="588442" y="535194"/>
                                <a:pt x="586417" y="537472"/>
                                <a:pt x="583802" y="538569"/>
                              </a:cubicBezTo>
                              <a:cubicBezTo>
                                <a:pt x="582706" y="538990"/>
                                <a:pt x="581525" y="539243"/>
                                <a:pt x="580429" y="539243"/>
                              </a:cubicBezTo>
                              <a:close/>
                              <a:moveTo>
                                <a:pt x="22594" y="177195"/>
                              </a:moveTo>
                              <a:lnTo>
                                <a:pt x="574693" y="515877"/>
                              </a:lnTo>
                              <a:lnTo>
                                <a:pt x="622690" y="327767"/>
                              </a:lnTo>
                              <a:lnTo>
                                <a:pt x="149210" y="20886"/>
                              </a:lnTo>
                              <a:lnTo>
                                <a:pt x="22509" y="17719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sp>
                    <p:nvSpPr>
                      <p:cNvPr id="63" name="AutoShape 63"/>
                      <p:cNvSpPr/>
                      <p:nvPr/>
                    </p:nvSpPr>
                    <p:spPr>
                      <a:xfrm>
                        <a:off x="7561053" y="2894849"/>
                        <a:ext cx="2495274" cy="226487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495274" h="2264876">
                            <a:moveTo>
                              <a:pt x="698633" y="29628"/>
                            </a:moveTo>
                            <a:lnTo>
                              <a:pt x="10556" y="1086249"/>
                            </a:lnTo>
                            <a:cubicBezTo>
                              <a:pt x="-9183" y="1116532"/>
                              <a:pt x="-410" y="1157022"/>
                              <a:pt x="29957" y="1176508"/>
                            </a:cubicBezTo>
                            <a:lnTo>
                              <a:pt x="1710041" y="2254556"/>
                            </a:lnTo>
                            <a:cubicBezTo>
                              <a:pt x="1740661" y="2274210"/>
                              <a:pt x="1781320" y="2264931"/>
                              <a:pt x="1800468" y="2234058"/>
                            </a:cubicBezTo>
                            <a:lnTo>
                              <a:pt x="2485509" y="1128258"/>
                            </a:lnTo>
                            <a:cubicBezTo>
                              <a:pt x="2504489" y="1097637"/>
                              <a:pt x="2494957" y="1057400"/>
                              <a:pt x="2464252" y="1038505"/>
                            </a:cubicBezTo>
                            <a:lnTo>
                              <a:pt x="787205" y="9636"/>
                            </a:lnTo>
                            <a:cubicBezTo>
                              <a:pt x="757175" y="-8838"/>
                              <a:pt x="717866" y="19"/>
                              <a:pt x="698633" y="29628"/>
                            </a:cubicBezTo>
                            <a:close/>
                          </a:path>
                        </a:pathLst>
                      </a:custGeom>
                      <a:solidFill>
                        <a:srgbClr val="FF6000">
                          <a:alpha val="100000"/>
                          <a:lumMod val="60000"/>
                          <a:lumOff val="4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64" name="AutoShape 64"/>
                      <p:cNvSpPr/>
                      <p:nvPr/>
                    </p:nvSpPr>
                    <p:spPr>
                      <a:xfrm>
                        <a:off x="9162138" y="4943791"/>
                        <a:ext cx="72047" cy="7330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2047" h="73303">
                            <a:moveTo>
                              <a:pt x="55053" y="5609"/>
                            </a:moveTo>
                            <a:cubicBezTo>
                              <a:pt x="15070" y="-18853"/>
                              <a:pt x="-23059" y="43147"/>
                              <a:pt x="17010" y="67694"/>
                            </a:cubicBezTo>
                            <a:cubicBezTo>
                              <a:pt x="56909" y="92157"/>
                              <a:pt x="95122" y="30157"/>
                              <a:pt x="55053" y="5609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65" name="AutoShape 65"/>
                      <p:cNvSpPr/>
                      <p:nvPr/>
                    </p:nvSpPr>
                    <p:spPr>
                      <a:xfrm>
                        <a:off x="7795460" y="3050961"/>
                        <a:ext cx="2093529" cy="185526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093529" h="1855262">
                            <a:moveTo>
                              <a:pt x="543351" y="22991"/>
                            </a:moveTo>
                            <a:lnTo>
                              <a:pt x="8207" y="844854"/>
                            </a:lnTo>
                            <a:cubicBezTo>
                              <a:pt x="-7145" y="868389"/>
                              <a:pt x="-313" y="899938"/>
                              <a:pt x="23306" y="915037"/>
                            </a:cubicBezTo>
                            <a:lnTo>
                              <a:pt x="1482804" y="1847236"/>
                            </a:lnTo>
                            <a:cubicBezTo>
                              <a:pt x="1506592" y="1862504"/>
                              <a:pt x="1538309" y="1855334"/>
                              <a:pt x="1553155" y="1831293"/>
                            </a:cubicBezTo>
                            <a:lnTo>
                              <a:pt x="2085937" y="971217"/>
                            </a:lnTo>
                            <a:cubicBezTo>
                              <a:pt x="2100699" y="947345"/>
                              <a:pt x="2093275" y="916049"/>
                              <a:pt x="2069403" y="901456"/>
                            </a:cubicBezTo>
                            <a:lnTo>
                              <a:pt x="612268" y="7470"/>
                            </a:lnTo>
                            <a:cubicBezTo>
                              <a:pt x="588902" y="-6870"/>
                              <a:pt x="558365" y="47"/>
                              <a:pt x="543435" y="22991"/>
                            </a:cubicBezTo>
                            <a:close/>
                          </a:path>
                        </a:pathLst>
                      </a:custGeom>
                      <a:solidFill>
                        <a:srgbClr val="53AFA6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66" name="AutoShape 66"/>
                      <p:cNvSpPr/>
                      <p:nvPr/>
                    </p:nvSpPr>
                    <p:spPr>
                      <a:xfrm>
                        <a:off x="7860606" y="4465629"/>
                        <a:ext cx="912122" cy="64598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12122" h="645984">
                            <a:moveTo>
                              <a:pt x="61578" y="0"/>
                            </a:moveTo>
                            <a:lnTo>
                              <a:pt x="912123" y="521815"/>
                            </a:lnTo>
                            <a:lnTo>
                              <a:pt x="835950" y="645984"/>
                            </a:lnTo>
                            <a:lnTo>
                              <a:pt x="0" y="100381"/>
                            </a:lnTo>
                            <a:lnTo>
                              <a:pt x="61578" y="0"/>
                            </a:lnTo>
                            <a:close/>
                          </a:path>
                        </a:pathLst>
                      </a:custGeom>
                      <a:solidFill>
                        <a:srgbClr val="D84C4C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67" name="Group 67"/>
                    <p:cNvGrpSpPr/>
                    <p:nvPr/>
                  </p:nvGrpSpPr>
                  <p:grpSpPr>
                    <a:xfrm>
                      <a:off x="7990393" y="3205110"/>
                      <a:ext cx="1708982" cy="1506243"/>
                      <a:chOff x="7990393" y="3205110"/>
                      <a:chExt cx="1708982" cy="1506243"/>
                    </a:xfrm>
                    <a:solidFill>
                      <a:srgbClr val="282523">
                        <a:alpha val="100000"/>
                      </a:srgbClr>
                    </a:solidFill>
                  </p:grpSpPr>
                  <p:sp>
                    <p:nvSpPr>
                      <p:cNvPr id="68" name="AutoShape 68"/>
                      <p:cNvSpPr/>
                      <p:nvPr/>
                    </p:nvSpPr>
                    <p:spPr>
                      <a:xfrm>
                        <a:off x="8249829" y="3205110"/>
                        <a:ext cx="611004" cy="56763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11004" h="567633">
                            <a:moveTo>
                              <a:pt x="415938" y="567633"/>
                            </a:moveTo>
                            <a:cubicBezTo>
                              <a:pt x="414082" y="567633"/>
                              <a:pt x="412311" y="567043"/>
                              <a:pt x="410792" y="566031"/>
                            </a:cubicBezTo>
                            <a:lnTo>
                              <a:pt x="3867" y="283359"/>
                            </a:lnTo>
                            <a:cubicBezTo>
                              <a:pt x="-97" y="280576"/>
                              <a:pt x="-1194" y="275093"/>
                              <a:pt x="1421" y="271044"/>
                            </a:cubicBezTo>
                            <a:lnTo>
                              <a:pt x="174178" y="4147"/>
                            </a:lnTo>
                            <a:cubicBezTo>
                              <a:pt x="176878" y="14"/>
                              <a:pt x="182361" y="-1252"/>
                              <a:pt x="186494" y="1363"/>
                            </a:cubicBezTo>
                            <a:lnTo>
                              <a:pt x="606747" y="262187"/>
                            </a:lnTo>
                            <a:cubicBezTo>
                              <a:pt x="608772" y="263452"/>
                              <a:pt x="610290" y="265476"/>
                              <a:pt x="610796" y="267838"/>
                            </a:cubicBezTo>
                            <a:cubicBezTo>
                              <a:pt x="611302" y="270200"/>
                              <a:pt x="610880" y="272647"/>
                              <a:pt x="609615" y="274671"/>
                            </a:cubicBezTo>
                            <a:lnTo>
                              <a:pt x="423446" y="563416"/>
                            </a:lnTo>
                            <a:cubicBezTo>
                              <a:pt x="422096" y="565440"/>
                              <a:pt x="419987" y="566874"/>
                              <a:pt x="417625" y="567380"/>
                            </a:cubicBezTo>
                            <a:cubicBezTo>
                              <a:pt x="417035" y="567465"/>
                              <a:pt x="416444" y="567549"/>
                              <a:pt x="415854" y="567549"/>
                            </a:cubicBezTo>
                            <a:close/>
                            <a:moveTo>
                              <a:pt x="21413" y="273490"/>
                            </a:moveTo>
                            <a:lnTo>
                              <a:pt x="413491" y="545870"/>
                            </a:lnTo>
                            <a:lnTo>
                              <a:pt x="589623" y="272731"/>
                            </a:lnTo>
                            <a:lnTo>
                              <a:pt x="184638" y="21355"/>
                            </a:lnTo>
                            <a:lnTo>
                              <a:pt x="21497" y="273490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69" name="AutoShape 69"/>
                      <p:cNvSpPr/>
                      <p:nvPr/>
                    </p:nvSpPr>
                    <p:spPr>
                      <a:xfrm>
                        <a:off x="8442583" y="3280553"/>
                        <a:ext cx="213804" cy="39973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804" h="399738">
                            <a:moveTo>
                              <a:pt x="204795" y="399738"/>
                            </a:moveTo>
                            <a:cubicBezTo>
                              <a:pt x="201505" y="399738"/>
                              <a:pt x="198384" y="397966"/>
                              <a:pt x="196782" y="394845"/>
                            </a:cubicBezTo>
                            <a:lnTo>
                              <a:pt x="995" y="13142"/>
                            </a:lnTo>
                            <a:cubicBezTo>
                              <a:pt x="-1282" y="8672"/>
                              <a:pt x="489" y="3273"/>
                              <a:pt x="4876" y="995"/>
                            </a:cubicBezTo>
                            <a:cubicBezTo>
                              <a:pt x="9346" y="-1282"/>
                              <a:pt x="14745" y="489"/>
                              <a:pt x="17023" y="4876"/>
                            </a:cubicBezTo>
                            <a:lnTo>
                              <a:pt x="212809" y="386579"/>
                            </a:lnTo>
                            <a:cubicBezTo>
                              <a:pt x="215086" y="391050"/>
                              <a:pt x="213315" y="396448"/>
                              <a:pt x="208929" y="398726"/>
                            </a:cubicBezTo>
                            <a:cubicBezTo>
                              <a:pt x="207579" y="399401"/>
                              <a:pt x="206229" y="399738"/>
                              <a:pt x="204795" y="399738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0" name="AutoShape 70"/>
                      <p:cNvSpPr/>
                      <p:nvPr/>
                    </p:nvSpPr>
                    <p:spPr>
                      <a:xfrm>
                        <a:off x="8336183" y="3458765"/>
                        <a:ext cx="406442" cy="368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06442" h="36874">
                            <a:moveTo>
                              <a:pt x="397404" y="36874"/>
                            </a:moveTo>
                            <a:cubicBezTo>
                              <a:pt x="397404" y="36874"/>
                              <a:pt x="397067" y="36874"/>
                              <a:pt x="396983" y="36874"/>
                            </a:cubicBezTo>
                            <a:lnTo>
                              <a:pt x="8616" y="18064"/>
                            </a:lnTo>
                            <a:cubicBezTo>
                              <a:pt x="3639" y="17811"/>
                              <a:pt x="-242" y="13593"/>
                              <a:pt x="12" y="8616"/>
                            </a:cubicBezTo>
                            <a:cubicBezTo>
                              <a:pt x="265" y="3639"/>
                              <a:pt x="4482" y="-241"/>
                              <a:pt x="9459" y="12"/>
                            </a:cubicBezTo>
                            <a:lnTo>
                              <a:pt x="397826" y="18823"/>
                            </a:lnTo>
                            <a:cubicBezTo>
                              <a:pt x="402803" y="19076"/>
                              <a:pt x="406684" y="23294"/>
                              <a:pt x="406430" y="28270"/>
                            </a:cubicBezTo>
                            <a:cubicBezTo>
                              <a:pt x="406177" y="33079"/>
                              <a:pt x="402213" y="36874"/>
                              <a:pt x="397404" y="36874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1" name="AutoShape 71"/>
                      <p:cNvSpPr/>
                      <p:nvPr/>
                    </p:nvSpPr>
                    <p:spPr>
                      <a:xfrm>
                        <a:off x="8189482" y="3577780"/>
                        <a:ext cx="218097" cy="15278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8097" h="152786">
                            <a:moveTo>
                              <a:pt x="209051" y="152786"/>
                            </a:moveTo>
                            <a:cubicBezTo>
                              <a:pt x="207279" y="152786"/>
                              <a:pt x="205592" y="152280"/>
                              <a:pt x="203989" y="151268"/>
                            </a:cubicBezTo>
                            <a:lnTo>
                              <a:pt x="3986" y="16554"/>
                            </a:lnTo>
                            <a:cubicBezTo>
                              <a:pt x="-148" y="13770"/>
                              <a:pt x="-1244" y="8119"/>
                              <a:pt x="1539" y="3985"/>
                            </a:cubicBezTo>
                            <a:cubicBezTo>
                              <a:pt x="4323" y="-148"/>
                              <a:pt x="9890" y="-1245"/>
                              <a:pt x="14108" y="1539"/>
                            </a:cubicBezTo>
                            <a:lnTo>
                              <a:pt x="214112" y="136253"/>
                            </a:lnTo>
                            <a:cubicBezTo>
                              <a:pt x="218245" y="139037"/>
                              <a:pt x="219342" y="144688"/>
                              <a:pt x="216558" y="148822"/>
                            </a:cubicBezTo>
                            <a:cubicBezTo>
                              <a:pt x="214787" y="151437"/>
                              <a:pt x="212003" y="152786"/>
                              <a:pt x="209051" y="152786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2" name="AutoShape 72"/>
                      <p:cNvSpPr/>
                      <p:nvPr/>
                    </p:nvSpPr>
                    <p:spPr>
                      <a:xfrm>
                        <a:off x="8129409" y="3665748"/>
                        <a:ext cx="441578" cy="28844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41578" h="288441">
                            <a:moveTo>
                              <a:pt x="432603" y="288441"/>
                            </a:moveTo>
                            <a:cubicBezTo>
                              <a:pt x="430916" y="288441"/>
                              <a:pt x="429229" y="288019"/>
                              <a:pt x="427710" y="287007"/>
                            </a:cubicBezTo>
                            <a:lnTo>
                              <a:pt x="4168" y="16652"/>
                            </a:lnTo>
                            <a:cubicBezTo>
                              <a:pt x="-50" y="13953"/>
                              <a:pt x="-1231" y="8385"/>
                              <a:pt x="1384" y="4167"/>
                            </a:cubicBezTo>
                            <a:cubicBezTo>
                              <a:pt x="4083" y="-50"/>
                              <a:pt x="9651" y="-1231"/>
                              <a:pt x="13869" y="1384"/>
                            </a:cubicBezTo>
                            <a:lnTo>
                              <a:pt x="437411" y="271739"/>
                            </a:lnTo>
                            <a:cubicBezTo>
                              <a:pt x="441629" y="274439"/>
                              <a:pt x="442810" y="280006"/>
                              <a:pt x="440195" y="284224"/>
                            </a:cubicBezTo>
                            <a:cubicBezTo>
                              <a:pt x="438508" y="286923"/>
                              <a:pt x="435555" y="288357"/>
                              <a:pt x="432603" y="288357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3" name="AutoShape 73"/>
                      <p:cNvSpPr/>
                      <p:nvPr/>
                    </p:nvSpPr>
                    <p:spPr>
                      <a:xfrm>
                        <a:off x="8063359" y="3773468"/>
                        <a:ext cx="441494" cy="28844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41494" h="288441">
                            <a:moveTo>
                              <a:pt x="432518" y="288441"/>
                            </a:moveTo>
                            <a:cubicBezTo>
                              <a:pt x="430831" y="288441"/>
                              <a:pt x="429144" y="288020"/>
                              <a:pt x="427626" y="287007"/>
                            </a:cubicBezTo>
                            <a:lnTo>
                              <a:pt x="4167" y="16652"/>
                            </a:lnTo>
                            <a:cubicBezTo>
                              <a:pt x="-50" y="13953"/>
                              <a:pt x="-1231" y="8385"/>
                              <a:pt x="1384" y="4167"/>
                            </a:cubicBezTo>
                            <a:cubicBezTo>
                              <a:pt x="3999" y="-50"/>
                              <a:pt x="9650" y="-1231"/>
                              <a:pt x="13868" y="1384"/>
                            </a:cubicBezTo>
                            <a:lnTo>
                              <a:pt x="437327" y="271739"/>
                            </a:lnTo>
                            <a:cubicBezTo>
                              <a:pt x="441544" y="274439"/>
                              <a:pt x="442725" y="280006"/>
                              <a:pt x="440110" y="284224"/>
                            </a:cubicBezTo>
                            <a:cubicBezTo>
                              <a:pt x="438423" y="286923"/>
                              <a:pt x="435471" y="288357"/>
                              <a:pt x="432518" y="288357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4" name="AutoShape 74"/>
                      <p:cNvSpPr/>
                      <p:nvPr/>
                    </p:nvSpPr>
                    <p:spPr>
                      <a:xfrm>
                        <a:off x="7990393" y="3892492"/>
                        <a:ext cx="441494" cy="28844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41494" h="288441">
                            <a:moveTo>
                              <a:pt x="432518" y="288442"/>
                            </a:moveTo>
                            <a:cubicBezTo>
                              <a:pt x="430832" y="288442"/>
                              <a:pt x="429144" y="288020"/>
                              <a:pt x="427626" y="287007"/>
                            </a:cubicBezTo>
                            <a:lnTo>
                              <a:pt x="4168" y="16652"/>
                            </a:lnTo>
                            <a:cubicBezTo>
                              <a:pt x="-50" y="13953"/>
                              <a:pt x="-1231" y="8385"/>
                              <a:pt x="1384" y="4168"/>
                            </a:cubicBezTo>
                            <a:cubicBezTo>
                              <a:pt x="3999" y="-50"/>
                              <a:pt x="9650" y="-1231"/>
                              <a:pt x="13868" y="1384"/>
                            </a:cubicBezTo>
                            <a:lnTo>
                              <a:pt x="437326" y="271739"/>
                            </a:lnTo>
                            <a:cubicBezTo>
                              <a:pt x="441544" y="274439"/>
                              <a:pt x="442725" y="280006"/>
                              <a:pt x="440110" y="284224"/>
                            </a:cubicBezTo>
                            <a:cubicBezTo>
                              <a:pt x="438423" y="286923"/>
                              <a:pt x="435471" y="288357"/>
                              <a:pt x="432518" y="288357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5" name="AutoShape 75"/>
                      <p:cNvSpPr/>
                      <p:nvPr/>
                    </p:nvSpPr>
                    <p:spPr>
                      <a:xfrm>
                        <a:off x="8665153" y="3986876"/>
                        <a:ext cx="814994" cy="72447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14994" h="724476">
                            <a:moveTo>
                              <a:pt x="584683" y="724476"/>
                            </a:moveTo>
                            <a:cubicBezTo>
                              <a:pt x="582911" y="724476"/>
                              <a:pt x="581224" y="723970"/>
                              <a:pt x="579706" y="722958"/>
                            </a:cubicBezTo>
                            <a:lnTo>
                              <a:pt x="4072" y="342773"/>
                            </a:lnTo>
                            <a:cubicBezTo>
                              <a:pt x="2048" y="341424"/>
                              <a:pt x="699" y="339399"/>
                              <a:pt x="193" y="337037"/>
                            </a:cubicBezTo>
                            <a:cubicBezTo>
                              <a:pt x="-314" y="334675"/>
                              <a:pt x="193" y="332229"/>
                              <a:pt x="1542" y="330205"/>
                            </a:cubicBezTo>
                            <a:lnTo>
                              <a:pt x="219682" y="4007"/>
                            </a:lnTo>
                            <a:cubicBezTo>
                              <a:pt x="222381" y="-42"/>
                              <a:pt x="227949" y="-1223"/>
                              <a:pt x="232082" y="1392"/>
                            </a:cubicBezTo>
                            <a:lnTo>
                              <a:pt x="810837" y="371538"/>
                            </a:lnTo>
                            <a:cubicBezTo>
                              <a:pt x="812861" y="372804"/>
                              <a:pt x="814295" y="374912"/>
                              <a:pt x="814801" y="377274"/>
                            </a:cubicBezTo>
                            <a:cubicBezTo>
                              <a:pt x="815307" y="379636"/>
                              <a:pt x="814801" y="382082"/>
                              <a:pt x="813536" y="384107"/>
                            </a:cubicBezTo>
                            <a:lnTo>
                              <a:pt x="592191" y="720427"/>
                            </a:lnTo>
                            <a:cubicBezTo>
                              <a:pt x="590841" y="722452"/>
                              <a:pt x="588816" y="723801"/>
                              <a:pt x="586455" y="724308"/>
                            </a:cubicBezTo>
                            <a:cubicBezTo>
                              <a:pt x="585864" y="724392"/>
                              <a:pt x="585273" y="724476"/>
                              <a:pt x="584598" y="724476"/>
                            </a:cubicBezTo>
                            <a:close/>
                            <a:moveTo>
                              <a:pt x="21618" y="332735"/>
                            </a:moveTo>
                            <a:lnTo>
                              <a:pt x="582068" y="702966"/>
                            </a:lnTo>
                            <a:lnTo>
                              <a:pt x="793375" y="381913"/>
                            </a:lnTo>
                            <a:lnTo>
                              <a:pt x="229720" y="21468"/>
                            </a:lnTo>
                            <a:lnTo>
                              <a:pt x="21534" y="332735"/>
                            </a:ln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6" name="AutoShape 76"/>
                      <p:cNvSpPr/>
                      <p:nvPr/>
                    </p:nvSpPr>
                    <p:spPr>
                      <a:xfrm>
                        <a:off x="8903471" y="4039886"/>
                        <a:ext cx="346709" cy="59251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46709" h="592510">
                            <a:moveTo>
                              <a:pt x="337676" y="592511"/>
                            </a:moveTo>
                            <a:cubicBezTo>
                              <a:pt x="334555" y="592511"/>
                              <a:pt x="331519" y="590908"/>
                              <a:pt x="329831" y="587956"/>
                            </a:cubicBezTo>
                            <a:lnTo>
                              <a:pt x="1188" y="13503"/>
                            </a:lnTo>
                            <a:cubicBezTo>
                              <a:pt x="-1259" y="9201"/>
                              <a:pt x="175" y="3634"/>
                              <a:pt x="4562" y="1188"/>
                            </a:cubicBezTo>
                            <a:cubicBezTo>
                              <a:pt x="8948" y="-1259"/>
                              <a:pt x="14431" y="175"/>
                              <a:pt x="16877" y="4562"/>
                            </a:cubicBezTo>
                            <a:lnTo>
                              <a:pt x="345522" y="579014"/>
                            </a:lnTo>
                            <a:cubicBezTo>
                              <a:pt x="347968" y="583316"/>
                              <a:pt x="346534" y="588883"/>
                              <a:pt x="342147" y="591330"/>
                            </a:cubicBezTo>
                            <a:cubicBezTo>
                              <a:pt x="340713" y="592173"/>
                              <a:pt x="339195" y="592511"/>
                              <a:pt x="337676" y="592511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7" name="AutoShape 77"/>
                      <p:cNvSpPr/>
                      <p:nvPr/>
                    </p:nvSpPr>
                    <p:spPr>
                      <a:xfrm>
                        <a:off x="8763723" y="4304448"/>
                        <a:ext cx="620047" cy="882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20047" h="88214">
                            <a:moveTo>
                              <a:pt x="611042" y="88130"/>
                            </a:moveTo>
                            <a:cubicBezTo>
                              <a:pt x="611042" y="88130"/>
                              <a:pt x="610367" y="88130"/>
                              <a:pt x="609945" y="88130"/>
                            </a:cubicBezTo>
                            <a:lnTo>
                              <a:pt x="7994" y="18032"/>
                            </a:lnTo>
                            <a:cubicBezTo>
                              <a:pt x="3016" y="17441"/>
                              <a:pt x="-526" y="12970"/>
                              <a:pt x="64" y="7994"/>
                            </a:cubicBezTo>
                            <a:cubicBezTo>
                              <a:pt x="655" y="3017"/>
                              <a:pt x="5041" y="-526"/>
                              <a:pt x="10102" y="64"/>
                            </a:cubicBezTo>
                            <a:lnTo>
                              <a:pt x="612054" y="70162"/>
                            </a:lnTo>
                            <a:cubicBezTo>
                              <a:pt x="617031" y="70753"/>
                              <a:pt x="620574" y="75224"/>
                              <a:pt x="619984" y="80201"/>
                            </a:cubicBezTo>
                            <a:cubicBezTo>
                              <a:pt x="619477" y="84756"/>
                              <a:pt x="615513" y="88214"/>
                              <a:pt x="611042" y="88214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8" name="AutoShape 78"/>
                      <p:cNvSpPr/>
                      <p:nvPr/>
                    </p:nvSpPr>
                    <p:spPr>
                      <a:xfrm>
                        <a:off x="8954580" y="3883315"/>
                        <a:ext cx="575918" cy="38281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5918" h="382815">
                            <a:moveTo>
                              <a:pt x="566877" y="382816"/>
                            </a:moveTo>
                            <a:cubicBezTo>
                              <a:pt x="565190" y="382816"/>
                              <a:pt x="563502" y="382309"/>
                              <a:pt x="561984" y="381382"/>
                            </a:cubicBezTo>
                            <a:lnTo>
                              <a:pt x="4065" y="16550"/>
                            </a:lnTo>
                            <a:cubicBezTo>
                              <a:pt x="-68" y="13850"/>
                              <a:pt x="-1249" y="8198"/>
                              <a:pt x="1450" y="4065"/>
                            </a:cubicBezTo>
                            <a:cubicBezTo>
                              <a:pt x="4149" y="-68"/>
                              <a:pt x="9801" y="-1249"/>
                              <a:pt x="13935" y="1450"/>
                            </a:cubicBezTo>
                            <a:lnTo>
                              <a:pt x="571853" y="366282"/>
                            </a:lnTo>
                            <a:cubicBezTo>
                              <a:pt x="575987" y="368982"/>
                              <a:pt x="577168" y="374633"/>
                              <a:pt x="574468" y="378767"/>
                            </a:cubicBezTo>
                            <a:cubicBezTo>
                              <a:pt x="572697" y="381382"/>
                              <a:pt x="569829" y="382816"/>
                              <a:pt x="566877" y="382816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79" name="AutoShape 79"/>
                      <p:cNvSpPr/>
                      <p:nvPr/>
                    </p:nvSpPr>
                    <p:spPr>
                      <a:xfrm>
                        <a:off x="9010844" y="3791622"/>
                        <a:ext cx="575918" cy="38281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5918" h="382815">
                            <a:moveTo>
                              <a:pt x="566877" y="382816"/>
                            </a:moveTo>
                            <a:cubicBezTo>
                              <a:pt x="565189" y="382816"/>
                              <a:pt x="563502" y="382309"/>
                              <a:pt x="561984" y="381382"/>
                            </a:cubicBezTo>
                            <a:lnTo>
                              <a:pt x="4065" y="16550"/>
                            </a:lnTo>
                            <a:cubicBezTo>
                              <a:pt x="-68" y="13850"/>
                              <a:pt x="-1249" y="8198"/>
                              <a:pt x="1450" y="4065"/>
                            </a:cubicBezTo>
                            <a:cubicBezTo>
                              <a:pt x="4149" y="-68"/>
                              <a:pt x="9801" y="-1249"/>
                              <a:pt x="13935" y="1450"/>
                            </a:cubicBezTo>
                            <a:lnTo>
                              <a:pt x="571854" y="366282"/>
                            </a:lnTo>
                            <a:cubicBezTo>
                              <a:pt x="575987" y="368982"/>
                              <a:pt x="577168" y="374633"/>
                              <a:pt x="574469" y="378767"/>
                            </a:cubicBezTo>
                            <a:cubicBezTo>
                              <a:pt x="572697" y="381382"/>
                              <a:pt x="569829" y="382816"/>
                              <a:pt x="566877" y="382816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80" name="AutoShape 80"/>
                      <p:cNvSpPr/>
                      <p:nvPr/>
                    </p:nvSpPr>
                    <p:spPr>
                      <a:xfrm>
                        <a:off x="9067109" y="3699845"/>
                        <a:ext cx="575918" cy="38281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5918" h="382815">
                            <a:moveTo>
                              <a:pt x="566876" y="382816"/>
                            </a:moveTo>
                            <a:cubicBezTo>
                              <a:pt x="565189" y="382816"/>
                              <a:pt x="563502" y="382309"/>
                              <a:pt x="561984" y="381382"/>
                            </a:cubicBezTo>
                            <a:lnTo>
                              <a:pt x="4065" y="16550"/>
                            </a:lnTo>
                            <a:cubicBezTo>
                              <a:pt x="-68" y="13850"/>
                              <a:pt x="-1249" y="8198"/>
                              <a:pt x="1450" y="4065"/>
                            </a:cubicBezTo>
                            <a:cubicBezTo>
                              <a:pt x="4149" y="-68"/>
                              <a:pt x="9801" y="-1249"/>
                              <a:pt x="13934" y="1450"/>
                            </a:cubicBezTo>
                            <a:lnTo>
                              <a:pt x="571853" y="366282"/>
                            </a:lnTo>
                            <a:cubicBezTo>
                              <a:pt x="575987" y="368982"/>
                              <a:pt x="577168" y="374633"/>
                              <a:pt x="574468" y="378767"/>
                            </a:cubicBezTo>
                            <a:cubicBezTo>
                              <a:pt x="572697" y="381382"/>
                              <a:pt x="569829" y="382816"/>
                              <a:pt x="566876" y="382816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81" name="AutoShape 81"/>
                      <p:cNvSpPr/>
                      <p:nvPr/>
                    </p:nvSpPr>
                    <p:spPr>
                      <a:xfrm>
                        <a:off x="9398621" y="3788079"/>
                        <a:ext cx="300754" cy="20288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00754" h="202887">
                            <a:moveTo>
                              <a:pt x="291713" y="202888"/>
                            </a:moveTo>
                            <a:cubicBezTo>
                              <a:pt x="290026" y="202888"/>
                              <a:pt x="288339" y="202382"/>
                              <a:pt x="286821" y="201454"/>
                            </a:cubicBezTo>
                            <a:lnTo>
                              <a:pt x="4065" y="16549"/>
                            </a:lnTo>
                            <a:cubicBezTo>
                              <a:pt x="-68" y="13850"/>
                              <a:pt x="-1249" y="8198"/>
                              <a:pt x="1450" y="4065"/>
                            </a:cubicBezTo>
                            <a:cubicBezTo>
                              <a:pt x="4149" y="-68"/>
                              <a:pt x="9801" y="-1249"/>
                              <a:pt x="13934" y="1450"/>
                            </a:cubicBezTo>
                            <a:lnTo>
                              <a:pt x="296690" y="186355"/>
                            </a:lnTo>
                            <a:cubicBezTo>
                              <a:pt x="300823" y="189054"/>
                              <a:pt x="302004" y="194706"/>
                              <a:pt x="299305" y="198839"/>
                            </a:cubicBezTo>
                            <a:cubicBezTo>
                              <a:pt x="297533" y="201454"/>
                              <a:pt x="294666" y="202888"/>
                              <a:pt x="291713" y="202888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82" name="AutoShape 82"/>
                    <p:cNvSpPr/>
                    <p:nvPr/>
                  </p:nvSpPr>
                  <p:spPr>
                    <a:xfrm>
                      <a:off x="9670838" y="4099774"/>
                      <a:ext cx="219341" cy="348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9341" h="348477">
                          <a:moveTo>
                            <a:pt x="9036" y="348478"/>
                          </a:moveTo>
                          <a:cubicBezTo>
                            <a:pt x="7433" y="348478"/>
                            <a:pt x="5830" y="348056"/>
                            <a:pt x="4312" y="347128"/>
                          </a:cubicBezTo>
                          <a:cubicBezTo>
                            <a:pt x="94" y="344513"/>
                            <a:pt x="-1255" y="338946"/>
                            <a:pt x="1275" y="334728"/>
                          </a:cubicBezTo>
                          <a:lnTo>
                            <a:pt x="202629" y="4312"/>
                          </a:lnTo>
                          <a:cubicBezTo>
                            <a:pt x="205244" y="94"/>
                            <a:pt x="210812" y="-1255"/>
                            <a:pt x="215029" y="1275"/>
                          </a:cubicBezTo>
                          <a:cubicBezTo>
                            <a:pt x="219247" y="3890"/>
                            <a:pt x="220596" y="9458"/>
                            <a:pt x="218066" y="13676"/>
                          </a:cubicBezTo>
                          <a:lnTo>
                            <a:pt x="16712" y="344091"/>
                          </a:lnTo>
                          <a:cubicBezTo>
                            <a:pt x="15025" y="346875"/>
                            <a:pt x="12072" y="348393"/>
                            <a:pt x="8951" y="348393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3" name="AutoShape 83"/>
                    <p:cNvSpPr/>
                    <p:nvPr/>
                  </p:nvSpPr>
                  <p:spPr>
                    <a:xfrm>
                      <a:off x="9635602" y="4458979"/>
                      <a:ext cx="35654" cy="467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654" h="46718">
                          <a:moveTo>
                            <a:pt x="9012" y="46719"/>
                          </a:moveTo>
                          <a:cubicBezTo>
                            <a:pt x="7409" y="46719"/>
                            <a:pt x="5806" y="46297"/>
                            <a:pt x="4288" y="45369"/>
                          </a:cubicBezTo>
                          <a:cubicBezTo>
                            <a:pt x="70" y="42754"/>
                            <a:pt x="-1279" y="37186"/>
                            <a:pt x="1336" y="32969"/>
                          </a:cubicBezTo>
                          <a:lnTo>
                            <a:pt x="18966" y="4288"/>
                          </a:lnTo>
                          <a:cubicBezTo>
                            <a:pt x="21581" y="70"/>
                            <a:pt x="27148" y="-1279"/>
                            <a:pt x="31366" y="1336"/>
                          </a:cubicBezTo>
                          <a:cubicBezTo>
                            <a:pt x="35584" y="3951"/>
                            <a:pt x="36933" y="9518"/>
                            <a:pt x="34318" y="13736"/>
                          </a:cubicBezTo>
                          <a:lnTo>
                            <a:pt x="16688" y="42416"/>
                          </a:lnTo>
                          <a:cubicBezTo>
                            <a:pt x="15001" y="45200"/>
                            <a:pt x="12049" y="46719"/>
                            <a:pt x="9012" y="46719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4" name="AutoShape 84"/>
                    <p:cNvSpPr/>
                    <p:nvPr/>
                  </p:nvSpPr>
                  <p:spPr>
                    <a:xfrm>
                      <a:off x="8602660" y="3236409"/>
                      <a:ext cx="433010" cy="2780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010" h="278041">
                          <a:moveTo>
                            <a:pt x="423974" y="278042"/>
                          </a:moveTo>
                          <a:cubicBezTo>
                            <a:pt x="422371" y="278042"/>
                            <a:pt x="420685" y="277620"/>
                            <a:pt x="419166" y="276692"/>
                          </a:cubicBezTo>
                          <a:lnTo>
                            <a:pt x="4227" y="16712"/>
                          </a:lnTo>
                          <a:cubicBezTo>
                            <a:pt x="10" y="14097"/>
                            <a:pt x="-1255" y="8530"/>
                            <a:pt x="1360" y="4228"/>
                          </a:cubicBezTo>
                          <a:cubicBezTo>
                            <a:pt x="3975" y="10"/>
                            <a:pt x="9542" y="-1255"/>
                            <a:pt x="13844" y="1359"/>
                          </a:cubicBezTo>
                          <a:lnTo>
                            <a:pt x="428782" y="261339"/>
                          </a:lnTo>
                          <a:cubicBezTo>
                            <a:pt x="433000" y="263954"/>
                            <a:pt x="434266" y="269522"/>
                            <a:pt x="431651" y="273824"/>
                          </a:cubicBezTo>
                          <a:cubicBezTo>
                            <a:pt x="429964" y="276523"/>
                            <a:pt x="427011" y="278042"/>
                            <a:pt x="423974" y="278042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5" name="AutoShape 85"/>
                    <p:cNvSpPr/>
                    <p:nvPr/>
                  </p:nvSpPr>
                  <p:spPr>
                    <a:xfrm>
                      <a:off x="9055411" y="3517752"/>
                      <a:ext cx="61133" cy="426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133" h="42671">
                          <a:moveTo>
                            <a:pt x="52120" y="42672"/>
                          </a:moveTo>
                          <a:cubicBezTo>
                            <a:pt x="50601" y="42672"/>
                            <a:pt x="49083" y="42250"/>
                            <a:pt x="47649" y="41491"/>
                          </a:cubicBezTo>
                          <a:lnTo>
                            <a:pt x="4544" y="16859"/>
                          </a:lnTo>
                          <a:cubicBezTo>
                            <a:pt x="241" y="14413"/>
                            <a:pt x="-1277" y="8846"/>
                            <a:pt x="1169" y="4544"/>
                          </a:cubicBezTo>
                          <a:cubicBezTo>
                            <a:pt x="3616" y="241"/>
                            <a:pt x="9183" y="-1277"/>
                            <a:pt x="13485" y="1169"/>
                          </a:cubicBezTo>
                          <a:lnTo>
                            <a:pt x="56590" y="25801"/>
                          </a:lnTo>
                          <a:cubicBezTo>
                            <a:pt x="60892" y="28247"/>
                            <a:pt x="62411" y="33814"/>
                            <a:pt x="59964" y="38117"/>
                          </a:cubicBezTo>
                          <a:cubicBezTo>
                            <a:pt x="58277" y="41069"/>
                            <a:pt x="55241" y="42672"/>
                            <a:pt x="52120" y="42672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6" name="AutoShape 86"/>
                    <p:cNvSpPr/>
                    <p:nvPr/>
                  </p:nvSpPr>
                  <p:spPr>
                    <a:xfrm>
                      <a:off x="8035572" y="4591163"/>
                      <a:ext cx="205118" cy="1287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118" h="128793">
                          <a:moveTo>
                            <a:pt x="196023" y="128793"/>
                          </a:moveTo>
                          <a:cubicBezTo>
                            <a:pt x="194421" y="128793"/>
                            <a:pt x="192902" y="128372"/>
                            <a:pt x="191468" y="127528"/>
                          </a:cubicBezTo>
                          <a:lnTo>
                            <a:pt x="4455" y="16856"/>
                          </a:lnTo>
                          <a:cubicBezTo>
                            <a:pt x="153" y="14324"/>
                            <a:pt x="-1281" y="8757"/>
                            <a:pt x="1250" y="4455"/>
                          </a:cubicBezTo>
                          <a:cubicBezTo>
                            <a:pt x="3780" y="153"/>
                            <a:pt x="9347" y="-1281"/>
                            <a:pt x="13649" y="1250"/>
                          </a:cubicBezTo>
                          <a:lnTo>
                            <a:pt x="200663" y="111922"/>
                          </a:lnTo>
                          <a:cubicBezTo>
                            <a:pt x="204965" y="114453"/>
                            <a:pt x="206399" y="120021"/>
                            <a:pt x="203868" y="124323"/>
                          </a:cubicBezTo>
                          <a:cubicBezTo>
                            <a:pt x="202182" y="127191"/>
                            <a:pt x="199144" y="128793"/>
                            <a:pt x="196108" y="128793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7" name="AutoShape 87"/>
                    <p:cNvSpPr/>
                    <p:nvPr/>
                  </p:nvSpPr>
                  <p:spPr>
                    <a:xfrm>
                      <a:off x="8247046" y="4715584"/>
                      <a:ext cx="39787" cy="313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787" h="31365">
                          <a:moveTo>
                            <a:pt x="30776" y="31366"/>
                          </a:moveTo>
                          <a:cubicBezTo>
                            <a:pt x="29173" y="31366"/>
                            <a:pt x="27570" y="30944"/>
                            <a:pt x="26052" y="30016"/>
                          </a:cubicBezTo>
                          <a:lnTo>
                            <a:pt x="4288" y="16688"/>
                          </a:lnTo>
                          <a:cubicBezTo>
                            <a:pt x="71" y="14073"/>
                            <a:pt x="-1279" y="8506"/>
                            <a:pt x="1336" y="4288"/>
                          </a:cubicBezTo>
                          <a:cubicBezTo>
                            <a:pt x="3951" y="71"/>
                            <a:pt x="9518" y="-1279"/>
                            <a:pt x="13736" y="1336"/>
                          </a:cubicBezTo>
                          <a:lnTo>
                            <a:pt x="35500" y="14664"/>
                          </a:lnTo>
                          <a:cubicBezTo>
                            <a:pt x="39717" y="17279"/>
                            <a:pt x="41067" y="22846"/>
                            <a:pt x="38452" y="27064"/>
                          </a:cubicBezTo>
                          <a:cubicBezTo>
                            <a:pt x="36765" y="29848"/>
                            <a:pt x="33812" y="31366"/>
                            <a:pt x="30776" y="31366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88" name="Group 88"/>
                  <p:cNvGrpSpPr/>
                  <p:nvPr/>
                </p:nvGrpSpPr>
                <p:grpSpPr>
                  <a:xfrm>
                    <a:off x="4220014" y="1457430"/>
                    <a:ext cx="4118459" cy="5397279"/>
                    <a:chOff x="4220014" y="1457430"/>
                    <a:chExt cx="4118459" cy="5397279"/>
                  </a:xfrm>
                </p:grpSpPr>
                <p:grpSp>
                  <p:nvGrpSpPr>
                    <p:cNvPr id="89" name="Group 89"/>
                    <p:cNvGrpSpPr/>
                    <p:nvPr/>
                  </p:nvGrpSpPr>
                  <p:grpSpPr>
                    <a:xfrm>
                      <a:off x="4220014" y="1457430"/>
                      <a:ext cx="3765774" cy="5043582"/>
                      <a:chOff x="4220014" y="1457430"/>
                      <a:chExt cx="3765774" cy="5043582"/>
                    </a:xfrm>
                  </p:grpSpPr>
                  <p:sp>
                    <p:nvSpPr>
                      <p:cNvPr id="90" name="AutoShape 90"/>
                      <p:cNvSpPr/>
                      <p:nvPr/>
                    </p:nvSpPr>
                    <p:spPr>
                      <a:xfrm>
                        <a:off x="5652784" y="3330010"/>
                        <a:ext cx="2333004" cy="317100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33004" h="3171002">
                            <a:moveTo>
                              <a:pt x="1819456" y="1988103"/>
                            </a:moveTo>
                            <a:cubicBezTo>
                              <a:pt x="1819456" y="1988103"/>
                              <a:pt x="1642733" y="693096"/>
                              <a:pt x="1585879" y="582339"/>
                            </a:cubicBezTo>
                            <a:cubicBezTo>
                              <a:pt x="1529024" y="471582"/>
                              <a:pt x="909779" y="71068"/>
                              <a:pt x="786200" y="40279"/>
                            </a:cubicBezTo>
                            <a:cubicBezTo>
                              <a:pt x="662706" y="9490"/>
                              <a:pt x="42449" y="-49643"/>
                              <a:pt x="4658" y="81612"/>
                            </a:cubicBezTo>
                            <a:cubicBezTo>
                              <a:pt x="-33132" y="212868"/>
                              <a:pt x="171427" y="255551"/>
                              <a:pt x="171427" y="255551"/>
                            </a:cubicBezTo>
                            <a:lnTo>
                              <a:pt x="452832" y="684914"/>
                            </a:lnTo>
                            <a:cubicBezTo>
                              <a:pt x="452832" y="684914"/>
                              <a:pt x="396062" y="755350"/>
                              <a:pt x="400195" y="851260"/>
                            </a:cubicBezTo>
                            <a:cubicBezTo>
                              <a:pt x="400195" y="851260"/>
                              <a:pt x="327144" y="922624"/>
                              <a:pt x="350173" y="1070244"/>
                            </a:cubicBezTo>
                            <a:cubicBezTo>
                              <a:pt x="350173" y="1070244"/>
                              <a:pt x="253672" y="1184291"/>
                              <a:pt x="308502" y="1315968"/>
                            </a:cubicBezTo>
                            <a:cubicBezTo>
                              <a:pt x="363332" y="1447645"/>
                              <a:pt x="509434" y="1548027"/>
                              <a:pt x="509434" y="1548027"/>
                            </a:cubicBezTo>
                            <a:cubicBezTo>
                              <a:pt x="509434" y="1548027"/>
                              <a:pt x="406691" y="2094558"/>
                              <a:pt x="850816" y="2343487"/>
                            </a:cubicBezTo>
                            <a:lnTo>
                              <a:pt x="1086164" y="3171002"/>
                            </a:lnTo>
                            <a:lnTo>
                              <a:pt x="2333004" y="2811906"/>
                            </a:lnTo>
                            <a:lnTo>
                              <a:pt x="1819287" y="1988103"/>
                            </a:lnTo>
                            <a:close/>
                          </a:path>
                        </a:pathLst>
                      </a:custGeom>
                      <a:solidFill>
                        <a:srgbClr val="DB937B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91" name="Group 91"/>
                      <p:cNvGrpSpPr/>
                      <p:nvPr/>
                    </p:nvGrpSpPr>
                    <p:grpSpPr>
                      <a:xfrm>
                        <a:off x="4220014" y="1457430"/>
                        <a:ext cx="2865663" cy="2645897"/>
                        <a:chOff x="4220014" y="1457430"/>
                        <a:chExt cx="2865663" cy="2645897"/>
                      </a:xfrm>
                    </p:grpSpPr>
                    <p:sp>
                      <p:nvSpPr>
                        <p:cNvPr id="92" name="AutoShape 92"/>
                        <p:cNvSpPr/>
                        <p:nvPr/>
                      </p:nvSpPr>
                      <p:spPr>
                        <a:xfrm>
                          <a:off x="4220014" y="1457430"/>
                          <a:ext cx="2865663" cy="264589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865663" h="2645897">
                              <a:moveTo>
                                <a:pt x="2862846" y="526581"/>
                              </a:moveTo>
                              <a:lnTo>
                                <a:pt x="2454825" y="2526873"/>
                              </a:lnTo>
                              <a:cubicBezTo>
                                <a:pt x="2369037" y="2483937"/>
                                <a:pt x="2277512" y="2424130"/>
                                <a:pt x="2227828" y="2371999"/>
                              </a:cubicBezTo>
                              <a:cubicBezTo>
                                <a:pt x="2215006" y="2358587"/>
                                <a:pt x="2198388" y="2338089"/>
                                <a:pt x="2178649" y="2313288"/>
                              </a:cubicBezTo>
                              <a:cubicBezTo>
                                <a:pt x="2102899" y="2217799"/>
                                <a:pt x="1981597" y="2057695"/>
                                <a:pt x="1860802" y="1981776"/>
                              </a:cubicBezTo>
                              <a:cubicBezTo>
                                <a:pt x="1797621" y="1942045"/>
                                <a:pt x="1734693" y="1925343"/>
                                <a:pt x="1678260" y="1952843"/>
                              </a:cubicBezTo>
                              <a:cubicBezTo>
                                <a:pt x="1633636" y="1974606"/>
                                <a:pt x="1620983" y="2018723"/>
                                <a:pt x="1627647" y="2073722"/>
                              </a:cubicBezTo>
                              <a:lnTo>
                                <a:pt x="1627647" y="2073722"/>
                              </a:lnTo>
                              <a:cubicBezTo>
                                <a:pt x="1639879" y="2174104"/>
                                <a:pt x="1716810" y="2310589"/>
                                <a:pt x="1783449" y="2412911"/>
                              </a:cubicBezTo>
                              <a:cubicBezTo>
                                <a:pt x="1837942" y="2496506"/>
                                <a:pt x="1885687" y="2557410"/>
                                <a:pt x="1885687" y="2557410"/>
                              </a:cubicBezTo>
                              <a:cubicBezTo>
                                <a:pt x="1899521" y="2577402"/>
                                <a:pt x="1945410" y="2605491"/>
                                <a:pt x="2002686" y="2645897"/>
                              </a:cubicBezTo>
                              <a:lnTo>
                                <a:pt x="107077" y="2253987"/>
                              </a:lnTo>
                              <a:cubicBezTo>
                                <a:pt x="34955" y="2239057"/>
                                <a:pt x="-11693" y="2168874"/>
                                <a:pt x="2563" y="2096667"/>
                              </a:cubicBezTo>
                              <a:lnTo>
                                <a:pt x="395232" y="108184"/>
                              </a:lnTo>
                              <a:cubicBezTo>
                                <a:pt x="409319" y="37073"/>
                                <a:pt x="477393" y="-9996"/>
                                <a:pt x="548925" y="1813"/>
                              </a:cubicBezTo>
                              <a:lnTo>
                                <a:pt x="2753355" y="367320"/>
                              </a:lnTo>
                              <a:cubicBezTo>
                                <a:pt x="2828430" y="379720"/>
                                <a:pt x="2878114" y="451928"/>
                                <a:pt x="2862931" y="52658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  <a:lumMod val="60000"/>
                            <a:lumOff val="4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grpSp>
                      <p:nvGrpSpPr>
                        <p:cNvPr id="93" name="Group 93"/>
                        <p:cNvGrpSpPr/>
                        <p:nvPr/>
                      </p:nvGrpSpPr>
                      <p:grpSpPr>
                        <a:xfrm>
                          <a:off x="4826870" y="1990347"/>
                          <a:ext cx="1645855" cy="1594539"/>
                          <a:chOff x="4826870" y="1990347"/>
                          <a:chExt cx="1645855" cy="1594539"/>
                        </a:xfrm>
                      </p:grpSpPr>
                      <p:sp>
                        <p:nvSpPr>
                          <p:cNvPr id="94" name="AutoShape 94"/>
                          <p:cNvSpPr/>
                          <p:nvPr/>
                        </p:nvSpPr>
                        <p:spPr>
                          <a:xfrm>
                            <a:off x="5528717" y="2872852"/>
                            <a:ext cx="900819" cy="68069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900819" h="680695">
                                <a:moveTo>
                                  <a:pt x="900819" y="56602"/>
                                </a:moveTo>
                                <a:cubicBezTo>
                                  <a:pt x="900650" y="57698"/>
                                  <a:pt x="900482" y="58710"/>
                                  <a:pt x="900397" y="59723"/>
                                </a:cubicBezTo>
                                <a:cubicBezTo>
                                  <a:pt x="868427" y="283936"/>
                                  <a:pt x="734219" y="459815"/>
                                  <a:pt x="552183" y="566354"/>
                                </a:cubicBezTo>
                                <a:cubicBezTo>
                                  <a:pt x="489002" y="526624"/>
                                  <a:pt x="426073" y="509921"/>
                                  <a:pt x="369640" y="537421"/>
                                </a:cubicBezTo>
                                <a:cubicBezTo>
                                  <a:pt x="325017" y="559184"/>
                                  <a:pt x="312364" y="603301"/>
                                  <a:pt x="319028" y="658300"/>
                                </a:cubicBezTo>
                                <a:lnTo>
                                  <a:pt x="319028" y="658300"/>
                                </a:lnTo>
                                <a:cubicBezTo>
                                  <a:pt x="217634" y="681751"/>
                                  <a:pt x="110167" y="687318"/>
                                  <a:pt x="2446" y="672472"/>
                                </a:cubicBezTo>
                                <a:lnTo>
                                  <a:pt x="2362" y="672472"/>
                                </a:lnTo>
                                <a:cubicBezTo>
                                  <a:pt x="1603" y="672388"/>
                                  <a:pt x="759" y="672303"/>
                                  <a:pt x="0" y="672135"/>
                                </a:cubicBezTo>
                                <a:cubicBezTo>
                                  <a:pt x="2362" y="662603"/>
                                  <a:pt x="4639" y="652986"/>
                                  <a:pt x="6833" y="643201"/>
                                </a:cubicBezTo>
                                <a:lnTo>
                                  <a:pt x="6833" y="643201"/>
                                </a:lnTo>
                                <a:cubicBezTo>
                                  <a:pt x="8098" y="637549"/>
                                  <a:pt x="9279" y="631898"/>
                                  <a:pt x="10629" y="626246"/>
                                </a:cubicBezTo>
                                <a:cubicBezTo>
                                  <a:pt x="11978" y="619919"/>
                                  <a:pt x="13328" y="613508"/>
                                  <a:pt x="14509" y="607098"/>
                                </a:cubicBezTo>
                                <a:cubicBezTo>
                                  <a:pt x="15690" y="601024"/>
                                  <a:pt x="16871" y="594951"/>
                                  <a:pt x="18052" y="588961"/>
                                </a:cubicBezTo>
                                <a:cubicBezTo>
                                  <a:pt x="19401" y="581791"/>
                                  <a:pt x="20751" y="574790"/>
                                  <a:pt x="21932" y="567620"/>
                                </a:cubicBezTo>
                                <a:cubicBezTo>
                                  <a:pt x="23957" y="556401"/>
                                  <a:pt x="25812" y="545182"/>
                                  <a:pt x="27584" y="534047"/>
                                </a:cubicBezTo>
                                <a:cubicBezTo>
                                  <a:pt x="28596" y="527889"/>
                                  <a:pt x="29608" y="521731"/>
                                  <a:pt x="30452" y="515658"/>
                                </a:cubicBezTo>
                                <a:cubicBezTo>
                                  <a:pt x="31464" y="509500"/>
                                  <a:pt x="32308" y="503342"/>
                                  <a:pt x="33236" y="497268"/>
                                </a:cubicBezTo>
                                <a:cubicBezTo>
                                  <a:pt x="35007" y="485037"/>
                                  <a:pt x="36778" y="472721"/>
                                  <a:pt x="38466" y="460405"/>
                                </a:cubicBezTo>
                                <a:cubicBezTo>
                                  <a:pt x="43527" y="423627"/>
                                  <a:pt x="48335" y="386933"/>
                                  <a:pt x="53228" y="350745"/>
                                </a:cubicBezTo>
                                <a:cubicBezTo>
                                  <a:pt x="53987" y="350829"/>
                                  <a:pt x="54746" y="351082"/>
                                  <a:pt x="55505" y="351167"/>
                                </a:cubicBezTo>
                                <a:cubicBezTo>
                                  <a:pt x="294649" y="386342"/>
                                  <a:pt x="534215" y="248001"/>
                                  <a:pt x="576983" y="12737"/>
                                </a:cubicBezTo>
                                <a:cubicBezTo>
                                  <a:pt x="577742" y="8604"/>
                                  <a:pt x="578586" y="4302"/>
                                  <a:pt x="579176" y="0"/>
                                </a:cubicBezTo>
                                <a:cubicBezTo>
                                  <a:pt x="607351" y="4133"/>
                                  <a:pt x="635862" y="8604"/>
                                  <a:pt x="664374" y="13412"/>
                                </a:cubicBezTo>
                                <a:cubicBezTo>
                                  <a:pt x="676099" y="15268"/>
                                  <a:pt x="687909" y="17293"/>
                                  <a:pt x="699634" y="19401"/>
                                </a:cubicBezTo>
                                <a:cubicBezTo>
                                  <a:pt x="709503" y="21089"/>
                                  <a:pt x="719289" y="22775"/>
                                  <a:pt x="729158" y="24547"/>
                                </a:cubicBezTo>
                                <a:cubicBezTo>
                                  <a:pt x="739702" y="26318"/>
                                  <a:pt x="750247" y="28259"/>
                                  <a:pt x="760707" y="30199"/>
                                </a:cubicBezTo>
                                <a:cubicBezTo>
                                  <a:pt x="773107" y="32392"/>
                                  <a:pt x="785507" y="34669"/>
                                  <a:pt x="797991" y="37031"/>
                                </a:cubicBezTo>
                                <a:cubicBezTo>
                                  <a:pt x="819080" y="40912"/>
                                  <a:pt x="839999" y="44877"/>
                                  <a:pt x="860835" y="48841"/>
                                </a:cubicBezTo>
                                <a:cubicBezTo>
                                  <a:pt x="863703" y="49347"/>
                                  <a:pt x="866571" y="49938"/>
                                  <a:pt x="869355" y="50528"/>
                                </a:cubicBezTo>
                                <a:lnTo>
                                  <a:pt x="869523" y="50528"/>
                                </a:lnTo>
                                <a:cubicBezTo>
                                  <a:pt x="879984" y="52553"/>
                                  <a:pt x="890359" y="54493"/>
                                  <a:pt x="900735" y="5651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D84C4C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95" name="AutoShape 95"/>
                          <p:cNvSpPr/>
                          <p:nvPr/>
                        </p:nvSpPr>
                        <p:spPr>
                          <a:xfrm>
                            <a:off x="4879999" y="2647457"/>
                            <a:ext cx="701945" cy="897613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701945" h="897613">
                                <a:moveTo>
                                  <a:pt x="642729" y="896854"/>
                                </a:moveTo>
                                <a:cubicBezTo>
                                  <a:pt x="644669" y="897107"/>
                                  <a:pt x="646609" y="897361"/>
                                  <a:pt x="648550" y="897614"/>
                                </a:cubicBezTo>
                                <a:cubicBezTo>
                                  <a:pt x="674952" y="793099"/>
                                  <a:pt x="687352" y="682510"/>
                                  <a:pt x="701946" y="576224"/>
                                </a:cubicBezTo>
                                <a:cubicBezTo>
                                  <a:pt x="435977" y="535987"/>
                                  <a:pt x="276885" y="293469"/>
                                  <a:pt x="350357" y="52468"/>
                                </a:cubicBezTo>
                                <a:cubicBezTo>
                                  <a:pt x="351032" y="50359"/>
                                  <a:pt x="351791" y="48251"/>
                                  <a:pt x="352466" y="46142"/>
                                </a:cubicBezTo>
                                <a:cubicBezTo>
                                  <a:pt x="241372" y="38466"/>
                                  <a:pt x="135845" y="20414"/>
                                  <a:pt x="28208" y="0"/>
                                </a:cubicBezTo>
                                <a:cubicBezTo>
                                  <a:pt x="-92165" y="414770"/>
                                  <a:pt x="183926" y="829540"/>
                                  <a:pt x="642729" y="896854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53AFA6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96" name="AutoShape 96"/>
                          <p:cNvSpPr/>
                          <p:nvPr/>
                        </p:nvSpPr>
                        <p:spPr>
                          <a:xfrm>
                            <a:off x="4908292" y="2019262"/>
                            <a:ext cx="922244" cy="6742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922244" h="674252">
                                <a:moveTo>
                                  <a:pt x="909001" y="6927"/>
                                </a:moveTo>
                                <a:cubicBezTo>
                                  <a:pt x="522996" y="-46132"/>
                                  <a:pt x="127206" y="210220"/>
                                  <a:pt x="2699" y="618664"/>
                                </a:cubicBezTo>
                                <a:cubicBezTo>
                                  <a:pt x="1771" y="621785"/>
                                  <a:pt x="843" y="624990"/>
                                  <a:pt x="0" y="628111"/>
                                </a:cubicBezTo>
                                <a:cubicBezTo>
                                  <a:pt x="107636" y="648609"/>
                                  <a:pt x="213163" y="666577"/>
                                  <a:pt x="324258" y="674253"/>
                                </a:cubicBezTo>
                                <a:cubicBezTo>
                                  <a:pt x="398405" y="441773"/>
                                  <a:pt x="625065" y="296430"/>
                                  <a:pt x="846326" y="326798"/>
                                </a:cubicBezTo>
                                <a:cubicBezTo>
                                  <a:pt x="847844" y="326967"/>
                                  <a:pt x="849363" y="327304"/>
                                  <a:pt x="850797" y="327473"/>
                                </a:cubicBezTo>
                                <a:cubicBezTo>
                                  <a:pt x="880321" y="223970"/>
                                  <a:pt x="898710" y="114309"/>
                                  <a:pt x="922245" y="8867"/>
                                </a:cubicBezTo>
                                <a:cubicBezTo>
                                  <a:pt x="917859" y="8192"/>
                                  <a:pt x="913472" y="7433"/>
                                  <a:pt x="909001" y="684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D05C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97" name="AutoShape 97"/>
                          <p:cNvSpPr/>
                          <p:nvPr/>
                        </p:nvSpPr>
                        <p:spPr>
                          <a:xfrm>
                            <a:off x="5759089" y="2028213"/>
                            <a:ext cx="677479" cy="90140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677479" h="901409">
                                <a:moveTo>
                                  <a:pt x="71448" y="0"/>
                                </a:moveTo>
                                <a:cubicBezTo>
                                  <a:pt x="47913" y="105443"/>
                                  <a:pt x="29608" y="215103"/>
                                  <a:pt x="0" y="318606"/>
                                </a:cubicBezTo>
                                <a:cubicBezTo>
                                  <a:pt x="241844" y="354963"/>
                                  <a:pt x="380269" y="625065"/>
                                  <a:pt x="349311" y="842108"/>
                                </a:cubicBezTo>
                                <a:cubicBezTo>
                                  <a:pt x="349142" y="843036"/>
                                  <a:pt x="348973" y="843880"/>
                                  <a:pt x="348889" y="844808"/>
                                </a:cubicBezTo>
                                <a:cubicBezTo>
                                  <a:pt x="455091" y="860413"/>
                                  <a:pt x="564414" y="880911"/>
                                  <a:pt x="670448" y="901409"/>
                                </a:cubicBezTo>
                                <a:cubicBezTo>
                                  <a:pt x="722157" y="528311"/>
                                  <a:pt x="485290" y="65965"/>
                                  <a:pt x="71532" y="84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6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98" name="AutoShape 98"/>
                          <p:cNvSpPr/>
                          <p:nvPr/>
                        </p:nvSpPr>
                        <p:spPr>
                          <a:xfrm>
                            <a:off x="4826870" y="2627277"/>
                            <a:ext cx="447455" cy="83446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447455" h="83446">
                                <a:moveTo>
                                  <a:pt x="438409" y="83447"/>
                                </a:moveTo>
                                <a:cubicBezTo>
                                  <a:pt x="437988" y="83447"/>
                                  <a:pt x="437481" y="83447"/>
                                  <a:pt x="437059" y="83362"/>
                                </a:cubicBezTo>
                                <a:lnTo>
                                  <a:pt x="7696" y="17988"/>
                                </a:lnTo>
                                <a:cubicBezTo>
                                  <a:pt x="2804" y="17229"/>
                                  <a:pt x="-655" y="12589"/>
                                  <a:pt x="105" y="7696"/>
                                </a:cubicBezTo>
                                <a:cubicBezTo>
                                  <a:pt x="864" y="2804"/>
                                  <a:pt x="5503" y="-655"/>
                                  <a:pt x="10396" y="105"/>
                                </a:cubicBezTo>
                                <a:lnTo>
                                  <a:pt x="439759" y="65479"/>
                                </a:lnTo>
                                <a:cubicBezTo>
                                  <a:pt x="444652" y="66238"/>
                                  <a:pt x="448110" y="70878"/>
                                  <a:pt x="447351" y="75770"/>
                                </a:cubicBezTo>
                                <a:cubicBezTo>
                                  <a:pt x="446676" y="80241"/>
                                  <a:pt x="442796" y="83447"/>
                                  <a:pt x="438409" y="8344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99" name="AutoShape 99"/>
                          <p:cNvSpPr/>
                          <p:nvPr/>
                        </p:nvSpPr>
                        <p:spPr>
                          <a:xfrm>
                            <a:off x="5517394" y="3198439"/>
                            <a:ext cx="73850" cy="38644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73850" h="386447">
                                <a:moveTo>
                                  <a:pt x="9046" y="386447"/>
                                </a:moveTo>
                                <a:cubicBezTo>
                                  <a:pt x="8624" y="386447"/>
                                  <a:pt x="8118" y="386447"/>
                                  <a:pt x="7697" y="386363"/>
                                </a:cubicBezTo>
                                <a:cubicBezTo>
                                  <a:pt x="2804" y="385604"/>
                                  <a:pt x="-655" y="381048"/>
                                  <a:pt x="105" y="376072"/>
                                </a:cubicBezTo>
                                <a:lnTo>
                                  <a:pt x="55863" y="7696"/>
                                </a:lnTo>
                                <a:cubicBezTo>
                                  <a:pt x="56622" y="2804"/>
                                  <a:pt x="61177" y="-655"/>
                                  <a:pt x="66154" y="105"/>
                                </a:cubicBezTo>
                                <a:cubicBezTo>
                                  <a:pt x="71046" y="864"/>
                                  <a:pt x="74505" y="5419"/>
                                  <a:pt x="73746" y="10396"/>
                                </a:cubicBezTo>
                                <a:lnTo>
                                  <a:pt x="17988" y="378771"/>
                                </a:lnTo>
                                <a:cubicBezTo>
                                  <a:pt x="17313" y="383242"/>
                                  <a:pt x="13433" y="386447"/>
                                  <a:pt x="9046" y="38644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100" name="AutoShape 100"/>
                          <p:cNvSpPr/>
                          <p:nvPr/>
                        </p:nvSpPr>
                        <p:spPr>
                          <a:xfrm>
                            <a:off x="6073815" y="2873780"/>
                            <a:ext cx="398910" cy="6731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98910" h="67314">
                                <a:moveTo>
                                  <a:pt x="389885" y="67230"/>
                                </a:moveTo>
                                <a:cubicBezTo>
                                  <a:pt x="389885" y="67230"/>
                                  <a:pt x="389126" y="67230"/>
                                  <a:pt x="388704" y="67230"/>
                                </a:cubicBezTo>
                                <a:lnTo>
                                  <a:pt x="7845" y="17967"/>
                                </a:lnTo>
                                <a:cubicBezTo>
                                  <a:pt x="2868" y="17292"/>
                                  <a:pt x="-591" y="12822"/>
                                  <a:pt x="84" y="7845"/>
                                </a:cubicBezTo>
                                <a:cubicBezTo>
                                  <a:pt x="759" y="2868"/>
                                  <a:pt x="5314" y="-591"/>
                                  <a:pt x="10207" y="84"/>
                                </a:cubicBezTo>
                                <a:lnTo>
                                  <a:pt x="391066" y="49347"/>
                                </a:lnTo>
                                <a:cubicBezTo>
                                  <a:pt x="396043" y="50022"/>
                                  <a:pt x="399501" y="54493"/>
                                  <a:pt x="398827" y="59470"/>
                                </a:cubicBezTo>
                                <a:cubicBezTo>
                                  <a:pt x="398236" y="64025"/>
                                  <a:pt x="394356" y="67314"/>
                                  <a:pt x="389885" y="67314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101" name="AutoShape 101"/>
                          <p:cNvSpPr/>
                          <p:nvPr/>
                        </p:nvSpPr>
                        <p:spPr>
                          <a:xfrm>
                            <a:off x="5753614" y="1990347"/>
                            <a:ext cx="87710" cy="3770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87710" h="377054">
                                <a:moveTo>
                                  <a:pt x="9101" y="377055"/>
                                </a:moveTo>
                                <a:cubicBezTo>
                                  <a:pt x="8511" y="377055"/>
                                  <a:pt x="7921" y="377055"/>
                                  <a:pt x="7330" y="376886"/>
                                </a:cubicBezTo>
                                <a:cubicBezTo>
                                  <a:pt x="2438" y="375958"/>
                                  <a:pt x="-768" y="371234"/>
                                  <a:pt x="160" y="366342"/>
                                </a:cubicBezTo>
                                <a:lnTo>
                                  <a:pt x="69837" y="7330"/>
                                </a:lnTo>
                                <a:cubicBezTo>
                                  <a:pt x="70764" y="2437"/>
                                  <a:pt x="75488" y="-768"/>
                                  <a:pt x="80381" y="160"/>
                                </a:cubicBezTo>
                                <a:cubicBezTo>
                                  <a:pt x="85273" y="1088"/>
                                  <a:pt x="88479" y="5812"/>
                                  <a:pt x="87551" y="10704"/>
                                </a:cubicBezTo>
                                <a:lnTo>
                                  <a:pt x="17874" y="369716"/>
                                </a:lnTo>
                                <a:cubicBezTo>
                                  <a:pt x="17031" y="374018"/>
                                  <a:pt x="13235" y="377055"/>
                                  <a:pt x="9017" y="37705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102" name="AutoShape 102"/>
                          <p:cNvSpPr/>
                          <p:nvPr/>
                        </p:nvSpPr>
                        <p:spPr>
                          <a:xfrm>
                            <a:off x="6076835" y="2222718"/>
                            <a:ext cx="183494" cy="20913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83494" h="209130">
                                <a:moveTo>
                                  <a:pt x="174545" y="209130"/>
                                </a:moveTo>
                                <a:cubicBezTo>
                                  <a:pt x="171171" y="209130"/>
                                  <a:pt x="167881" y="207190"/>
                                  <a:pt x="166363" y="203900"/>
                                </a:cubicBezTo>
                                <a:cubicBezTo>
                                  <a:pt x="130596" y="127644"/>
                                  <a:pt x="74501" y="62776"/>
                                  <a:pt x="4065" y="16549"/>
                                </a:cubicBezTo>
                                <a:cubicBezTo>
                                  <a:pt x="-68" y="13850"/>
                                  <a:pt x="-1249" y="8198"/>
                                  <a:pt x="1450" y="4065"/>
                                </a:cubicBezTo>
                                <a:cubicBezTo>
                                  <a:pt x="4234" y="-68"/>
                                  <a:pt x="9801" y="-1249"/>
                                  <a:pt x="13935" y="1450"/>
                                </a:cubicBezTo>
                                <a:cubicBezTo>
                                  <a:pt x="87154" y="49532"/>
                                  <a:pt x="145527" y="116931"/>
                                  <a:pt x="182643" y="196224"/>
                                </a:cubicBezTo>
                                <a:cubicBezTo>
                                  <a:pt x="184752" y="200779"/>
                                  <a:pt x="182812" y="206093"/>
                                  <a:pt x="178256" y="208202"/>
                                </a:cubicBezTo>
                                <a:cubicBezTo>
                                  <a:pt x="176991" y="208793"/>
                                  <a:pt x="175726" y="209046"/>
                                  <a:pt x="174461" y="209046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103" name="AutoShape 103"/>
                          <p:cNvSpPr/>
                          <p:nvPr/>
                        </p:nvSpPr>
                        <p:spPr>
                          <a:xfrm>
                            <a:off x="6265726" y="2454714"/>
                            <a:ext cx="43514" cy="69923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43514" h="69923">
                                <a:moveTo>
                                  <a:pt x="34495" y="69924"/>
                                </a:moveTo>
                                <a:cubicBezTo>
                                  <a:pt x="31121" y="69924"/>
                                  <a:pt x="27915" y="68068"/>
                                  <a:pt x="26397" y="64862"/>
                                </a:cubicBezTo>
                                <a:lnTo>
                                  <a:pt x="922" y="12984"/>
                                </a:lnTo>
                                <a:cubicBezTo>
                                  <a:pt x="-1271" y="8514"/>
                                  <a:pt x="584" y="3115"/>
                                  <a:pt x="5055" y="922"/>
                                </a:cubicBezTo>
                                <a:cubicBezTo>
                                  <a:pt x="9526" y="-1271"/>
                                  <a:pt x="14925" y="584"/>
                                  <a:pt x="17118" y="5055"/>
                                </a:cubicBezTo>
                                <a:lnTo>
                                  <a:pt x="42593" y="56933"/>
                                </a:lnTo>
                                <a:cubicBezTo>
                                  <a:pt x="44786" y="61404"/>
                                  <a:pt x="42930" y="66803"/>
                                  <a:pt x="38459" y="68996"/>
                                </a:cubicBezTo>
                                <a:cubicBezTo>
                                  <a:pt x="37194" y="69586"/>
                                  <a:pt x="35844" y="69924"/>
                                  <a:pt x="34495" y="69924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104" name="AutoShape 104"/>
                          <p:cNvSpPr/>
                          <p:nvPr/>
                        </p:nvSpPr>
                        <p:spPr>
                          <a:xfrm>
                            <a:off x="5122672" y="2910777"/>
                            <a:ext cx="125693" cy="24272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25693" h="242721">
                                <a:moveTo>
                                  <a:pt x="116626" y="242722"/>
                                </a:moveTo>
                                <a:cubicBezTo>
                                  <a:pt x="114348" y="242722"/>
                                  <a:pt x="111986" y="241878"/>
                                  <a:pt x="110215" y="240107"/>
                                </a:cubicBezTo>
                                <a:cubicBezTo>
                                  <a:pt x="48552" y="178444"/>
                                  <a:pt x="9412" y="96705"/>
                                  <a:pt x="48" y="9989"/>
                                </a:cubicBezTo>
                                <a:cubicBezTo>
                                  <a:pt x="-458" y="5012"/>
                                  <a:pt x="3085" y="541"/>
                                  <a:pt x="8062" y="35"/>
                                </a:cubicBezTo>
                                <a:cubicBezTo>
                                  <a:pt x="13039" y="-387"/>
                                  <a:pt x="17509" y="3071"/>
                                  <a:pt x="18016" y="8048"/>
                                </a:cubicBezTo>
                                <a:cubicBezTo>
                                  <a:pt x="26957" y="90716"/>
                                  <a:pt x="64242" y="168574"/>
                                  <a:pt x="123037" y="227369"/>
                                </a:cubicBezTo>
                                <a:cubicBezTo>
                                  <a:pt x="126579" y="230912"/>
                                  <a:pt x="126579" y="236648"/>
                                  <a:pt x="123037" y="240107"/>
                                </a:cubicBezTo>
                                <a:cubicBezTo>
                                  <a:pt x="121265" y="241878"/>
                                  <a:pt x="118988" y="242722"/>
                                  <a:pt x="116626" y="24272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105" name="AutoShape 105"/>
                          <p:cNvSpPr/>
                          <p:nvPr/>
                        </p:nvSpPr>
                        <p:spPr>
                          <a:xfrm>
                            <a:off x="5265100" y="3167744"/>
                            <a:ext cx="77357" cy="56190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77357" h="56190">
                                <a:moveTo>
                                  <a:pt x="68253" y="56190"/>
                                </a:moveTo>
                                <a:cubicBezTo>
                                  <a:pt x="66903" y="56190"/>
                                  <a:pt x="65554" y="55853"/>
                                  <a:pt x="64288" y="55262"/>
                                </a:cubicBezTo>
                                <a:cubicBezTo>
                                  <a:pt x="42525" y="44549"/>
                                  <a:pt x="22027" y="31390"/>
                                  <a:pt x="3300" y="16038"/>
                                </a:cubicBezTo>
                                <a:cubicBezTo>
                                  <a:pt x="-580" y="12832"/>
                                  <a:pt x="-1086" y="7181"/>
                                  <a:pt x="2035" y="3300"/>
                                </a:cubicBezTo>
                                <a:cubicBezTo>
                                  <a:pt x="5240" y="-580"/>
                                  <a:pt x="10892" y="-1086"/>
                                  <a:pt x="14772" y="2035"/>
                                </a:cubicBezTo>
                                <a:cubicBezTo>
                                  <a:pt x="32402" y="16544"/>
                                  <a:pt x="51804" y="28944"/>
                                  <a:pt x="72302" y="38982"/>
                                </a:cubicBezTo>
                                <a:cubicBezTo>
                                  <a:pt x="76773" y="41175"/>
                                  <a:pt x="78629" y="46574"/>
                                  <a:pt x="76435" y="51045"/>
                                </a:cubicBezTo>
                                <a:cubicBezTo>
                                  <a:pt x="74833" y="54250"/>
                                  <a:pt x="71627" y="56106"/>
                                  <a:pt x="68337" y="56106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FFFF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</p:grpSp>
                    <p:sp>
                      <p:nvSpPr>
                        <p:cNvPr id="106" name="AutoShape 106"/>
                        <p:cNvSpPr/>
                        <p:nvPr/>
                      </p:nvSpPr>
                      <p:spPr>
                        <a:xfrm>
                          <a:off x="5966296" y="3855359"/>
                          <a:ext cx="46159" cy="2417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6159" h="24176">
                              <a:moveTo>
                                <a:pt x="37167" y="24092"/>
                              </a:moveTo>
                              <a:cubicBezTo>
                                <a:pt x="36576" y="24092"/>
                                <a:pt x="35901" y="24092"/>
                                <a:pt x="35227" y="23923"/>
                              </a:cubicBezTo>
                              <a:lnTo>
                                <a:pt x="7137" y="17850"/>
                              </a:lnTo>
                              <a:cubicBezTo>
                                <a:pt x="2244" y="16837"/>
                                <a:pt x="-877" y="12029"/>
                                <a:pt x="220" y="7137"/>
                              </a:cubicBezTo>
                              <a:cubicBezTo>
                                <a:pt x="1232" y="2244"/>
                                <a:pt x="6040" y="-877"/>
                                <a:pt x="10933" y="220"/>
                              </a:cubicBezTo>
                              <a:lnTo>
                                <a:pt x="39023" y="6293"/>
                              </a:lnTo>
                              <a:cubicBezTo>
                                <a:pt x="43915" y="7305"/>
                                <a:pt x="47036" y="12114"/>
                                <a:pt x="45940" y="17006"/>
                              </a:cubicBezTo>
                              <a:cubicBezTo>
                                <a:pt x="45012" y="21224"/>
                                <a:pt x="41300" y="24176"/>
                                <a:pt x="37082" y="241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7" name="AutoShape 107"/>
                        <p:cNvSpPr/>
                        <p:nvPr/>
                      </p:nvSpPr>
                      <p:spPr>
                        <a:xfrm>
                          <a:off x="6389581" y="3761722"/>
                          <a:ext cx="100154" cy="3666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0154" h="36664">
                              <a:moveTo>
                                <a:pt x="91158" y="36665"/>
                              </a:moveTo>
                              <a:cubicBezTo>
                                <a:pt x="90483" y="36665"/>
                                <a:pt x="89808" y="36665"/>
                                <a:pt x="89133" y="36412"/>
                              </a:cubicBezTo>
                              <a:lnTo>
                                <a:pt x="7057" y="17854"/>
                              </a:lnTo>
                              <a:cubicBezTo>
                                <a:pt x="2164" y="16757"/>
                                <a:pt x="-873" y="11949"/>
                                <a:pt x="224" y="7057"/>
                              </a:cubicBezTo>
                              <a:cubicBezTo>
                                <a:pt x="1320" y="2164"/>
                                <a:pt x="6129" y="-873"/>
                                <a:pt x="11021" y="224"/>
                              </a:cubicBezTo>
                              <a:lnTo>
                                <a:pt x="93098" y="18782"/>
                              </a:lnTo>
                              <a:cubicBezTo>
                                <a:pt x="97990" y="19878"/>
                                <a:pt x="101027" y="24687"/>
                                <a:pt x="99931" y="29579"/>
                              </a:cubicBezTo>
                              <a:cubicBezTo>
                                <a:pt x="99003" y="33797"/>
                                <a:pt x="95291" y="36581"/>
                                <a:pt x="91158" y="3658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8" name="AutoShape 108"/>
                        <p:cNvSpPr/>
                        <p:nvPr/>
                      </p:nvSpPr>
                      <p:spPr>
                        <a:xfrm>
                          <a:off x="4807551" y="1652983"/>
                          <a:ext cx="218014" cy="5949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18014" h="59491">
                              <a:moveTo>
                                <a:pt x="208967" y="59492"/>
                              </a:moveTo>
                              <a:cubicBezTo>
                                <a:pt x="208377" y="59492"/>
                                <a:pt x="207786" y="59492"/>
                                <a:pt x="207111" y="59323"/>
                              </a:cubicBezTo>
                              <a:lnTo>
                                <a:pt x="7192" y="17905"/>
                              </a:lnTo>
                              <a:cubicBezTo>
                                <a:pt x="2299" y="16893"/>
                                <a:pt x="-822" y="12084"/>
                                <a:pt x="190" y="7192"/>
                              </a:cubicBezTo>
                              <a:cubicBezTo>
                                <a:pt x="1203" y="2299"/>
                                <a:pt x="5927" y="-822"/>
                                <a:pt x="10903" y="190"/>
                              </a:cubicBezTo>
                              <a:lnTo>
                                <a:pt x="210823" y="41608"/>
                              </a:lnTo>
                              <a:cubicBezTo>
                                <a:pt x="215715" y="42621"/>
                                <a:pt x="218837" y="47429"/>
                                <a:pt x="217824" y="52321"/>
                              </a:cubicBezTo>
                              <a:cubicBezTo>
                                <a:pt x="216981" y="56624"/>
                                <a:pt x="213185" y="59492"/>
                                <a:pt x="208967" y="5949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9" name="AutoShape 109"/>
                        <p:cNvSpPr/>
                        <p:nvPr/>
                      </p:nvSpPr>
                      <p:spPr>
                        <a:xfrm>
                          <a:off x="4672362" y="1744285"/>
                          <a:ext cx="334446" cy="7818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34446" h="78187">
                              <a:moveTo>
                                <a:pt x="325430" y="78188"/>
                              </a:moveTo>
                              <a:cubicBezTo>
                                <a:pt x="324839" y="78188"/>
                                <a:pt x="324333" y="78188"/>
                                <a:pt x="323743" y="78019"/>
                              </a:cubicBezTo>
                              <a:lnTo>
                                <a:pt x="7330" y="17874"/>
                              </a:lnTo>
                              <a:cubicBezTo>
                                <a:pt x="2437" y="16946"/>
                                <a:pt x="-768" y="12222"/>
                                <a:pt x="160" y="7330"/>
                              </a:cubicBezTo>
                              <a:cubicBezTo>
                                <a:pt x="1088" y="2437"/>
                                <a:pt x="5812" y="-768"/>
                                <a:pt x="10704" y="160"/>
                              </a:cubicBezTo>
                              <a:lnTo>
                                <a:pt x="327117" y="60304"/>
                              </a:lnTo>
                              <a:cubicBezTo>
                                <a:pt x="332009" y="61232"/>
                                <a:pt x="335215" y="65956"/>
                                <a:pt x="334287" y="70849"/>
                              </a:cubicBezTo>
                              <a:cubicBezTo>
                                <a:pt x="333444" y="75151"/>
                                <a:pt x="329648" y="78188"/>
                                <a:pt x="325430" y="7818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10" name="AutoShape 110"/>
                        <p:cNvSpPr/>
                        <p:nvPr/>
                      </p:nvSpPr>
                      <p:spPr>
                        <a:xfrm>
                          <a:off x="4651189" y="1846185"/>
                          <a:ext cx="315551" cy="7574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15551" h="75741">
                              <a:moveTo>
                                <a:pt x="306619" y="75741"/>
                              </a:moveTo>
                              <a:cubicBezTo>
                                <a:pt x="306028" y="75741"/>
                                <a:pt x="305438" y="75741"/>
                                <a:pt x="304847" y="75573"/>
                              </a:cubicBezTo>
                              <a:lnTo>
                                <a:pt x="7330" y="17874"/>
                              </a:lnTo>
                              <a:cubicBezTo>
                                <a:pt x="2438" y="16946"/>
                                <a:pt x="-768" y="12222"/>
                                <a:pt x="160" y="7330"/>
                              </a:cubicBezTo>
                              <a:cubicBezTo>
                                <a:pt x="1088" y="2437"/>
                                <a:pt x="5812" y="-768"/>
                                <a:pt x="10704" y="160"/>
                              </a:cubicBezTo>
                              <a:lnTo>
                                <a:pt x="308222" y="57858"/>
                              </a:lnTo>
                              <a:cubicBezTo>
                                <a:pt x="313114" y="58786"/>
                                <a:pt x="316320" y="63510"/>
                                <a:pt x="315392" y="68402"/>
                              </a:cubicBezTo>
                              <a:cubicBezTo>
                                <a:pt x="314548" y="72704"/>
                                <a:pt x="310752" y="75741"/>
                                <a:pt x="306535" y="757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11" name="AutoShape 111"/>
                        <p:cNvSpPr/>
                        <p:nvPr/>
                      </p:nvSpPr>
                      <p:spPr>
                        <a:xfrm>
                          <a:off x="4929632" y="1976338"/>
                          <a:ext cx="366340" cy="34652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66340" h="346524">
                              <a:moveTo>
                                <a:pt x="357242" y="346524"/>
                              </a:moveTo>
                              <a:cubicBezTo>
                                <a:pt x="354121" y="346524"/>
                                <a:pt x="351084" y="344922"/>
                                <a:pt x="349397" y="341969"/>
                              </a:cubicBezTo>
                              <a:lnTo>
                                <a:pt x="188618" y="59383"/>
                              </a:lnTo>
                              <a:lnTo>
                                <a:pt x="7003" y="17796"/>
                              </a:lnTo>
                              <a:cubicBezTo>
                                <a:pt x="2111" y="16699"/>
                                <a:pt x="-926" y="11807"/>
                                <a:pt x="255" y="6999"/>
                              </a:cubicBezTo>
                              <a:cubicBezTo>
                                <a:pt x="1436" y="2191"/>
                                <a:pt x="6244" y="-931"/>
                                <a:pt x="11052" y="250"/>
                              </a:cubicBezTo>
                              <a:lnTo>
                                <a:pt x="196547" y="42681"/>
                              </a:lnTo>
                              <a:cubicBezTo>
                                <a:pt x="198994" y="43271"/>
                                <a:pt x="201102" y="44789"/>
                                <a:pt x="202368" y="46983"/>
                              </a:cubicBezTo>
                              <a:lnTo>
                                <a:pt x="365171" y="333028"/>
                              </a:lnTo>
                              <a:cubicBezTo>
                                <a:pt x="367618" y="337330"/>
                                <a:pt x="366099" y="342897"/>
                                <a:pt x="361797" y="345344"/>
                              </a:cubicBezTo>
                              <a:cubicBezTo>
                                <a:pt x="360363" y="346103"/>
                                <a:pt x="358845" y="346524"/>
                                <a:pt x="357326" y="34652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sp>
                    <p:nvSpPr>
                      <p:cNvPr id="112" name="AutoShape 112"/>
                      <p:cNvSpPr/>
                      <p:nvPr/>
                    </p:nvSpPr>
                    <p:spPr>
                      <a:xfrm>
                        <a:off x="7222165" y="4475435"/>
                        <a:ext cx="51214" cy="33275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1214" h="332756">
                            <a:moveTo>
                              <a:pt x="42141" y="332756"/>
                            </a:moveTo>
                            <a:cubicBezTo>
                              <a:pt x="37586" y="332756"/>
                              <a:pt x="33621" y="329298"/>
                              <a:pt x="33199" y="324658"/>
                            </a:cubicBezTo>
                            <a:lnTo>
                              <a:pt x="48" y="10017"/>
                            </a:lnTo>
                            <a:cubicBezTo>
                              <a:pt x="-458" y="5040"/>
                              <a:pt x="3085" y="569"/>
                              <a:pt x="8062" y="63"/>
                            </a:cubicBezTo>
                            <a:cubicBezTo>
                              <a:pt x="12954" y="-528"/>
                              <a:pt x="17509" y="3100"/>
                              <a:pt x="18016" y="8077"/>
                            </a:cubicBezTo>
                            <a:lnTo>
                              <a:pt x="51167" y="322718"/>
                            </a:lnTo>
                            <a:cubicBezTo>
                              <a:pt x="51673" y="327695"/>
                              <a:pt x="48130" y="332166"/>
                              <a:pt x="43153" y="332672"/>
                            </a:cubicBezTo>
                            <a:cubicBezTo>
                              <a:pt x="42816" y="332672"/>
                              <a:pt x="42478" y="332672"/>
                              <a:pt x="42225" y="33267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13" name="AutoShape 113"/>
                      <p:cNvSpPr/>
                      <p:nvPr/>
                    </p:nvSpPr>
                    <p:spPr>
                      <a:xfrm>
                        <a:off x="7270186" y="4885182"/>
                        <a:ext cx="27632" cy="7779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632" h="77798">
                            <a:moveTo>
                              <a:pt x="18582" y="77799"/>
                            </a:moveTo>
                            <a:cubicBezTo>
                              <a:pt x="14196" y="77799"/>
                              <a:pt x="10400" y="74593"/>
                              <a:pt x="9641" y="70207"/>
                            </a:cubicBezTo>
                            <a:lnTo>
                              <a:pt x="109" y="10484"/>
                            </a:lnTo>
                            <a:cubicBezTo>
                              <a:pt x="-651" y="5592"/>
                              <a:pt x="2639" y="952"/>
                              <a:pt x="7616" y="109"/>
                            </a:cubicBezTo>
                            <a:cubicBezTo>
                              <a:pt x="12509" y="-651"/>
                              <a:pt x="17148" y="2639"/>
                              <a:pt x="17992" y="7616"/>
                            </a:cubicBezTo>
                            <a:lnTo>
                              <a:pt x="27524" y="67339"/>
                            </a:lnTo>
                            <a:cubicBezTo>
                              <a:pt x="28283" y="72232"/>
                              <a:pt x="24993" y="76871"/>
                              <a:pt x="20016" y="77715"/>
                            </a:cubicBezTo>
                            <a:cubicBezTo>
                              <a:pt x="19510" y="77715"/>
                              <a:pt x="19089" y="77799"/>
                              <a:pt x="18582" y="7779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114" name="Group 114"/>
                      <p:cNvGrpSpPr/>
                      <p:nvPr/>
                    </p:nvGrpSpPr>
                    <p:grpSpPr>
                      <a:xfrm>
                        <a:off x="5837044" y="3387807"/>
                        <a:ext cx="1110415" cy="1653286"/>
                        <a:chOff x="5837044" y="3387807"/>
                        <a:chExt cx="1110415" cy="1653286"/>
                      </a:xfrm>
                      <a:solidFill>
                        <a:srgbClr val="282523">
                          <a:alpha val="100000"/>
                        </a:srgbClr>
                      </a:solidFill>
                    </p:grpSpPr>
                    <p:sp>
                      <p:nvSpPr>
                        <p:cNvPr id="115" name="AutoShape 115"/>
                        <p:cNvSpPr/>
                        <p:nvPr/>
                      </p:nvSpPr>
                      <p:spPr>
                        <a:xfrm>
                          <a:off x="5837044" y="3387807"/>
                          <a:ext cx="1012091" cy="96858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12091" h="968582">
                              <a:moveTo>
                                <a:pt x="628259" y="968583"/>
                              </a:moveTo>
                              <a:cubicBezTo>
                                <a:pt x="625222" y="968583"/>
                                <a:pt x="622185" y="966980"/>
                                <a:pt x="620498" y="964196"/>
                              </a:cubicBezTo>
                              <a:cubicBezTo>
                                <a:pt x="555461" y="855379"/>
                                <a:pt x="458032" y="778111"/>
                                <a:pt x="380426" y="722943"/>
                              </a:cubicBezTo>
                              <a:cubicBezTo>
                                <a:pt x="366507" y="713158"/>
                                <a:pt x="353264" y="704048"/>
                                <a:pt x="340948" y="695612"/>
                              </a:cubicBezTo>
                              <a:cubicBezTo>
                                <a:pt x="301302" y="668366"/>
                                <a:pt x="272621" y="648712"/>
                                <a:pt x="261233" y="632263"/>
                              </a:cubicBezTo>
                              <a:cubicBezTo>
                                <a:pt x="261065" y="632094"/>
                                <a:pt x="212983" y="570515"/>
                                <a:pt x="158912" y="487511"/>
                              </a:cubicBezTo>
                              <a:cubicBezTo>
                                <a:pt x="94128" y="388057"/>
                                <a:pt x="14244" y="247860"/>
                                <a:pt x="1675" y="144611"/>
                              </a:cubicBezTo>
                              <a:cubicBezTo>
                                <a:pt x="1675" y="144442"/>
                                <a:pt x="1675" y="144273"/>
                                <a:pt x="1675" y="144105"/>
                              </a:cubicBezTo>
                              <a:cubicBezTo>
                                <a:pt x="-6001" y="79826"/>
                                <a:pt x="12726" y="36131"/>
                                <a:pt x="57349" y="14368"/>
                              </a:cubicBezTo>
                              <a:cubicBezTo>
                                <a:pt x="111420" y="-11951"/>
                                <a:pt x="175783" y="-2081"/>
                                <a:pt x="248665" y="43723"/>
                              </a:cubicBezTo>
                              <a:cubicBezTo>
                                <a:pt x="361362" y="114581"/>
                                <a:pt x="475071" y="258658"/>
                                <a:pt x="550315" y="353978"/>
                              </a:cubicBezTo>
                              <a:lnTo>
                                <a:pt x="568789" y="377344"/>
                              </a:lnTo>
                              <a:cubicBezTo>
                                <a:pt x="589962" y="403916"/>
                                <a:pt x="605483" y="422895"/>
                                <a:pt x="617377" y="435464"/>
                              </a:cubicBezTo>
                              <a:cubicBezTo>
                                <a:pt x="663097" y="483462"/>
                                <a:pt x="749138" y="542088"/>
                                <a:pt x="841843" y="588483"/>
                              </a:cubicBezTo>
                              <a:cubicBezTo>
                                <a:pt x="910171" y="622646"/>
                                <a:pt x="969134" y="643482"/>
                                <a:pt x="1003635" y="645590"/>
                              </a:cubicBezTo>
                              <a:cubicBezTo>
                                <a:pt x="1008612" y="645928"/>
                                <a:pt x="1012408" y="650146"/>
                                <a:pt x="1012071" y="655123"/>
                              </a:cubicBezTo>
                              <a:cubicBezTo>
                                <a:pt x="1011733" y="660099"/>
                                <a:pt x="1007515" y="663895"/>
                                <a:pt x="1002539" y="663558"/>
                              </a:cubicBezTo>
                              <a:cubicBezTo>
                                <a:pt x="965760" y="661281"/>
                                <a:pt x="904181" y="639854"/>
                                <a:pt x="833746" y="604594"/>
                              </a:cubicBezTo>
                              <a:cubicBezTo>
                                <a:pt x="739269" y="557356"/>
                                <a:pt x="651372" y="497296"/>
                                <a:pt x="604302" y="447864"/>
                              </a:cubicBezTo>
                              <a:cubicBezTo>
                                <a:pt x="591902" y="434874"/>
                                <a:pt x="576128" y="415557"/>
                                <a:pt x="554617" y="388563"/>
                              </a:cubicBezTo>
                              <a:lnTo>
                                <a:pt x="536144" y="365197"/>
                              </a:lnTo>
                              <a:cubicBezTo>
                                <a:pt x="461659" y="270889"/>
                                <a:pt x="349131" y="128330"/>
                                <a:pt x="239048" y="59075"/>
                              </a:cubicBezTo>
                              <a:cubicBezTo>
                                <a:pt x="170806" y="16139"/>
                                <a:pt x="113951" y="6860"/>
                                <a:pt x="65279" y="30648"/>
                              </a:cubicBezTo>
                              <a:cubicBezTo>
                                <a:pt x="27656" y="48953"/>
                                <a:pt x="12726" y="85478"/>
                                <a:pt x="19643" y="142333"/>
                              </a:cubicBezTo>
                              <a:cubicBezTo>
                                <a:pt x="19643" y="142502"/>
                                <a:pt x="19643" y="142671"/>
                                <a:pt x="19643" y="142755"/>
                              </a:cubicBezTo>
                              <a:cubicBezTo>
                                <a:pt x="31959" y="242546"/>
                                <a:pt x="110408" y="379959"/>
                                <a:pt x="174011" y="477641"/>
                              </a:cubicBezTo>
                              <a:cubicBezTo>
                                <a:pt x="227745" y="559971"/>
                                <a:pt x="275321" y="620875"/>
                                <a:pt x="275742" y="621549"/>
                              </a:cubicBezTo>
                              <a:cubicBezTo>
                                <a:pt x="285527" y="635721"/>
                                <a:pt x="314545" y="655544"/>
                                <a:pt x="351155" y="680766"/>
                              </a:cubicBezTo>
                              <a:cubicBezTo>
                                <a:pt x="363471" y="689202"/>
                                <a:pt x="376799" y="698396"/>
                                <a:pt x="390802" y="708266"/>
                              </a:cubicBezTo>
                              <a:cubicBezTo>
                                <a:pt x="469841" y="764446"/>
                                <a:pt x="569126" y="843317"/>
                                <a:pt x="635935" y="954918"/>
                              </a:cubicBezTo>
                              <a:cubicBezTo>
                                <a:pt x="638466" y="959220"/>
                                <a:pt x="637116" y="964702"/>
                                <a:pt x="632814" y="967317"/>
                              </a:cubicBezTo>
                              <a:cubicBezTo>
                                <a:pt x="631380" y="968161"/>
                                <a:pt x="629777" y="968583"/>
                                <a:pt x="628175" y="96858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16" name="AutoShape 116"/>
                        <p:cNvSpPr/>
                        <p:nvPr/>
                      </p:nvSpPr>
                      <p:spPr>
                        <a:xfrm>
                          <a:off x="6059350" y="4203079"/>
                          <a:ext cx="374534" cy="45993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74534" h="459938">
                              <a:moveTo>
                                <a:pt x="260526" y="459771"/>
                              </a:moveTo>
                              <a:cubicBezTo>
                                <a:pt x="249222" y="459771"/>
                                <a:pt x="237666" y="456565"/>
                                <a:pt x="225940" y="450239"/>
                              </a:cubicBezTo>
                              <a:cubicBezTo>
                                <a:pt x="111219" y="388069"/>
                                <a:pt x="4848" y="26865"/>
                                <a:pt x="377" y="11596"/>
                              </a:cubicBezTo>
                              <a:cubicBezTo>
                                <a:pt x="-1057" y="6788"/>
                                <a:pt x="1727" y="1811"/>
                                <a:pt x="6535" y="377"/>
                              </a:cubicBezTo>
                              <a:cubicBezTo>
                                <a:pt x="11343" y="-1057"/>
                                <a:pt x="16320" y="1727"/>
                                <a:pt x="17754" y="6535"/>
                              </a:cubicBezTo>
                              <a:cubicBezTo>
                                <a:pt x="18851" y="10247"/>
                                <a:pt x="126487" y="375838"/>
                                <a:pt x="234629" y="434380"/>
                              </a:cubicBezTo>
                              <a:cubicBezTo>
                                <a:pt x="248210" y="441719"/>
                                <a:pt x="260694" y="443490"/>
                                <a:pt x="272757" y="439947"/>
                              </a:cubicBezTo>
                              <a:cubicBezTo>
                                <a:pt x="297473" y="432440"/>
                                <a:pt x="316959" y="415316"/>
                                <a:pt x="330877" y="388997"/>
                              </a:cubicBezTo>
                              <a:cubicBezTo>
                                <a:pt x="377272" y="301016"/>
                                <a:pt x="352387" y="134838"/>
                                <a:pt x="325816" y="50821"/>
                              </a:cubicBezTo>
                              <a:cubicBezTo>
                                <a:pt x="324298" y="46097"/>
                                <a:pt x="326913" y="40952"/>
                                <a:pt x="331721" y="39518"/>
                              </a:cubicBezTo>
                              <a:cubicBezTo>
                                <a:pt x="336445" y="37999"/>
                                <a:pt x="341590" y="40614"/>
                                <a:pt x="343024" y="45422"/>
                              </a:cubicBezTo>
                              <a:cubicBezTo>
                                <a:pt x="370439" y="132307"/>
                                <a:pt x="395746" y="304643"/>
                                <a:pt x="346820" y="397517"/>
                              </a:cubicBezTo>
                              <a:cubicBezTo>
                                <a:pt x="330624" y="428306"/>
                                <a:pt x="307427" y="448467"/>
                                <a:pt x="277903" y="457324"/>
                              </a:cubicBezTo>
                              <a:cubicBezTo>
                                <a:pt x="272167" y="459096"/>
                                <a:pt x="266430" y="459939"/>
                                <a:pt x="260526" y="4599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17" name="AutoShape 117"/>
                        <p:cNvSpPr/>
                        <p:nvPr/>
                      </p:nvSpPr>
                      <p:spPr>
                        <a:xfrm>
                          <a:off x="6011904" y="4418228"/>
                          <a:ext cx="465037" cy="52999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65037" h="529991">
                              <a:moveTo>
                                <a:pt x="379925" y="529991"/>
                              </a:moveTo>
                              <a:cubicBezTo>
                                <a:pt x="244115" y="529991"/>
                                <a:pt x="26481" y="68236"/>
                                <a:pt x="837" y="12816"/>
                              </a:cubicBezTo>
                              <a:cubicBezTo>
                                <a:pt x="-1271" y="8261"/>
                                <a:pt x="753" y="2946"/>
                                <a:pt x="5224" y="837"/>
                              </a:cubicBezTo>
                              <a:cubicBezTo>
                                <a:pt x="9779" y="-1271"/>
                                <a:pt x="15093" y="753"/>
                                <a:pt x="17202" y="5224"/>
                              </a:cubicBezTo>
                              <a:cubicBezTo>
                                <a:pt x="88734" y="159845"/>
                                <a:pt x="295908" y="551671"/>
                                <a:pt x="394687" y="508903"/>
                              </a:cubicBezTo>
                              <a:cubicBezTo>
                                <a:pt x="513880" y="457278"/>
                                <a:pt x="393338" y="143059"/>
                                <a:pt x="392072" y="139853"/>
                              </a:cubicBezTo>
                              <a:cubicBezTo>
                                <a:pt x="390301" y="135214"/>
                                <a:pt x="392579" y="129984"/>
                                <a:pt x="397218" y="128128"/>
                              </a:cubicBezTo>
                              <a:cubicBezTo>
                                <a:pt x="401858" y="126357"/>
                                <a:pt x="407088" y="128634"/>
                                <a:pt x="408943" y="133274"/>
                              </a:cubicBezTo>
                              <a:cubicBezTo>
                                <a:pt x="414258" y="146855"/>
                                <a:pt x="536909" y="466895"/>
                                <a:pt x="401858" y="525437"/>
                              </a:cubicBezTo>
                              <a:cubicBezTo>
                                <a:pt x="394856" y="528473"/>
                                <a:pt x="387433" y="529908"/>
                                <a:pt x="379841" y="52990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18" name="AutoShape 118"/>
                        <p:cNvSpPr/>
                        <p:nvPr/>
                      </p:nvSpPr>
                      <p:spPr>
                        <a:xfrm>
                          <a:off x="6168822" y="4878146"/>
                          <a:ext cx="174258" cy="693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4258" h="69398">
                              <a:moveTo>
                                <a:pt x="126084" y="69399"/>
                              </a:moveTo>
                              <a:cubicBezTo>
                                <a:pt x="75219" y="69399"/>
                                <a:pt x="6723" y="18617"/>
                                <a:pt x="3602" y="16255"/>
                              </a:cubicBezTo>
                              <a:cubicBezTo>
                                <a:pt x="-362" y="13303"/>
                                <a:pt x="-1206" y="7567"/>
                                <a:pt x="1831" y="3602"/>
                              </a:cubicBezTo>
                              <a:cubicBezTo>
                                <a:pt x="4783" y="-363"/>
                                <a:pt x="10435" y="-1206"/>
                                <a:pt x="14484" y="1831"/>
                              </a:cubicBezTo>
                              <a:cubicBezTo>
                                <a:pt x="36500" y="18280"/>
                                <a:pt x="101453" y="59107"/>
                                <a:pt x="136966" y="50166"/>
                              </a:cubicBezTo>
                              <a:cubicBezTo>
                                <a:pt x="146245" y="47804"/>
                                <a:pt x="152740" y="42236"/>
                                <a:pt x="157043" y="33042"/>
                              </a:cubicBezTo>
                              <a:cubicBezTo>
                                <a:pt x="159151" y="28486"/>
                                <a:pt x="164550" y="26546"/>
                                <a:pt x="169021" y="28655"/>
                              </a:cubicBezTo>
                              <a:cubicBezTo>
                                <a:pt x="173576" y="30764"/>
                                <a:pt x="175516" y="36163"/>
                                <a:pt x="173407" y="40634"/>
                              </a:cubicBezTo>
                              <a:cubicBezTo>
                                <a:pt x="166743" y="54889"/>
                                <a:pt x="155946" y="63915"/>
                                <a:pt x="141353" y="67627"/>
                              </a:cubicBezTo>
                              <a:cubicBezTo>
                                <a:pt x="136545" y="68808"/>
                                <a:pt x="131399" y="69399"/>
                                <a:pt x="126169" y="6939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19" name="AutoShape 119"/>
                        <p:cNvSpPr/>
                        <p:nvPr/>
                      </p:nvSpPr>
                      <p:spPr>
                        <a:xfrm>
                          <a:off x="6177300" y="4335126"/>
                          <a:ext cx="189332" cy="24277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89332" h="242778">
                              <a:moveTo>
                                <a:pt x="151855" y="242778"/>
                              </a:moveTo>
                              <a:cubicBezTo>
                                <a:pt x="148650" y="242778"/>
                                <a:pt x="145529" y="241091"/>
                                <a:pt x="143926" y="238055"/>
                              </a:cubicBezTo>
                              <a:cubicBezTo>
                                <a:pt x="141564" y="233668"/>
                                <a:pt x="143166" y="228185"/>
                                <a:pt x="147553" y="225823"/>
                              </a:cubicBezTo>
                              <a:cubicBezTo>
                                <a:pt x="167123" y="215110"/>
                                <a:pt x="175306" y="179597"/>
                                <a:pt x="169316" y="130756"/>
                              </a:cubicBezTo>
                              <a:cubicBezTo>
                                <a:pt x="162399" y="73817"/>
                                <a:pt x="139371" y="23457"/>
                                <a:pt x="125030" y="19661"/>
                              </a:cubicBezTo>
                              <a:cubicBezTo>
                                <a:pt x="91458" y="10889"/>
                                <a:pt x="31060" y="38388"/>
                                <a:pt x="17563" y="77697"/>
                              </a:cubicBezTo>
                              <a:cubicBezTo>
                                <a:pt x="15960" y="82421"/>
                                <a:pt x="10815" y="84867"/>
                                <a:pt x="6091" y="83264"/>
                              </a:cubicBezTo>
                              <a:cubicBezTo>
                                <a:pt x="1367" y="81662"/>
                                <a:pt x="-1164" y="76516"/>
                                <a:pt x="524" y="71792"/>
                              </a:cubicBezTo>
                              <a:cubicBezTo>
                                <a:pt x="17395" y="22867"/>
                                <a:pt x="87577" y="-8850"/>
                                <a:pt x="129670" y="2200"/>
                              </a:cubicBezTo>
                              <a:cubicBezTo>
                                <a:pt x="159784" y="10129"/>
                                <a:pt x="181548" y="80903"/>
                                <a:pt x="187284" y="128562"/>
                              </a:cubicBezTo>
                              <a:cubicBezTo>
                                <a:pt x="191417" y="162220"/>
                                <a:pt x="192767" y="221774"/>
                                <a:pt x="156242" y="241682"/>
                              </a:cubicBezTo>
                              <a:cubicBezTo>
                                <a:pt x="154892" y="242441"/>
                                <a:pt x="153374" y="242778"/>
                                <a:pt x="151939" y="24277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20" name="AutoShape 120"/>
                        <p:cNvSpPr/>
                        <p:nvPr/>
                      </p:nvSpPr>
                      <p:spPr>
                        <a:xfrm>
                          <a:off x="6143955" y="4173046"/>
                          <a:ext cx="81702" cy="6406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1702" h="64066">
                              <a:moveTo>
                                <a:pt x="9068" y="64067"/>
                              </a:moveTo>
                              <a:cubicBezTo>
                                <a:pt x="6284" y="64067"/>
                                <a:pt x="3501" y="62802"/>
                                <a:pt x="1729" y="60355"/>
                              </a:cubicBezTo>
                              <a:cubicBezTo>
                                <a:pt x="-1223" y="56306"/>
                                <a:pt x="-295" y="50654"/>
                                <a:pt x="3754" y="47786"/>
                              </a:cubicBezTo>
                              <a:lnTo>
                                <a:pt x="67441" y="1729"/>
                              </a:lnTo>
                              <a:cubicBezTo>
                                <a:pt x="71490" y="-1223"/>
                                <a:pt x="77142" y="-295"/>
                                <a:pt x="80010" y="3754"/>
                              </a:cubicBezTo>
                              <a:cubicBezTo>
                                <a:pt x="82878" y="7803"/>
                                <a:pt x="82034" y="13454"/>
                                <a:pt x="77985" y="16322"/>
                              </a:cubicBezTo>
                              <a:lnTo>
                                <a:pt x="14298" y="62380"/>
                              </a:lnTo>
                              <a:cubicBezTo>
                                <a:pt x="12695" y="63561"/>
                                <a:pt x="10839" y="64067"/>
                                <a:pt x="8984" y="6406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21" name="AutoShape 121"/>
                        <p:cNvSpPr/>
                        <p:nvPr/>
                      </p:nvSpPr>
                      <p:spPr>
                        <a:xfrm>
                          <a:off x="6234947" y="4664734"/>
                          <a:ext cx="176925" cy="22064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6925" h="220641">
                              <a:moveTo>
                                <a:pt x="157473" y="220557"/>
                              </a:moveTo>
                              <a:cubicBezTo>
                                <a:pt x="156461" y="220557"/>
                                <a:pt x="155449" y="220388"/>
                                <a:pt x="154437" y="220051"/>
                              </a:cubicBezTo>
                              <a:cubicBezTo>
                                <a:pt x="149713" y="218364"/>
                                <a:pt x="147266" y="213218"/>
                                <a:pt x="148954" y="208494"/>
                              </a:cubicBezTo>
                              <a:cubicBezTo>
                                <a:pt x="160932" y="175090"/>
                                <a:pt x="162113" y="137890"/>
                                <a:pt x="152328" y="103810"/>
                              </a:cubicBezTo>
                              <a:cubicBezTo>
                                <a:pt x="142796" y="70575"/>
                                <a:pt x="123478" y="40629"/>
                                <a:pt x="97582" y="18950"/>
                              </a:cubicBezTo>
                              <a:cubicBezTo>
                                <a:pt x="78349" y="24349"/>
                                <a:pt x="63587" y="30675"/>
                                <a:pt x="51271" y="38520"/>
                              </a:cubicBezTo>
                              <a:cubicBezTo>
                                <a:pt x="39968" y="45775"/>
                                <a:pt x="24953" y="58343"/>
                                <a:pt x="17361" y="77239"/>
                              </a:cubicBezTo>
                              <a:cubicBezTo>
                                <a:pt x="15505" y="81879"/>
                                <a:pt x="10275" y="84072"/>
                                <a:pt x="5636" y="82216"/>
                              </a:cubicBezTo>
                              <a:cubicBezTo>
                                <a:pt x="996" y="80360"/>
                                <a:pt x="-1197" y="75130"/>
                                <a:pt x="659" y="70490"/>
                              </a:cubicBezTo>
                              <a:cubicBezTo>
                                <a:pt x="8082" y="52101"/>
                                <a:pt x="22169" y="35821"/>
                                <a:pt x="41571" y="23337"/>
                              </a:cubicBezTo>
                              <a:cubicBezTo>
                                <a:pt x="56333" y="13805"/>
                                <a:pt x="74131" y="6466"/>
                                <a:pt x="97413" y="308"/>
                              </a:cubicBezTo>
                              <a:cubicBezTo>
                                <a:pt x="100197" y="-451"/>
                                <a:pt x="103149" y="224"/>
                                <a:pt x="105342" y="1995"/>
                              </a:cubicBezTo>
                              <a:cubicBezTo>
                                <a:pt x="135879" y="26204"/>
                                <a:pt x="158739" y="60621"/>
                                <a:pt x="169705" y="98918"/>
                              </a:cubicBezTo>
                              <a:cubicBezTo>
                                <a:pt x="180502" y="136624"/>
                                <a:pt x="179152" y="177705"/>
                                <a:pt x="165909" y="214652"/>
                              </a:cubicBezTo>
                              <a:cubicBezTo>
                                <a:pt x="164559" y="218364"/>
                                <a:pt x="161101" y="220641"/>
                                <a:pt x="157389" y="2206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22" name="AutoShape 122"/>
                        <p:cNvSpPr/>
                        <p:nvPr/>
                      </p:nvSpPr>
                      <p:spPr>
                        <a:xfrm>
                          <a:off x="6416927" y="4555173"/>
                          <a:ext cx="243630" cy="48592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43630" h="485920">
                              <a:moveTo>
                                <a:pt x="234714" y="485921"/>
                              </a:moveTo>
                              <a:cubicBezTo>
                                <a:pt x="231930" y="485921"/>
                                <a:pt x="229230" y="484656"/>
                                <a:pt x="227459" y="482293"/>
                              </a:cubicBezTo>
                              <a:cubicBezTo>
                                <a:pt x="122523" y="342940"/>
                                <a:pt x="43989" y="180052"/>
                                <a:pt x="293" y="11260"/>
                              </a:cubicBezTo>
                              <a:cubicBezTo>
                                <a:pt x="-972" y="6451"/>
                                <a:pt x="1980" y="1474"/>
                                <a:pt x="6789" y="293"/>
                              </a:cubicBezTo>
                              <a:cubicBezTo>
                                <a:pt x="11597" y="-972"/>
                                <a:pt x="16574" y="1980"/>
                                <a:pt x="17755" y="6789"/>
                              </a:cubicBezTo>
                              <a:cubicBezTo>
                                <a:pt x="60860" y="173388"/>
                                <a:pt x="138297" y="334083"/>
                                <a:pt x="241800" y="471496"/>
                              </a:cubicBezTo>
                              <a:cubicBezTo>
                                <a:pt x="244836" y="475461"/>
                                <a:pt x="243992" y="481112"/>
                                <a:pt x="240028" y="484149"/>
                              </a:cubicBezTo>
                              <a:cubicBezTo>
                                <a:pt x="238425" y="485330"/>
                                <a:pt x="236485" y="485921"/>
                                <a:pt x="234629" y="48592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23" name="AutoShape 123"/>
                        <p:cNvSpPr/>
                        <p:nvPr/>
                      </p:nvSpPr>
                      <p:spPr>
                        <a:xfrm>
                          <a:off x="6671707" y="3866495"/>
                          <a:ext cx="275752" cy="11780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75752" h="117808">
                              <a:moveTo>
                                <a:pt x="9036" y="117809"/>
                              </a:moveTo>
                              <a:cubicBezTo>
                                <a:pt x="5999" y="117809"/>
                                <a:pt x="3047" y="116290"/>
                                <a:pt x="1359" y="113591"/>
                              </a:cubicBezTo>
                              <a:cubicBezTo>
                                <a:pt x="-1255" y="109373"/>
                                <a:pt x="10" y="103806"/>
                                <a:pt x="4228" y="101107"/>
                              </a:cubicBezTo>
                              <a:cubicBezTo>
                                <a:pt x="83268" y="51844"/>
                                <a:pt x="173442" y="16921"/>
                                <a:pt x="265051" y="135"/>
                              </a:cubicBezTo>
                              <a:cubicBezTo>
                                <a:pt x="269944" y="-709"/>
                                <a:pt x="274667" y="2497"/>
                                <a:pt x="275595" y="7389"/>
                              </a:cubicBezTo>
                              <a:cubicBezTo>
                                <a:pt x="276523" y="12282"/>
                                <a:pt x="273234" y="17005"/>
                                <a:pt x="268341" y="17933"/>
                              </a:cubicBezTo>
                              <a:cubicBezTo>
                                <a:pt x="178926" y="34298"/>
                                <a:pt x="90944" y="68377"/>
                                <a:pt x="13844" y="116459"/>
                              </a:cubicBezTo>
                              <a:cubicBezTo>
                                <a:pt x="12326" y="117387"/>
                                <a:pt x="10723" y="117809"/>
                                <a:pt x="9036" y="11780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24" name="AutoShape 124"/>
                        <p:cNvSpPr/>
                        <p:nvPr/>
                      </p:nvSpPr>
                      <p:spPr>
                        <a:xfrm>
                          <a:off x="5926050" y="3456572"/>
                          <a:ext cx="213718" cy="25779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13718" h="257797">
                              <a:moveTo>
                                <a:pt x="73448" y="257714"/>
                              </a:moveTo>
                              <a:cubicBezTo>
                                <a:pt x="72014" y="257714"/>
                                <a:pt x="70665" y="257714"/>
                                <a:pt x="69315" y="257545"/>
                              </a:cubicBezTo>
                              <a:cubicBezTo>
                                <a:pt x="36670" y="254424"/>
                                <a:pt x="13894" y="171841"/>
                                <a:pt x="5627" y="123591"/>
                              </a:cubicBezTo>
                              <a:cubicBezTo>
                                <a:pt x="313" y="92464"/>
                                <a:pt x="-8881" y="18654"/>
                                <a:pt x="20896" y="4820"/>
                              </a:cubicBezTo>
                              <a:lnTo>
                                <a:pt x="20896" y="4820"/>
                              </a:lnTo>
                              <a:cubicBezTo>
                                <a:pt x="52697" y="-9942"/>
                                <a:pt x="92597" y="11990"/>
                                <a:pt x="120434" y="33078"/>
                              </a:cubicBezTo>
                              <a:cubicBezTo>
                                <a:pt x="166069" y="67495"/>
                                <a:pt x="217694" y="130507"/>
                                <a:pt x="213476" y="157163"/>
                              </a:cubicBezTo>
                              <a:cubicBezTo>
                                <a:pt x="207487" y="194870"/>
                                <a:pt x="118662" y="257798"/>
                                <a:pt x="73364" y="257798"/>
                              </a:cubicBezTo>
                              <a:close/>
                              <a:moveTo>
                                <a:pt x="28572" y="21184"/>
                              </a:moveTo>
                              <a:lnTo>
                                <a:pt x="28572" y="21184"/>
                              </a:lnTo>
                              <a:cubicBezTo>
                                <a:pt x="18618" y="25824"/>
                                <a:pt x="13473" y="62181"/>
                                <a:pt x="23426" y="120554"/>
                              </a:cubicBezTo>
                              <a:cubicBezTo>
                                <a:pt x="35658" y="191580"/>
                                <a:pt x="59783" y="238481"/>
                                <a:pt x="71086" y="239578"/>
                              </a:cubicBezTo>
                              <a:cubicBezTo>
                                <a:pt x="107612" y="242952"/>
                                <a:pt x="191460" y="181373"/>
                                <a:pt x="195762" y="154295"/>
                              </a:cubicBezTo>
                              <a:cubicBezTo>
                                <a:pt x="197702" y="141811"/>
                                <a:pt x="161936" y="86812"/>
                                <a:pt x="109636" y="47419"/>
                              </a:cubicBezTo>
                              <a:cubicBezTo>
                                <a:pt x="75810" y="21943"/>
                                <a:pt x="47045" y="12580"/>
                                <a:pt x="28572" y="2118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25" name="AutoShape 125"/>
                        <p:cNvSpPr/>
                        <p:nvPr/>
                      </p:nvSpPr>
                      <p:spPr>
                        <a:xfrm>
                          <a:off x="6085613" y="3732243"/>
                          <a:ext cx="129792" cy="9001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9792" h="90015">
                              <a:moveTo>
                                <a:pt x="9037" y="89931"/>
                              </a:moveTo>
                              <a:cubicBezTo>
                                <a:pt x="6675" y="89931"/>
                                <a:pt x="4313" y="89004"/>
                                <a:pt x="2542" y="87232"/>
                              </a:cubicBezTo>
                              <a:cubicBezTo>
                                <a:pt x="-917" y="83689"/>
                                <a:pt x="-832" y="77953"/>
                                <a:pt x="2711" y="74495"/>
                              </a:cubicBezTo>
                              <a:cubicBezTo>
                                <a:pt x="35356" y="42693"/>
                                <a:pt x="75002" y="17134"/>
                                <a:pt x="117432" y="600"/>
                              </a:cubicBezTo>
                              <a:cubicBezTo>
                                <a:pt x="122072" y="-1171"/>
                                <a:pt x="127302" y="1106"/>
                                <a:pt x="129158" y="5746"/>
                              </a:cubicBezTo>
                              <a:cubicBezTo>
                                <a:pt x="131013" y="10385"/>
                                <a:pt x="128651" y="15615"/>
                                <a:pt x="124012" y="17471"/>
                              </a:cubicBezTo>
                              <a:cubicBezTo>
                                <a:pt x="83775" y="33161"/>
                                <a:pt x="46237" y="57455"/>
                                <a:pt x="15279" y="87485"/>
                              </a:cubicBezTo>
                              <a:cubicBezTo>
                                <a:pt x="13508" y="89172"/>
                                <a:pt x="11231" y="90016"/>
                                <a:pt x="8953" y="9001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  <p:grpSp>
                  <p:nvGrpSpPr>
                    <p:cNvPr id="126" name="Group 126"/>
                    <p:cNvGrpSpPr/>
                    <p:nvPr/>
                  </p:nvGrpSpPr>
                  <p:grpSpPr>
                    <a:xfrm>
                      <a:off x="6450369" y="5504491"/>
                      <a:ext cx="1888104" cy="1350218"/>
                      <a:chOff x="6450369" y="5504491"/>
                      <a:chExt cx="1888104" cy="1350218"/>
                    </a:xfrm>
                  </p:grpSpPr>
                  <p:sp>
                    <p:nvSpPr>
                      <p:cNvPr id="127" name="AutoShape 127"/>
                      <p:cNvSpPr/>
                      <p:nvPr/>
                    </p:nvSpPr>
                    <p:spPr>
                      <a:xfrm>
                        <a:off x="6486729" y="5504491"/>
                        <a:ext cx="1851743" cy="135021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51743" h="1350218">
                            <a:moveTo>
                              <a:pt x="1851744" y="927183"/>
                            </a:moveTo>
                            <a:cubicBezTo>
                              <a:pt x="1851744" y="927183"/>
                              <a:pt x="1382818" y="22905"/>
                              <a:pt x="1248863" y="1057"/>
                            </a:cubicBezTo>
                            <a:cubicBezTo>
                              <a:pt x="1114993" y="-20791"/>
                              <a:pt x="39308" y="302623"/>
                              <a:pt x="3879" y="364961"/>
                            </a:cubicBezTo>
                            <a:cubicBezTo>
                              <a:pt x="-31550" y="427299"/>
                              <a:pt x="187350" y="1350219"/>
                              <a:pt x="187350" y="1350219"/>
                            </a:cubicBezTo>
                            <a:lnTo>
                              <a:pt x="1851659" y="927183"/>
                            </a:lnTo>
                            <a:close/>
                          </a:path>
                        </a:pathLst>
                      </a:custGeom>
                      <a:solidFill>
                        <a:srgbClr val="D84C4C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28" name="AutoShape 128"/>
                      <p:cNvSpPr/>
                      <p:nvPr/>
                    </p:nvSpPr>
                    <p:spPr>
                      <a:xfrm>
                        <a:off x="6450369" y="5620351"/>
                        <a:ext cx="1452417" cy="4190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52417" h="419075">
                            <a:moveTo>
                              <a:pt x="9029" y="419075"/>
                            </a:moveTo>
                            <a:cubicBezTo>
                              <a:pt x="5064" y="419075"/>
                              <a:pt x="1437" y="416460"/>
                              <a:pt x="340" y="412495"/>
                            </a:cubicBezTo>
                            <a:cubicBezTo>
                              <a:pt x="-1009" y="407687"/>
                              <a:pt x="1774" y="402710"/>
                              <a:pt x="6583" y="401360"/>
                            </a:cubicBezTo>
                            <a:lnTo>
                              <a:pt x="1440942" y="340"/>
                            </a:lnTo>
                            <a:cubicBezTo>
                              <a:pt x="1445751" y="-1010"/>
                              <a:pt x="1450727" y="1774"/>
                              <a:pt x="1452077" y="6583"/>
                            </a:cubicBezTo>
                            <a:cubicBezTo>
                              <a:pt x="1453427" y="11391"/>
                              <a:pt x="1450643" y="16367"/>
                              <a:pt x="1445834" y="17717"/>
                            </a:cubicBezTo>
                            <a:lnTo>
                              <a:pt x="11475" y="418737"/>
                            </a:lnTo>
                            <a:cubicBezTo>
                              <a:pt x="10632" y="418991"/>
                              <a:pt x="9872" y="419075"/>
                              <a:pt x="9029" y="419075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29" name="AutoShape 129"/>
                      <p:cNvSpPr/>
                      <p:nvPr/>
                    </p:nvSpPr>
                    <p:spPr>
                      <a:xfrm>
                        <a:off x="6516299" y="5775528"/>
                        <a:ext cx="1492470" cy="5542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92470" h="554244">
                            <a:moveTo>
                              <a:pt x="9064" y="554245"/>
                            </a:moveTo>
                            <a:cubicBezTo>
                              <a:pt x="5352" y="554245"/>
                              <a:pt x="1893" y="551967"/>
                              <a:pt x="544" y="548256"/>
                            </a:cubicBezTo>
                            <a:cubicBezTo>
                              <a:pt x="-1144" y="543532"/>
                              <a:pt x="1218" y="538386"/>
                              <a:pt x="5942" y="536699"/>
                            </a:cubicBezTo>
                            <a:lnTo>
                              <a:pt x="1480370" y="544"/>
                            </a:lnTo>
                            <a:cubicBezTo>
                              <a:pt x="1485010" y="-1144"/>
                              <a:pt x="1490239" y="1219"/>
                              <a:pt x="1491927" y="5942"/>
                            </a:cubicBezTo>
                            <a:cubicBezTo>
                              <a:pt x="1493614" y="10666"/>
                              <a:pt x="1491252" y="15812"/>
                              <a:pt x="1486528" y="17499"/>
                            </a:cubicBezTo>
                            <a:lnTo>
                              <a:pt x="12100" y="553654"/>
                            </a:lnTo>
                            <a:cubicBezTo>
                              <a:pt x="11088" y="553992"/>
                              <a:pt x="10076" y="554245"/>
                              <a:pt x="8979" y="554245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30" name="AutoShape 130"/>
                      <p:cNvSpPr/>
                      <p:nvPr/>
                    </p:nvSpPr>
                    <p:spPr>
                      <a:xfrm>
                        <a:off x="6569470" y="6037644"/>
                        <a:ext cx="1589591" cy="52680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89591" h="526802">
                            <a:moveTo>
                              <a:pt x="9036" y="526802"/>
                            </a:moveTo>
                            <a:cubicBezTo>
                              <a:pt x="5240" y="526802"/>
                              <a:pt x="1697" y="524356"/>
                              <a:pt x="432" y="520560"/>
                            </a:cubicBezTo>
                            <a:cubicBezTo>
                              <a:pt x="-1087" y="515837"/>
                              <a:pt x="1528" y="510691"/>
                              <a:pt x="6252" y="509172"/>
                            </a:cubicBezTo>
                            <a:lnTo>
                              <a:pt x="1577772" y="432"/>
                            </a:lnTo>
                            <a:cubicBezTo>
                              <a:pt x="1582496" y="-1087"/>
                              <a:pt x="1587642" y="1528"/>
                              <a:pt x="1589160" y="6252"/>
                            </a:cubicBezTo>
                            <a:cubicBezTo>
                              <a:pt x="1590678" y="10976"/>
                              <a:pt x="1588063" y="16122"/>
                              <a:pt x="1583339" y="17640"/>
                            </a:cubicBezTo>
                            <a:lnTo>
                              <a:pt x="11820" y="526381"/>
                            </a:lnTo>
                            <a:cubicBezTo>
                              <a:pt x="10892" y="526718"/>
                              <a:pt x="9964" y="526802"/>
                              <a:pt x="9036" y="526802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31" name="AutoShape 131"/>
                      <p:cNvSpPr/>
                      <p:nvPr/>
                    </p:nvSpPr>
                    <p:spPr>
                      <a:xfrm>
                        <a:off x="6608826" y="6261192"/>
                        <a:ext cx="1676972" cy="5246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76972" h="524600">
                            <a:moveTo>
                              <a:pt x="8989" y="524601"/>
                            </a:moveTo>
                            <a:cubicBezTo>
                              <a:pt x="5109" y="524601"/>
                              <a:pt x="1566" y="522070"/>
                              <a:pt x="385" y="518190"/>
                            </a:cubicBezTo>
                            <a:cubicBezTo>
                              <a:pt x="-1049" y="513381"/>
                              <a:pt x="1650" y="508405"/>
                              <a:pt x="6374" y="506886"/>
                            </a:cubicBezTo>
                            <a:lnTo>
                              <a:pt x="1665285" y="423"/>
                            </a:lnTo>
                            <a:cubicBezTo>
                              <a:pt x="1670009" y="-1095"/>
                              <a:pt x="1675070" y="1604"/>
                              <a:pt x="1676588" y="6412"/>
                            </a:cubicBezTo>
                            <a:cubicBezTo>
                              <a:pt x="1678022" y="11221"/>
                              <a:pt x="1675323" y="16197"/>
                              <a:pt x="1670599" y="17716"/>
                            </a:cubicBezTo>
                            <a:lnTo>
                              <a:pt x="11688" y="524179"/>
                            </a:lnTo>
                            <a:cubicBezTo>
                              <a:pt x="10845" y="524432"/>
                              <a:pt x="9917" y="524601"/>
                              <a:pt x="9073" y="524601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  <p:grpSp>
                <p:nvGrpSpPr>
                  <p:cNvPr id="132" name="Group 132"/>
                  <p:cNvGrpSpPr/>
                  <p:nvPr/>
                </p:nvGrpSpPr>
                <p:grpSpPr>
                  <a:xfrm>
                    <a:off x="2935498" y="97918"/>
                    <a:ext cx="1487683" cy="1842229"/>
                    <a:chOff x="2935498" y="97918"/>
                    <a:chExt cx="1487683" cy="1842229"/>
                  </a:xfrm>
                </p:grpSpPr>
                <p:sp>
                  <p:nvSpPr>
                    <p:cNvPr id="133" name="AutoShape 133"/>
                    <p:cNvSpPr/>
                    <p:nvPr/>
                  </p:nvSpPr>
                  <p:spPr>
                    <a:xfrm>
                      <a:off x="2945537" y="457959"/>
                      <a:ext cx="1218328" cy="14618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328" h="1461883">
                          <a:moveTo>
                            <a:pt x="342647" y="1414789"/>
                          </a:moveTo>
                          <a:lnTo>
                            <a:pt x="88319" y="1460763"/>
                          </a:lnTo>
                          <a:cubicBezTo>
                            <a:pt x="47745" y="1468186"/>
                            <a:pt x="10207" y="1437818"/>
                            <a:pt x="8773" y="1396653"/>
                          </a:cubicBezTo>
                          <a:lnTo>
                            <a:pt x="0" y="1148989"/>
                          </a:lnTo>
                          <a:lnTo>
                            <a:pt x="886985" y="0"/>
                          </a:lnTo>
                          <a:lnTo>
                            <a:pt x="1218328" y="263438"/>
                          </a:lnTo>
                          <a:lnTo>
                            <a:pt x="342647" y="1414874"/>
                          </a:lnTo>
                          <a:close/>
                        </a:path>
                      </a:pathLst>
                    </a:custGeom>
                    <a:solidFill>
                      <a:srgbClr val="D84C4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4" name="AutoShape 134"/>
                    <p:cNvSpPr/>
                    <p:nvPr/>
                  </p:nvSpPr>
                  <p:spPr>
                    <a:xfrm>
                      <a:off x="2994884" y="503173"/>
                      <a:ext cx="1092893" cy="13464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92893" h="1346462">
                          <a:moveTo>
                            <a:pt x="880827" y="0"/>
                          </a:moveTo>
                          <a:lnTo>
                            <a:pt x="0" y="1149580"/>
                          </a:lnTo>
                          <a:lnTo>
                            <a:pt x="82836" y="1228620"/>
                          </a:lnTo>
                          <a:lnTo>
                            <a:pt x="970243" y="71111"/>
                          </a:lnTo>
                          <a:lnTo>
                            <a:pt x="1010142" y="102828"/>
                          </a:lnTo>
                          <a:lnTo>
                            <a:pt x="119699" y="1309009"/>
                          </a:lnTo>
                          <a:lnTo>
                            <a:pt x="206162" y="1346463"/>
                          </a:lnTo>
                          <a:lnTo>
                            <a:pt x="1092894" y="135642"/>
                          </a:lnTo>
                          <a:lnTo>
                            <a:pt x="880827" y="0"/>
                          </a:lnTo>
                          <a:close/>
                        </a:path>
                      </a:pathLst>
                    </a:custGeom>
                    <a:solidFill>
                      <a:srgbClr val="D84C4C">
                        <a:alpha val="100000"/>
                        <a:lumMod val="60000"/>
                        <a:lumOff val="4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5" name="AutoShape 135"/>
                    <p:cNvSpPr/>
                    <p:nvPr/>
                  </p:nvSpPr>
                  <p:spPr>
                    <a:xfrm>
                      <a:off x="2945537" y="1601131"/>
                      <a:ext cx="342646" cy="3187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2646" h="318710">
                          <a:moveTo>
                            <a:pt x="342647" y="271617"/>
                          </a:moveTo>
                          <a:lnTo>
                            <a:pt x="88319" y="317590"/>
                          </a:lnTo>
                          <a:cubicBezTo>
                            <a:pt x="47745" y="325013"/>
                            <a:pt x="10207" y="294645"/>
                            <a:pt x="8773" y="253481"/>
                          </a:cubicBezTo>
                          <a:lnTo>
                            <a:pt x="0" y="5816"/>
                          </a:lnTo>
                          <a:cubicBezTo>
                            <a:pt x="97429" y="-25479"/>
                            <a:pt x="92958" y="79711"/>
                            <a:pt x="92958" y="79711"/>
                          </a:cubicBezTo>
                          <a:cubicBezTo>
                            <a:pt x="222611" y="24459"/>
                            <a:pt x="218224" y="179249"/>
                            <a:pt x="218224" y="179249"/>
                          </a:cubicBezTo>
                          <a:cubicBezTo>
                            <a:pt x="337164" y="174862"/>
                            <a:pt x="342647" y="271617"/>
                            <a:pt x="342647" y="271617"/>
                          </a:cubicBezTo>
                          <a:close/>
                        </a:path>
                      </a:pathLst>
                    </a:custGeom>
                    <a:solidFill>
                      <a:srgbClr val="FFFFFF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6" name="AutoShape 136"/>
                    <p:cNvSpPr/>
                    <p:nvPr/>
                  </p:nvSpPr>
                  <p:spPr>
                    <a:xfrm>
                      <a:off x="2935498" y="1787108"/>
                      <a:ext cx="163952" cy="1530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3952" h="153038">
                          <a:moveTo>
                            <a:pt x="154876" y="153039"/>
                          </a:moveTo>
                          <a:cubicBezTo>
                            <a:pt x="150743" y="153039"/>
                            <a:pt x="147031" y="150171"/>
                            <a:pt x="146103" y="145953"/>
                          </a:cubicBezTo>
                          <a:cubicBezTo>
                            <a:pt x="131678" y="81169"/>
                            <a:pt x="73474" y="27351"/>
                            <a:pt x="7762" y="17988"/>
                          </a:cubicBezTo>
                          <a:cubicBezTo>
                            <a:pt x="2785" y="17313"/>
                            <a:pt x="-589" y="12758"/>
                            <a:pt x="86" y="7781"/>
                          </a:cubicBezTo>
                          <a:cubicBezTo>
                            <a:pt x="761" y="2804"/>
                            <a:pt x="5316" y="-655"/>
                            <a:pt x="10293" y="105"/>
                          </a:cubicBezTo>
                          <a:cubicBezTo>
                            <a:pt x="83175" y="10396"/>
                            <a:pt x="147706" y="70119"/>
                            <a:pt x="163733" y="141988"/>
                          </a:cubicBezTo>
                          <a:cubicBezTo>
                            <a:pt x="164830" y="146881"/>
                            <a:pt x="161709" y="151689"/>
                            <a:pt x="156900" y="152786"/>
                          </a:cubicBezTo>
                          <a:cubicBezTo>
                            <a:pt x="156226" y="152955"/>
                            <a:pt x="155551" y="153039"/>
                            <a:pt x="154960" y="15303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7" name="AutoShape 137"/>
                    <p:cNvSpPr/>
                    <p:nvPr/>
                  </p:nvSpPr>
                  <p:spPr>
                    <a:xfrm>
                      <a:off x="3042754" y="514179"/>
                      <a:ext cx="908498" cy="11465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8498" h="1146586">
                          <a:moveTo>
                            <a:pt x="8985" y="1146587"/>
                          </a:moveTo>
                          <a:cubicBezTo>
                            <a:pt x="7045" y="1146587"/>
                            <a:pt x="5021" y="1145912"/>
                            <a:pt x="3418" y="1144647"/>
                          </a:cubicBezTo>
                          <a:cubicBezTo>
                            <a:pt x="-462" y="1141526"/>
                            <a:pt x="-1137" y="1135874"/>
                            <a:pt x="1900" y="1131993"/>
                          </a:cubicBezTo>
                          <a:lnTo>
                            <a:pt x="892427" y="3418"/>
                          </a:lnTo>
                          <a:cubicBezTo>
                            <a:pt x="895549" y="-462"/>
                            <a:pt x="901200" y="-1137"/>
                            <a:pt x="905081" y="1900"/>
                          </a:cubicBezTo>
                          <a:cubicBezTo>
                            <a:pt x="908961" y="5021"/>
                            <a:pt x="909636" y="10672"/>
                            <a:pt x="906599" y="14553"/>
                          </a:cubicBezTo>
                          <a:lnTo>
                            <a:pt x="15987" y="1143128"/>
                          </a:lnTo>
                          <a:cubicBezTo>
                            <a:pt x="14215" y="1145406"/>
                            <a:pt x="11600" y="1146587"/>
                            <a:pt x="8901" y="114658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8" name="AutoShape 138"/>
                    <p:cNvSpPr/>
                    <p:nvPr/>
                  </p:nvSpPr>
                  <p:spPr>
                    <a:xfrm>
                      <a:off x="3145548" y="663116"/>
                      <a:ext cx="868665" cy="11585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8665" h="1158598">
                          <a:moveTo>
                            <a:pt x="9019" y="1158598"/>
                          </a:moveTo>
                          <a:cubicBezTo>
                            <a:pt x="7163" y="1158598"/>
                            <a:pt x="5223" y="1158008"/>
                            <a:pt x="3620" y="1156827"/>
                          </a:cubicBezTo>
                          <a:cubicBezTo>
                            <a:pt x="-345" y="1153874"/>
                            <a:pt x="-1188" y="1148223"/>
                            <a:pt x="1764" y="1144174"/>
                          </a:cubicBezTo>
                          <a:lnTo>
                            <a:pt x="852392" y="3620"/>
                          </a:lnTo>
                          <a:cubicBezTo>
                            <a:pt x="855345" y="-345"/>
                            <a:pt x="860997" y="-1188"/>
                            <a:pt x="865045" y="1764"/>
                          </a:cubicBezTo>
                          <a:cubicBezTo>
                            <a:pt x="869010" y="4717"/>
                            <a:pt x="869854" y="10368"/>
                            <a:pt x="866901" y="14417"/>
                          </a:cubicBezTo>
                          <a:lnTo>
                            <a:pt x="16273" y="1154971"/>
                          </a:lnTo>
                          <a:cubicBezTo>
                            <a:pt x="14502" y="1157333"/>
                            <a:pt x="11802" y="1158598"/>
                            <a:pt x="9019" y="1158598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9" name="AutoShape 139"/>
                    <p:cNvSpPr/>
                    <p:nvPr/>
                  </p:nvSpPr>
                  <p:spPr>
                    <a:xfrm>
                      <a:off x="3995073" y="97918"/>
                      <a:ext cx="428108" cy="4163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8108" h="416389">
                          <a:moveTo>
                            <a:pt x="392079" y="122331"/>
                          </a:moveTo>
                          <a:lnTo>
                            <a:pt x="254497" y="18406"/>
                          </a:lnTo>
                          <a:cubicBezTo>
                            <a:pt x="215103" y="-11371"/>
                            <a:pt x="159176" y="-4285"/>
                            <a:pt x="128471" y="34349"/>
                          </a:cubicBezTo>
                          <a:lnTo>
                            <a:pt x="0" y="195972"/>
                          </a:lnTo>
                          <a:lnTo>
                            <a:pt x="277272" y="416390"/>
                          </a:lnTo>
                          <a:lnTo>
                            <a:pt x="408359" y="251477"/>
                          </a:lnTo>
                          <a:cubicBezTo>
                            <a:pt x="440160" y="211493"/>
                            <a:pt x="432737" y="153120"/>
                            <a:pt x="391994" y="122331"/>
                          </a:cubicBezTo>
                          <a:close/>
                        </a:path>
                      </a:pathLst>
                    </a:custGeom>
                    <a:solidFill>
                      <a:srgbClr val="53AFA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0" name="AutoShape 140"/>
                    <p:cNvSpPr/>
                    <p:nvPr/>
                  </p:nvSpPr>
                  <p:spPr>
                    <a:xfrm>
                      <a:off x="3795491" y="245217"/>
                      <a:ext cx="525611" cy="5124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25611" h="512452">
                          <a:moveTo>
                            <a:pt x="174107" y="0"/>
                          </a:moveTo>
                          <a:lnTo>
                            <a:pt x="0" y="218899"/>
                          </a:lnTo>
                          <a:lnTo>
                            <a:pt x="361458" y="512452"/>
                          </a:lnTo>
                          <a:lnTo>
                            <a:pt x="525611" y="279466"/>
                          </a:lnTo>
                          <a:lnTo>
                            <a:pt x="174107" y="0"/>
                          </a:lnTo>
                          <a:close/>
                        </a:path>
                      </a:pathLst>
                    </a:custGeom>
                    <a:solidFill>
                      <a:srgbClr val="3F3C39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1" name="AutoShape 141"/>
                    <p:cNvSpPr/>
                    <p:nvPr/>
                  </p:nvSpPr>
                  <p:spPr>
                    <a:xfrm>
                      <a:off x="3904811" y="273558"/>
                      <a:ext cx="396807" cy="33640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6807" h="336407">
                          <a:moveTo>
                            <a:pt x="387779" y="336407"/>
                          </a:moveTo>
                          <a:cubicBezTo>
                            <a:pt x="385755" y="336407"/>
                            <a:pt x="383646" y="335733"/>
                            <a:pt x="381959" y="334299"/>
                          </a:cubicBezTo>
                          <a:lnTo>
                            <a:pt x="3208" y="15946"/>
                          </a:lnTo>
                          <a:cubicBezTo>
                            <a:pt x="-588" y="12740"/>
                            <a:pt x="-1094" y="7004"/>
                            <a:pt x="2112" y="3208"/>
                          </a:cubicBezTo>
                          <a:cubicBezTo>
                            <a:pt x="5317" y="-588"/>
                            <a:pt x="11053" y="-1094"/>
                            <a:pt x="14849" y="2112"/>
                          </a:cubicBezTo>
                          <a:lnTo>
                            <a:pt x="393600" y="320464"/>
                          </a:lnTo>
                          <a:cubicBezTo>
                            <a:pt x="397396" y="323670"/>
                            <a:pt x="397902" y="329406"/>
                            <a:pt x="394696" y="333202"/>
                          </a:cubicBezTo>
                          <a:cubicBezTo>
                            <a:pt x="392925" y="335311"/>
                            <a:pt x="390394" y="336407"/>
                            <a:pt x="387779" y="33640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2" name="AutoShape 142"/>
                    <p:cNvSpPr/>
                    <p:nvPr/>
                  </p:nvSpPr>
                  <p:spPr>
                    <a:xfrm>
                      <a:off x="3845114" y="353299"/>
                      <a:ext cx="401310" cy="327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1310" h="327692">
                          <a:moveTo>
                            <a:pt x="392224" y="327693"/>
                          </a:moveTo>
                          <a:cubicBezTo>
                            <a:pt x="390199" y="327693"/>
                            <a:pt x="388259" y="327018"/>
                            <a:pt x="386572" y="325668"/>
                          </a:cubicBezTo>
                          <a:lnTo>
                            <a:pt x="3351" y="16088"/>
                          </a:lnTo>
                          <a:cubicBezTo>
                            <a:pt x="-530" y="12967"/>
                            <a:pt x="-1120" y="7231"/>
                            <a:pt x="2001" y="3351"/>
                          </a:cubicBezTo>
                          <a:cubicBezTo>
                            <a:pt x="5122" y="-530"/>
                            <a:pt x="10858" y="-1120"/>
                            <a:pt x="14738" y="2001"/>
                          </a:cubicBezTo>
                          <a:lnTo>
                            <a:pt x="397960" y="311581"/>
                          </a:lnTo>
                          <a:cubicBezTo>
                            <a:pt x="401840" y="314702"/>
                            <a:pt x="402431" y="320438"/>
                            <a:pt x="399309" y="324319"/>
                          </a:cubicBezTo>
                          <a:cubicBezTo>
                            <a:pt x="397538" y="326512"/>
                            <a:pt x="394923" y="327693"/>
                            <a:pt x="392308" y="327693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3" name="AutoShape 143"/>
                    <p:cNvSpPr/>
                    <p:nvPr/>
                  </p:nvSpPr>
                  <p:spPr>
                    <a:xfrm>
                      <a:off x="3633712" y="964097"/>
                      <a:ext cx="253374" cy="3389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3374" h="338922">
                          <a:moveTo>
                            <a:pt x="9013" y="338923"/>
                          </a:moveTo>
                          <a:cubicBezTo>
                            <a:pt x="7157" y="338923"/>
                            <a:pt x="5301" y="338332"/>
                            <a:pt x="3699" y="337151"/>
                          </a:cubicBezTo>
                          <a:cubicBezTo>
                            <a:pt x="-350" y="334199"/>
                            <a:pt x="-1194" y="328547"/>
                            <a:pt x="1759" y="324498"/>
                          </a:cubicBezTo>
                          <a:lnTo>
                            <a:pt x="237023" y="3699"/>
                          </a:lnTo>
                          <a:cubicBezTo>
                            <a:pt x="239975" y="-350"/>
                            <a:pt x="245627" y="-1194"/>
                            <a:pt x="249676" y="1759"/>
                          </a:cubicBezTo>
                          <a:cubicBezTo>
                            <a:pt x="253725" y="4711"/>
                            <a:pt x="254568" y="10363"/>
                            <a:pt x="251616" y="14412"/>
                          </a:cubicBezTo>
                          <a:lnTo>
                            <a:pt x="16352" y="335211"/>
                          </a:lnTo>
                          <a:cubicBezTo>
                            <a:pt x="14580" y="337657"/>
                            <a:pt x="11881" y="338923"/>
                            <a:pt x="9097" y="338923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4" name="AutoShape 144"/>
                    <p:cNvSpPr/>
                    <p:nvPr/>
                  </p:nvSpPr>
                  <p:spPr>
                    <a:xfrm>
                      <a:off x="3556691" y="1326959"/>
                      <a:ext cx="65022" cy="813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022" h="81334">
                          <a:moveTo>
                            <a:pt x="9019" y="81335"/>
                          </a:moveTo>
                          <a:cubicBezTo>
                            <a:pt x="7163" y="81335"/>
                            <a:pt x="5223" y="80744"/>
                            <a:pt x="3620" y="79564"/>
                          </a:cubicBezTo>
                          <a:cubicBezTo>
                            <a:pt x="-345" y="76611"/>
                            <a:pt x="-1188" y="70959"/>
                            <a:pt x="1764" y="66910"/>
                          </a:cubicBezTo>
                          <a:lnTo>
                            <a:pt x="48749" y="3645"/>
                          </a:lnTo>
                          <a:cubicBezTo>
                            <a:pt x="51702" y="-404"/>
                            <a:pt x="57354" y="-1164"/>
                            <a:pt x="61403" y="1789"/>
                          </a:cubicBezTo>
                          <a:cubicBezTo>
                            <a:pt x="65367" y="4741"/>
                            <a:pt x="66211" y="10393"/>
                            <a:pt x="63258" y="14442"/>
                          </a:cubicBezTo>
                          <a:lnTo>
                            <a:pt x="16273" y="77708"/>
                          </a:lnTo>
                          <a:cubicBezTo>
                            <a:pt x="14502" y="80070"/>
                            <a:pt x="11802" y="81335"/>
                            <a:pt x="9019" y="8133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45" name="Group 145"/>
                  <p:cNvGrpSpPr/>
                  <p:nvPr/>
                </p:nvGrpSpPr>
                <p:grpSpPr>
                  <a:xfrm>
                    <a:off x="2833446" y="2886983"/>
                    <a:ext cx="647144" cy="1305253"/>
                    <a:chOff x="2833446" y="2886983"/>
                    <a:chExt cx="647144" cy="1305253"/>
                  </a:xfrm>
                </p:grpSpPr>
                <p:sp>
                  <p:nvSpPr>
                    <p:cNvPr id="146" name="AutoShape 146"/>
                    <p:cNvSpPr/>
                    <p:nvPr/>
                  </p:nvSpPr>
                  <p:spPr>
                    <a:xfrm>
                      <a:off x="2833446" y="3944235"/>
                      <a:ext cx="572412" cy="245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2412" h="245597">
                          <a:moveTo>
                            <a:pt x="572328" y="110420"/>
                          </a:moveTo>
                          <a:lnTo>
                            <a:pt x="43764" y="0"/>
                          </a:lnTo>
                          <a:lnTo>
                            <a:pt x="1165" y="131171"/>
                          </a:lnTo>
                          <a:cubicBezTo>
                            <a:pt x="-3306" y="144921"/>
                            <a:pt x="5552" y="159430"/>
                            <a:pt x="19808" y="161707"/>
                          </a:cubicBezTo>
                          <a:lnTo>
                            <a:pt x="539261" y="245302"/>
                          </a:lnTo>
                          <a:cubicBezTo>
                            <a:pt x="553095" y="247496"/>
                            <a:pt x="565833" y="237204"/>
                            <a:pt x="566592" y="223202"/>
                          </a:cubicBezTo>
                          <a:lnTo>
                            <a:pt x="572412" y="110251"/>
                          </a:lnTo>
                          <a:close/>
                        </a:path>
                      </a:pathLst>
                    </a:custGeom>
                    <a:solidFill>
                      <a:srgbClr val="FF6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7" name="AutoShape 147"/>
                    <p:cNvSpPr/>
                    <p:nvPr/>
                  </p:nvSpPr>
                  <p:spPr>
                    <a:xfrm>
                      <a:off x="2877126" y="3162440"/>
                      <a:ext cx="579766" cy="8922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9766" h="892214">
                          <a:moveTo>
                            <a:pt x="245471" y="0"/>
                          </a:moveTo>
                          <a:lnTo>
                            <a:pt x="579767" y="69845"/>
                          </a:lnTo>
                          <a:lnTo>
                            <a:pt x="528648" y="892215"/>
                          </a:lnTo>
                          <a:lnTo>
                            <a:pt x="0" y="781795"/>
                          </a:lnTo>
                          <a:lnTo>
                            <a:pt x="245471" y="0"/>
                          </a:lnTo>
                          <a:close/>
                        </a:path>
                      </a:pathLst>
                    </a:custGeom>
                    <a:solidFill>
                      <a:srgbClr val="FF6000">
                        <a:alpha val="100000"/>
                        <a:lumMod val="60000"/>
                        <a:lumOff val="4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8" name="AutoShape 148"/>
                    <p:cNvSpPr/>
                    <p:nvPr/>
                  </p:nvSpPr>
                  <p:spPr>
                    <a:xfrm>
                      <a:off x="3175487" y="2900014"/>
                      <a:ext cx="224466" cy="2856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466" h="285623">
                          <a:moveTo>
                            <a:pt x="0" y="238722"/>
                          </a:moveTo>
                          <a:lnTo>
                            <a:pt x="224467" y="285623"/>
                          </a:lnTo>
                          <a:lnTo>
                            <a:pt x="220333" y="29946"/>
                          </a:lnTo>
                          <a:lnTo>
                            <a:pt x="77269" y="0"/>
                          </a:lnTo>
                          <a:lnTo>
                            <a:pt x="0" y="238722"/>
                          </a:lnTo>
                          <a:close/>
                        </a:path>
                      </a:pathLst>
                    </a:custGeom>
                    <a:solidFill>
                      <a:srgbClr val="FF6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9" name="AutoShape 149"/>
                    <p:cNvSpPr/>
                    <p:nvPr/>
                  </p:nvSpPr>
                  <p:spPr>
                    <a:xfrm>
                      <a:off x="3204296" y="2886983"/>
                      <a:ext cx="86121" cy="28524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6121" h="285241">
                          <a:moveTo>
                            <a:pt x="9066" y="285157"/>
                          </a:moveTo>
                          <a:cubicBezTo>
                            <a:pt x="8307" y="285157"/>
                            <a:pt x="7548" y="285073"/>
                            <a:pt x="6788" y="284904"/>
                          </a:cubicBezTo>
                          <a:cubicBezTo>
                            <a:pt x="1980" y="283639"/>
                            <a:pt x="-972" y="278747"/>
                            <a:pt x="293" y="273938"/>
                          </a:cubicBezTo>
                          <a:lnTo>
                            <a:pt x="68367" y="6788"/>
                          </a:lnTo>
                          <a:cubicBezTo>
                            <a:pt x="69632" y="1980"/>
                            <a:pt x="74525" y="-972"/>
                            <a:pt x="79333" y="293"/>
                          </a:cubicBezTo>
                          <a:cubicBezTo>
                            <a:pt x="84141" y="1558"/>
                            <a:pt x="87094" y="6451"/>
                            <a:pt x="85828" y="11259"/>
                          </a:cubicBezTo>
                          <a:lnTo>
                            <a:pt x="17755" y="278409"/>
                          </a:lnTo>
                          <a:cubicBezTo>
                            <a:pt x="16742" y="282458"/>
                            <a:pt x="13031" y="285242"/>
                            <a:pt x="8982" y="28524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0" name="AutoShape 150"/>
                    <p:cNvSpPr/>
                    <p:nvPr/>
                  </p:nvSpPr>
                  <p:spPr>
                    <a:xfrm>
                      <a:off x="3269497" y="2920298"/>
                      <a:ext cx="57788" cy="2586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788" h="258675">
                          <a:moveTo>
                            <a:pt x="9071" y="258591"/>
                          </a:moveTo>
                          <a:cubicBezTo>
                            <a:pt x="8565" y="258591"/>
                            <a:pt x="8059" y="258591"/>
                            <a:pt x="7553" y="258506"/>
                          </a:cubicBezTo>
                          <a:cubicBezTo>
                            <a:pt x="2660" y="257663"/>
                            <a:pt x="-714" y="253024"/>
                            <a:pt x="129" y="248131"/>
                          </a:cubicBezTo>
                          <a:lnTo>
                            <a:pt x="39860" y="7553"/>
                          </a:lnTo>
                          <a:cubicBezTo>
                            <a:pt x="40704" y="2660"/>
                            <a:pt x="45343" y="-714"/>
                            <a:pt x="50236" y="129"/>
                          </a:cubicBezTo>
                          <a:cubicBezTo>
                            <a:pt x="55128" y="973"/>
                            <a:pt x="58503" y="5612"/>
                            <a:pt x="57659" y="10505"/>
                          </a:cubicBezTo>
                          <a:lnTo>
                            <a:pt x="17928" y="251083"/>
                          </a:lnTo>
                          <a:cubicBezTo>
                            <a:pt x="17169" y="255470"/>
                            <a:pt x="13373" y="258675"/>
                            <a:pt x="9071" y="25867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1" name="AutoShape 151"/>
                    <p:cNvSpPr/>
                    <p:nvPr/>
                  </p:nvSpPr>
                  <p:spPr>
                    <a:xfrm>
                      <a:off x="3341822" y="2907510"/>
                      <a:ext cx="33849" cy="2860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849" h="286057">
                          <a:moveTo>
                            <a:pt x="9038" y="286057"/>
                          </a:moveTo>
                          <a:cubicBezTo>
                            <a:pt x="9038" y="286057"/>
                            <a:pt x="8700" y="286057"/>
                            <a:pt x="8532" y="286057"/>
                          </a:cubicBezTo>
                          <a:cubicBezTo>
                            <a:pt x="3555" y="285804"/>
                            <a:pt x="-241" y="281502"/>
                            <a:pt x="12" y="276525"/>
                          </a:cubicBezTo>
                          <a:lnTo>
                            <a:pt x="15786" y="8532"/>
                          </a:lnTo>
                          <a:cubicBezTo>
                            <a:pt x="16039" y="3555"/>
                            <a:pt x="20341" y="-241"/>
                            <a:pt x="25318" y="12"/>
                          </a:cubicBezTo>
                          <a:cubicBezTo>
                            <a:pt x="30295" y="265"/>
                            <a:pt x="34091" y="4567"/>
                            <a:pt x="33838" y="9544"/>
                          </a:cubicBezTo>
                          <a:lnTo>
                            <a:pt x="18064" y="277537"/>
                          </a:lnTo>
                          <a:cubicBezTo>
                            <a:pt x="17811" y="282346"/>
                            <a:pt x="13762" y="286057"/>
                            <a:pt x="9038" y="28605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2" name="AutoShape 152"/>
                    <p:cNvSpPr/>
                    <p:nvPr/>
                  </p:nvSpPr>
                  <p:spPr>
                    <a:xfrm>
                      <a:off x="3092734" y="3363394"/>
                      <a:ext cx="239324" cy="4457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9324" h="445790">
                          <a:moveTo>
                            <a:pt x="117001" y="445706"/>
                          </a:moveTo>
                          <a:cubicBezTo>
                            <a:pt x="110168" y="445706"/>
                            <a:pt x="103335" y="444947"/>
                            <a:pt x="96671" y="443344"/>
                          </a:cubicBezTo>
                          <a:lnTo>
                            <a:pt x="67991" y="436511"/>
                          </a:lnTo>
                          <a:cubicBezTo>
                            <a:pt x="45047" y="431029"/>
                            <a:pt x="25561" y="416941"/>
                            <a:pt x="13161" y="396865"/>
                          </a:cubicBezTo>
                          <a:cubicBezTo>
                            <a:pt x="761" y="376789"/>
                            <a:pt x="-3035" y="353001"/>
                            <a:pt x="2448" y="330056"/>
                          </a:cubicBezTo>
                          <a:lnTo>
                            <a:pt x="65039" y="67883"/>
                          </a:lnTo>
                          <a:cubicBezTo>
                            <a:pt x="76089" y="21488"/>
                            <a:pt x="121472" y="-7614"/>
                            <a:pt x="168288" y="1750"/>
                          </a:cubicBezTo>
                          <a:lnTo>
                            <a:pt x="168288" y="1750"/>
                          </a:lnTo>
                          <a:cubicBezTo>
                            <a:pt x="213502" y="10776"/>
                            <a:pt x="244376" y="53712"/>
                            <a:pt x="238640" y="99432"/>
                          </a:cubicBezTo>
                          <a:lnTo>
                            <a:pt x="204729" y="368438"/>
                          </a:lnTo>
                          <a:cubicBezTo>
                            <a:pt x="201608" y="393322"/>
                            <a:pt x="188027" y="415760"/>
                            <a:pt x="167445" y="430016"/>
                          </a:cubicBezTo>
                          <a:cubicBezTo>
                            <a:pt x="152514" y="440392"/>
                            <a:pt x="134884" y="445790"/>
                            <a:pt x="117085" y="445790"/>
                          </a:cubicBezTo>
                          <a:close/>
                          <a:moveTo>
                            <a:pt x="150742" y="18114"/>
                          </a:moveTo>
                          <a:cubicBezTo>
                            <a:pt x="118857" y="18114"/>
                            <a:pt x="90260" y="39793"/>
                            <a:pt x="82584" y="72101"/>
                          </a:cubicBezTo>
                          <a:lnTo>
                            <a:pt x="19993" y="334274"/>
                          </a:lnTo>
                          <a:cubicBezTo>
                            <a:pt x="15607" y="352579"/>
                            <a:pt x="18644" y="371390"/>
                            <a:pt x="28513" y="387417"/>
                          </a:cubicBezTo>
                          <a:cubicBezTo>
                            <a:pt x="38383" y="403445"/>
                            <a:pt x="53819" y="414579"/>
                            <a:pt x="72124" y="418966"/>
                          </a:cubicBezTo>
                          <a:lnTo>
                            <a:pt x="100805" y="425799"/>
                          </a:lnTo>
                          <a:cubicBezTo>
                            <a:pt x="120206" y="430438"/>
                            <a:pt x="140704" y="426558"/>
                            <a:pt x="157069" y="415170"/>
                          </a:cubicBezTo>
                          <a:cubicBezTo>
                            <a:pt x="173434" y="403782"/>
                            <a:pt x="184231" y="385983"/>
                            <a:pt x="186762" y="366160"/>
                          </a:cubicBezTo>
                          <a:lnTo>
                            <a:pt x="220672" y="97154"/>
                          </a:lnTo>
                          <a:cubicBezTo>
                            <a:pt x="225227" y="60798"/>
                            <a:pt x="200680" y="26634"/>
                            <a:pt x="164661" y="19464"/>
                          </a:cubicBezTo>
                          <a:lnTo>
                            <a:pt x="164661" y="19464"/>
                          </a:lnTo>
                          <a:cubicBezTo>
                            <a:pt x="159937" y="18536"/>
                            <a:pt x="155298" y="18114"/>
                            <a:pt x="150658" y="1811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3" name="AutoShape 153"/>
                    <p:cNvSpPr/>
                    <p:nvPr/>
                  </p:nvSpPr>
                  <p:spPr>
                    <a:xfrm>
                      <a:off x="3077304" y="3189247"/>
                      <a:ext cx="403286" cy="9576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3286" h="95760">
                          <a:moveTo>
                            <a:pt x="394266" y="95760"/>
                          </a:moveTo>
                          <a:cubicBezTo>
                            <a:pt x="393676" y="95760"/>
                            <a:pt x="393085" y="95760"/>
                            <a:pt x="392495" y="95591"/>
                          </a:cubicBezTo>
                          <a:lnTo>
                            <a:pt x="7249" y="17901"/>
                          </a:lnTo>
                          <a:cubicBezTo>
                            <a:pt x="2356" y="16889"/>
                            <a:pt x="-765" y="12165"/>
                            <a:pt x="163" y="7273"/>
                          </a:cubicBezTo>
                          <a:cubicBezTo>
                            <a:pt x="1175" y="2380"/>
                            <a:pt x="5815" y="-825"/>
                            <a:pt x="10792" y="187"/>
                          </a:cubicBezTo>
                          <a:lnTo>
                            <a:pt x="396038" y="77877"/>
                          </a:lnTo>
                          <a:cubicBezTo>
                            <a:pt x="400930" y="78889"/>
                            <a:pt x="404051" y="83613"/>
                            <a:pt x="403123" y="88506"/>
                          </a:cubicBezTo>
                          <a:cubicBezTo>
                            <a:pt x="402280" y="92808"/>
                            <a:pt x="398484" y="95760"/>
                            <a:pt x="394266" y="9576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4" name="AutoShape 154"/>
                    <p:cNvSpPr/>
                    <p:nvPr/>
                  </p:nvSpPr>
                  <p:spPr>
                    <a:xfrm>
                      <a:off x="2915428" y="3958389"/>
                      <a:ext cx="50095" cy="1758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95" h="175812">
                          <a:moveTo>
                            <a:pt x="9020" y="175812"/>
                          </a:moveTo>
                          <a:cubicBezTo>
                            <a:pt x="8430" y="175812"/>
                            <a:pt x="7839" y="175812"/>
                            <a:pt x="7249" y="175644"/>
                          </a:cubicBezTo>
                          <a:cubicBezTo>
                            <a:pt x="2356" y="174631"/>
                            <a:pt x="-765" y="169908"/>
                            <a:pt x="163" y="165015"/>
                          </a:cubicBezTo>
                          <a:lnTo>
                            <a:pt x="32218" y="7273"/>
                          </a:lnTo>
                          <a:cubicBezTo>
                            <a:pt x="33230" y="2380"/>
                            <a:pt x="37954" y="-825"/>
                            <a:pt x="42846" y="187"/>
                          </a:cubicBezTo>
                          <a:cubicBezTo>
                            <a:pt x="47739" y="1199"/>
                            <a:pt x="50860" y="5923"/>
                            <a:pt x="49932" y="10816"/>
                          </a:cubicBezTo>
                          <a:lnTo>
                            <a:pt x="17877" y="168558"/>
                          </a:lnTo>
                          <a:cubicBezTo>
                            <a:pt x="17034" y="172860"/>
                            <a:pt x="13238" y="175812"/>
                            <a:pt x="9020" y="17581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5" name="AutoShape 155"/>
                    <p:cNvSpPr/>
                    <p:nvPr/>
                  </p:nvSpPr>
                  <p:spPr>
                    <a:xfrm>
                      <a:off x="3029735" y="3992076"/>
                      <a:ext cx="44768" cy="1632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768" h="163297">
                          <a:moveTo>
                            <a:pt x="9014" y="163298"/>
                          </a:moveTo>
                          <a:cubicBezTo>
                            <a:pt x="8508" y="163298"/>
                            <a:pt x="7917" y="163298"/>
                            <a:pt x="7411" y="163129"/>
                          </a:cubicBezTo>
                          <a:cubicBezTo>
                            <a:pt x="2519" y="162201"/>
                            <a:pt x="-771" y="157562"/>
                            <a:pt x="157" y="152585"/>
                          </a:cubicBezTo>
                          <a:lnTo>
                            <a:pt x="26813" y="7411"/>
                          </a:lnTo>
                          <a:cubicBezTo>
                            <a:pt x="27741" y="2519"/>
                            <a:pt x="32380" y="-771"/>
                            <a:pt x="37357" y="157"/>
                          </a:cubicBezTo>
                          <a:cubicBezTo>
                            <a:pt x="42250" y="1085"/>
                            <a:pt x="45539" y="5724"/>
                            <a:pt x="44611" y="10701"/>
                          </a:cubicBezTo>
                          <a:lnTo>
                            <a:pt x="17956" y="155875"/>
                          </a:lnTo>
                          <a:cubicBezTo>
                            <a:pt x="17196" y="160261"/>
                            <a:pt x="13400" y="163298"/>
                            <a:pt x="9098" y="163298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6" name="AutoShape 156"/>
                    <p:cNvSpPr/>
                    <p:nvPr/>
                  </p:nvSpPr>
                  <p:spPr>
                    <a:xfrm>
                      <a:off x="3152183" y="4020132"/>
                      <a:ext cx="38763" cy="1526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763" h="152619">
                          <a:moveTo>
                            <a:pt x="9048" y="152535"/>
                          </a:moveTo>
                          <a:cubicBezTo>
                            <a:pt x="8626" y="152535"/>
                            <a:pt x="8120" y="152535"/>
                            <a:pt x="7614" y="152450"/>
                          </a:cubicBezTo>
                          <a:cubicBezTo>
                            <a:pt x="2722" y="151691"/>
                            <a:pt x="-652" y="147052"/>
                            <a:pt x="107" y="142159"/>
                          </a:cubicBezTo>
                          <a:lnTo>
                            <a:pt x="20858" y="7614"/>
                          </a:lnTo>
                          <a:cubicBezTo>
                            <a:pt x="21617" y="2722"/>
                            <a:pt x="26256" y="-652"/>
                            <a:pt x="31149" y="107"/>
                          </a:cubicBezTo>
                          <a:cubicBezTo>
                            <a:pt x="36042" y="866"/>
                            <a:pt x="39416" y="5505"/>
                            <a:pt x="38657" y="10398"/>
                          </a:cubicBezTo>
                          <a:lnTo>
                            <a:pt x="17905" y="144943"/>
                          </a:lnTo>
                          <a:cubicBezTo>
                            <a:pt x="17231" y="149414"/>
                            <a:pt x="13350" y="152619"/>
                            <a:pt x="8964" y="15261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7" name="AutoShape 157"/>
                    <p:cNvSpPr/>
                    <p:nvPr/>
                  </p:nvSpPr>
                  <p:spPr>
                    <a:xfrm>
                      <a:off x="3275906" y="4041715"/>
                      <a:ext cx="31136" cy="1505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136" h="150522">
                          <a:moveTo>
                            <a:pt x="9073" y="150438"/>
                          </a:moveTo>
                          <a:cubicBezTo>
                            <a:pt x="9073" y="150438"/>
                            <a:pt x="8483" y="150438"/>
                            <a:pt x="8145" y="150438"/>
                          </a:cubicBezTo>
                          <a:cubicBezTo>
                            <a:pt x="3168" y="149931"/>
                            <a:pt x="-459" y="145545"/>
                            <a:pt x="47" y="140568"/>
                          </a:cubicBezTo>
                          <a:lnTo>
                            <a:pt x="13122" y="8132"/>
                          </a:lnTo>
                          <a:cubicBezTo>
                            <a:pt x="13628" y="3155"/>
                            <a:pt x="18015" y="-388"/>
                            <a:pt x="22992" y="34"/>
                          </a:cubicBezTo>
                          <a:cubicBezTo>
                            <a:pt x="27968" y="540"/>
                            <a:pt x="31596" y="4926"/>
                            <a:pt x="31089" y="9903"/>
                          </a:cubicBezTo>
                          <a:lnTo>
                            <a:pt x="18015" y="142340"/>
                          </a:lnTo>
                          <a:cubicBezTo>
                            <a:pt x="17593" y="146979"/>
                            <a:pt x="13628" y="150522"/>
                            <a:pt x="9073" y="15052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8" name="AutoShape 158"/>
                    <p:cNvSpPr/>
                    <p:nvPr/>
                  </p:nvSpPr>
                  <p:spPr>
                    <a:xfrm>
                      <a:off x="3375626" y="3478145"/>
                      <a:ext cx="33471" cy="1902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471" h="190252">
                          <a:moveTo>
                            <a:pt x="9059" y="190168"/>
                          </a:moveTo>
                          <a:cubicBezTo>
                            <a:pt x="9059" y="190168"/>
                            <a:pt x="8553" y="190168"/>
                            <a:pt x="8216" y="190168"/>
                          </a:cubicBezTo>
                          <a:cubicBezTo>
                            <a:pt x="3239" y="189746"/>
                            <a:pt x="-388" y="185360"/>
                            <a:pt x="33" y="180383"/>
                          </a:cubicBezTo>
                          <a:lnTo>
                            <a:pt x="15470" y="8216"/>
                          </a:lnTo>
                          <a:cubicBezTo>
                            <a:pt x="15892" y="3239"/>
                            <a:pt x="20447" y="-388"/>
                            <a:pt x="25255" y="33"/>
                          </a:cubicBezTo>
                          <a:cubicBezTo>
                            <a:pt x="30232" y="455"/>
                            <a:pt x="33859" y="4842"/>
                            <a:pt x="33438" y="9818"/>
                          </a:cubicBezTo>
                          <a:lnTo>
                            <a:pt x="18001" y="181986"/>
                          </a:lnTo>
                          <a:cubicBezTo>
                            <a:pt x="17579" y="186709"/>
                            <a:pt x="13614" y="190252"/>
                            <a:pt x="9059" y="19025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9" name="AutoShape 159"/>
                    <p:cNvSpPr/>
                    <p:nvPr/>
                  </p:nvSpPr>
                  <p:spPr>
                    <a:xfrm>
                      <a:off x="3368815" y="3690402"/>
                      <a:ext cx="20605" cy="696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605" h="69603">
                          <a:moveTo>
                            <a:pt x="9038" y="69604"/>
                          </a:moveTo>
                          <a:cubicBezTo>
                            <a:pt x="9038" y="69604"/>
                            <a:pt x="8700" y="69604"/>
                            <a:pt x="8616" y="69604"/>
                          </a:cubicBezTo>
                          <a:cubicBezTo>
                            <a:pt x="3639" y="69351"/>
                            <a:pt x="-241" y="65133"/>
                            <a:pt x="12" y="60156"/>
                          </a:cubicBezTo>
                          <a:lnTo>
                            <a:pt x="2542" y="8616"/>
                          </a:lnTo>
                          <a:cubicBezTo>
                            <a:pt x="2795" y="3639"/>
                            <a:pt x="7013" y="-241"/>
                            <a:pt x="11990" y="12"/>
                          </a:cubicBezTo>
                          <a:cubicBezTo>
                            <a:pt x="16967" y="265"/>
                            <a:pt x="20847" y="4482"/>
                            <a:pt x="20594" y="9459"/>
                          </a:cubicBezTo>
                          <a:lnTo>
                            <a:pt x="18064" y="61000"/>
                          </a:lnTo>
                          <a:cubicBezTo>
                            <a:pt x="17810" y="65808"/>
                            <a:pt x="13846" y="69604"/>
                            <a:pt x="9038" y="6960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  <p:grpSp>
              <p:nvGrpSpPr>
                <p:cNvPr id="160" name="Group 160"/>
                <p:cNvGrpSpPr/>
                <p:nvPr/>
              </p:nvGrpSpPr>
              <p:grpSpPr>
                <a:xfrm>
                  <a:off x="3878242" y="755054"/>
                  <a:ext cx="5465576" cy="3499942"/>
                  <a:chOff x="3878242" y="755054"/>
                  <a:chExt cx="5465576" cy="3499942"/>
                </a:xfrm>
                <a:solidFill>
                  <a:srgbClr val="282523">
                    <a:alpha val="100000"/>
                  </a:srgbClr>
                </a:solidFill>
              </p:grpSpPr>
              <p:sp>
                <p:nvSpPr>
                  <p:cNvPr id="161" name="AutoShape 161"/>
                  <p:cNvSpPr/>
                  <p:nvPr/>
                </p:nvSpPr>
                <p:spPr>
                  <a:xfrm>
                    <a:off x="4177362" y="755054"/>
                    <a:ext cx="1165718" cy="9020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5718" h="902084">
                        <a:moveTo>
                          <a:pt x="133786" y="902084"/>
                        </a:moveTo>
                        <a:cubicBezTo>
                          <a:pt x="131339" y="902084"/>
                          <a:pt x="128893" y="901072"/>
                          <a:pt x="127122" y="899132"/>
                        </a:cubicBezTo>
                        <a:cubicBezTo>
                          <a:pt x="120289" y="891709"/>
                          <a:pt x="113709" y="883948"/>
                          <a:pt x="107383" y="876019"/>
                        </a:cubicBezTo>
                        <a:cubicBezTo>
                          <a:pt x="104262" y="872138"/>
                          <a:pt x="104937" y="866402"/>
                          <a:pt x="108817" y="863366"/>
                        </a:cubicBezTo>
                        <a:cubicBezTo>
                          <a:pt x="112697" y="860245"/>
                          <a:pt x="118433" y="860919"/>
                          <a:pt x="121470" y="864800"/>
                        </a:cubicBezTo>
                        <a:cubicBezTo>
                          <a:pt x="127544" y="872392"/>
                          <a:pt x="133870" y="879815"/>
                          <a:pt x="140450" y="886985"/>
                        </a:cubicBezTo>
                        <a:cubicBezTo>
                          <a:pt x="143824" y="890697"/>
                          <a:pt x="143571" y="896348"/>
                          <a:pt x="139859" y="899722"/>
                        </a:cubicBezTo>
                        <a:cubicBezTo>
                          <a:pt x="138088" y="901325"/>
                          <a:pt x="135979" y="902084"/>
                          <a:pt x="133786" y="902084"/>
                        </a:cubicBezTo>
                        <a:close/>
                        <a:moveTo>
                          <a:pt x="80558" y="830552"/>
                        </a:moveTo>
                        <a:cubicBezTo>
                          <a:pt x="77522" y="830552"/>
                          <a:pt x="74485" y="828949"/>
                          <a:pt x="72798" y="826165"/>
                        </a:cubicBezTo>
                        <a:cubicBezTo>
                          <a:pt x="67652" y="817561"/>
                          <a:pt x="62675" y="808704"/>
                          <a:pt x="57951" y="799678"/>
                        </a:cubicBezTo>
                        <a:cubicBezTo>
                          <a:pt x="55674" y="795292"/>
                          <a:pt x="57361" y="789809"/>
                          <a:pt x="61832" y="787531"/>
                        </a:cubicBezTo>
                        <a:cubicBezTo>
                          <a:pt x="66302" y="785254"/>
                          <a:pt x="71701" y="786941"/>
                          <a:pt x="73979" y="791412"/>
                        </a:cubicBezTo>
                        <a:cubicBezTo>
                          <a:pt x="78449" y="800100"/>
                          <a:pt x="83258" y="808620"/>
                          <a:pt x="88234" y="816887"/>
                        </a:cubicBezTo>
                        <a:cubicBezTo>
                          <a:pt x="90765" y="821189"/>
                          <a:pt x="89415" y="826672"/>
                          <a:pt x="85113" y="829287"/>
                        </a:cubicBezTo>
                        <a:cubicBezTo>
                          <a:pt x="83679" y="830130"/>
                          <a:pt x="82077" y="830552"/>
                          <a:pt x="80474" y="830552"/>
                        </a:cubicBezTo>
                        <a:close/>
                        <a:moveTo>
                          <a:pt x="41924" y="750078"/>
                        </a:moveTo>
                        <a:cubicBezTo>
                          <a:pt x="38297" y="750078"/>
                          <a:pt x="34838" y="747800"/>
                          <a:pt x="33489" y="744173"/>
                        </a:cubicBezTo>
                        <a:cubicBezTo>
                          <a:pt x="30030" y="734810"/>
                          <a:pt x="26740" y="725109"/>
                          <a:pt x="23704" y="715493"/>
                        </a:cubicBezTo>
                        <a:cubicBezTo>
                          <a:pt x="22270" y="710769"/>
                          <a:pt x="24884" y="705708"/>
                          <a:pt x="29693" y="704189"/>
                        </a:cubicBezTo>
                        <a:cubicBezTo>
                          <a:pt x="34417" y="702755"/>
                          <a:pt x="39478" y="705370"/>
                          <a:pt x="40996" y="710178"/>
                        </a:cubicBezTo>
                        <a:cubicBezTo>
                          <a:pt x="43864" y="719542"/>
                          <a:pt x="47070" y="728821"/>
                          <a:pt x="50444" y="737931"/>
                        </a:cubicBezTo>
                        <a:cubicBezTo>
                          <a:pt x="52215" y="742570"/>
                          <a:pt x="49853" y="747800"/>
                          <a:pt x="45129" y="749572"/>
                        </a:cubicBezTo>
                        <a:cubicBezTo>
                          <a:pt x="44117" y="749994"/>
                          <a:pt x="43021" y="750162"/>
                          <a:pt x="42008" y="750162"/>
                        </a:cubicBezTo>
                        <a:close/>
                        <a:moveTo>
                          <a:pt x="18136" y="664037"/>
                        </a:moveTo>
                        <a:cubicBezTo>
                          <a:pt x="13834" y="664037"/>
                          <a:pt x="10038" y="661000"/>
                          <a:pt x="9279" y="656698"/>
                        </a:cubicBezTo>
                        <a:cubicBezTo>
                          <a:pt x="7423" y="646828"/>
                          <a:pt x="5820" y="636790"/>
                          <a:pt x="4555" y="626752"/>
                        </a:cubicBezTo>
                        <a:cubicBezTo>
                          <a:pt x="3880" y="621775"/>
                          <a:pt x="7423" y="617304"/>
                          <a:pt x="12316" y="616630"/>
                        </a:cubicBezTo>
                        <a:cubicBezTo>
                          <a:pt x="17208" y="615955"/>
                          <a:pt x="21763" y="619498"/>
                          <a:pt x="22438" y="624390"/>
                        </a:cubicBezTo>
                        <a:cubicBezTo>
                          <a:pt x="23704" y="634091"/>
                          <a:pt x="25222" y="643792"/>
                          <a:pt x="26993" y="653324"/>
                        </a:cubicBezTo>
                        <a:cubicBezTo>
                          <a:pt x="27921" y="658216"/>
                          <a:pt x="24716" y="662940"/>
                          <a:pt x="19739" y="663868"/>
                        </a:cubicBezTo>
                        <a:cubicBezTo>
                          <a:pt x="19148" y="663952"/>
                          <a:pt x="18642" y="664037"/>
                          <a:pt x="18052" y="664037"/>
                        </a:cubicBezTo>
                        <a:close/>
                        <a:moveTo>
                          <a:pt x="9110" y="575212"/>
                        </a:moveTo>
                        <a:cubicBezTo>
                          <a:pt x="4218" y="575212"/>
                          <a:pt x="169" y="571247"/>
                          <a:pt x="84" y="566354"/>
                        </a:cubicBezTo>
                        <a:cubicBezTo>
                          <a:pt x="84" y="563065"/>
                          <a:pt x="0" y="559690"/>
                          <a:pt x="0" y="556316"/>
                        </a:cubicBezTo>
                        <a:cubicBezTo>
                          <a:pt x="0" y="549568"/>
                          <a:pt x="84" y="542820"/>
                          <a:pt x="337" y="535987"/>
                        </a:cubicBezTo>
                        <a:cubicBezTo>
                          <a:pt x="506" y="531010"/>
                          <a:pt x="4640" y="527130"/>
                          <a:pt x="9701" y="527298"/>
                        </a:cubicBezTo>
                        <a:cubicBezTo>
                          <a:pt x="14678" y="527467"/>
                          <a:pt x="18558" y="531685"/>
                          <a:pt x="18389" y="536662"/>
                        </a:cubicBezTo>
                        <a:cubicBezTo>
                          <a:pt x="18136" y="543241"/>
                          <a:pt x="18052" y="549737"/>
                          <a:pt x="18052" y="556316"/>
                        </a:cubicBezTo>
                        <a:cubicBezTo>
                          <a:pt x="18052" y="559522"/>
                          <a:pt x="18052" y="562727"/>
                          <a:pt x="18136" y="566017"/>
                        </a:cubicBezTo>
                        <a:cubicBezTo>
                          <a:pt x="18221" y="570994"/>
                          <a:pt x="14256" y="575127"/>
                          <a:pt x="9279" y="575212"/>
                        </a:cubicBezTo>
                        <a:cubicBezTo>
                          <a:pt x="9279" y="575212"/>
                          <a:pt x="9195" y="575212"/>
                          <a:pt x="9110" y="575212"/>
                        </a:cubicBezTo>
                        <a:close/>
                        <a:moveTo>
                          <a:pt x="14931" y="486133"/>
                        </a:moveTo>
                        <a:cubicBezTo>
                          <a:pt x="14509" y="486133"/>
                          <a:pt x="14003" y="486133"/>
                          <a:pt x="13581" y="486049"/>
                        </a:cubicBezTo>
                        <a:cubicBezTo>
                          <a:pt x="8688" y="485290"/>
                          <a:pt x="5230" y="480735"/>
                          <a:pt x="5989" y="475758"/>
                        </a:cubicBezTo>
                        <a:cubicBezTo>
                          <a:pt x="7508" y="465804"/>
                          <a:pt x="9279" y="455766"/>
                          <a:pt x="11303" y="445896"/>
                        </a:cubicBezTo>
                        <a:cubicBezTo>
                          <a:pt x="12316" y="441004"/>
                          <a:pt x="17040" y="437883"/>
                          <a:pt x="22016" y="438895"/>
                        </a:cubicBezTo>
                        <a:cubicBezTo>
                          <a:pt x="26909" y="439907"/>
                          <a:pt x="30030" y="444716"/>
                          <a:pt x="29018" y="449608"/>
                        </a:cubicBezTo>
                        <a:cubicBezTo>
                          <a:pt x="27078" y="459140"/>
                          <a:pt x="25306" y="468841"/>
                          <a:pt x="23872" y="478457"/>
                        </a:cubicBezTo>
                        <a:cubicBezTo>
                          <a:pt x="23197" y="482928"/>
                          <a:pt x="19317" y="486133"/>
                          <a:pt x="14931" y="486133"/>
                        </a:cubicBezTo>
                        <a:close/>
                        <a:moveTo>
                          <a:pt x="35598" y="399249"/>
                        </a:moveTo>
                        <a:cubicBezTo>
                          <a:pt x="34670" y="399249"/>
                          <a:pt x="33657" y="399080"/>
                          <a:pt x="32729" y="398827"/>
                        </a:cubicBezTo>
                        <a:cubicBezTo>
                          <a:pt x="28006" y="397224"/>
                          <a:pt x="25391" y="392163"/>
                          <a:pt x="26993" y="387439"/>
                        </a:cubicBezTo>
                        <a:cubicBezTo>
                          <a:pt x="30199" y="377907"/>
                          <a:pt x="33657" y="368291"/>
                          <a:pt x="37369" y="358927"/>
                        </a:cubicBezTo>
                        <a:cubicBezTo>
                          <a:pt x="39225" y="354288"/>
                          <a:pt x="44455" y="352095"/>
                          <a:pt x="49094" y="353866"/>
                        </a:cubicBezTo>
                        <a:cubicBezTo>
                          <a:pt x="53734" y="355722"/>
                          <a:pt x="56011" y="360952"/>
                          <a:pt x="54155" y="365591"/>
                        </a:cubicBezTo>
                        <a:cubicBezTo>
                          <a:pt x="50528" y="374617"/>
                          <a:pt x="47154" y="383812"/>
                          <a:pt x="44117" y="393091"/>
                        </a:cubicBezTo>
                        <a:cubicBezTo>
                          <a:pt x="42852" y="396887"/>
                          <a:pt x="39309" y="399249"/>
                          <a:pt x="35513" y="399249"/>
                        </a:cubicBezTo>
                        <a:close/>
                        <a:moveTo>
                          <a:pt x="71279" y="317425"/>
                        </a:moveTo>
                        <a:cubicBezTo>
                          <a:pt x="69845" y="317425"/>
                          <a:pt x="68327" y="317088"/>
                          <a:pt x="66893" y="316328"/>
                        </a:cubicBezTo>
                        <a:cubicBezTo>
                          <a:pt x="62507" y="313882"/>
                          <a:pt x="60904" y="308399"/>
                          <a:pt x="63350" y="304097"/>
                        </a:cubicBezTo>
                        <a:cubicBezTo>
                          <a:pt x="68158" y="295324"/>
                          <a:pt x="73388" y="286551"/>
                          <a:pt x="78703" y="278032"/>
                        </a:cubicBezTo>
                        <a:cubicBezTo>
                          <a:pt x="81317" y="273814"/>
                          <a:pt x="86885" y="272549"/>
                          <a:pt x="91187" y="275164"/>
                        </a:cubicBezTo>
                        <a:cubicBezTo>
                          <a:pt x="95489" y="277779"/>
                          <a:pt x="96670" y="283430"/>
                          <a:pt x="94055" y="287648"/>
                        </a:cubicBezTo>
                        <a:cubicBezTo>
                          <a:pt x="88909" y="295915"/>
                          <a:pt x="83932" y="304350"/>
                          <a:pt x="79209" y="312870"/>
                        </a:cubicBezTo>
                        <a:cubicBezTo>
                          <a:pt x="77606" y="315822"/>
                          <a:pt x="74485" y="317509"/>
                          <a:pt x="71279" y="317509"/>
                        </a:cubicBezTo>
                        <a:close/>
                        <a:moveTo>
                          <a:pt x="1156750" y="299879"/>
                        </a:moveTo>
                        <a:cubicBezTo>
                          <a:pt x="1154135" y="299879"/>
                          <a:pt x="1151435" y="298698"/>
                          <a:pt x="1149664" y="296505"/>
                        </a:cubicBezTo>
                        <a:cubicBezTo>
                          <a:pt x="1143590" y="288913"/>
                          <a:pt x="1137264" y="281237"/>
                          <a:pt x="1130853" y="273898"/>
                        </a:cubicBezTo>
                        <a:cubicBezTo>
                          <a:pt x="1127563" y="270102"/>
                          <a:pt x="1127985" y="264451"/>
                          <a:pt x="1131781" y="261161"/>
                        </a:cubicBezTo>
                        <a:cubicBezTo>
                          <a:pt x="1135577" y="257871"/>
                          <a:pt x="1141229" y="258293"/>
                          <a:pt x="1144518" y="262089"/>
                        </a:cubicBezTo>
                        <a:cubicBezTo>
                          <a:pt x="1151098" y="269681"/>
                          <a:pt x="1157593" y="277525"/>
                          <a:pt x="1163751" y="285286"/>
                        </a:cubicBezTo>
                        <a:cubicBezTo>
                          <a:pt x="1166872" y="289166"/>
                          <a:pt x="1166197" y="294902"/>
                          <a:pt x="1162317" y="297939"/>
                        </a:cubicBezTo>
                        <a:cubicBezTo>
                          <a:pt x="1160630" y="299289"/>
                          <a:pt x="1158690" y="299879"/>
                          <a:pt x="1156666" y="299879"/>
                        </a:cubicBezTo>
                        <a:close/>
                        <a:moveTo>
                          <a:pt x="120795" y="243193"/>
                        </a:moveTo>
                        <a:cubicBezTo>
                          <a:pt x="118855" y="243193"/>
                          <a:pt x="116831" y="242518"/>
                          <a:pt x="115143" y="241253"/>
                        </a:cubicBezTo>
                        <a:cubicBezTo>
                          <a:pt x="111263" y="238132"/>
                          <a:pt x="110588" y="232480"/>
                          <a:pt x="113709" y="228600"/>
                        </a:cubicBezTo>
                        <a:cubicBezTo>
                          <a:pt x="119952" y="220755"/>
                          <a:pt x="126447" y="212994"/>
                          <a:pt x="133195" y="205403"/>
                        </a:cubicBezTo>
                        <a:cubicBezTo>
                          <a:pt x="136485" y="201691"/>
                          <a:pt x="142221" y="201354"/>
                          <a:pt x="145933" y="204643"/>
                        </a:cubicBezTo>
                        <a:cubicBezTo>
                          <a:pt x="149644" y="207933"/>
                          <a:pt x="149982" y="213669"/>
                          <a:pt x="146692" y="217381"/>
                        </a:cubicBezTo>
                        <a:cubicBezTo>
                          <a:pt x="140197" y="224720"/>
                          <a:pt x="133870" y="232227"/>
                          <a:pt x="127797" y="239819"/>
                        </a:cubicBezTo>
                        <a:cubicBezTo>
                          <a:pt x="126025" y="242097"/>
                          <a:pt x="123410" y="243193"/>
                          <a:pt x="120711" y="243193"/>
                        </a:cubicBezTo>
                        <a:close/>
                        <a:moveTo>
                          <a:pt x="1097027" y="233408"/>
                        </a:moveTo>
                        <a:cubicBezTo>
                          <a:pt x="1094749" y="233408"/>
                          <a:pt x="1092472" y="232565"/>
                          <a:pt x="1090700" y="230793"/>
                        </a:cubicBezTo>
                        <a:cubicBezTo>
                          <a:pt x="1083783" y="223960"/>
                          <a:pt x="1076613" y="217128"/>
                          <a:pt x="1069359" y="210464"/>
                        </a:cubicBezTo>
                        <a:cubicBezTo>
                          <a:pt x="1065647" y="207090"/>
                          <a:pt x="1065478" y="201354"/>
                          <a:pt x="1068768" y="197726"/>
                        </a:cubicBezTo>
                        <a:cubicBezTo>
                          <a:pt x="1072142" y="194015"/>
                          <a:pt x="1077878" y="193762"/>
                          <a:pt x="1081506" y="197136"/>
                        </a:cubicBezTo>
                        <a:cubicBezTo>
                          <a:pt x="1088929" y="203969"/>
                          <a:pt x="1096268" y="210886"/>
                          <a:pt x="1103354" y="217887"/>
                        </a:cubicBezTo>
                        <a:cubicBezTo>
                          <a:pt x="1106896" y="221430"/>
                          <a:pt x="1106896" y="227082"/>
                          <a:pt x="1103354" y="230624"/>
                        </a:cubicBezTo>
                        <a:cubicBezTo>
                          <a:pt x="1101582" y="232396"/>
                          <a:pt x="1099220" y="233324"/>
                          <a:pt x="1096943" y="233324"/>
                        </a:cubicBezTo>
                        <a:close/>
                        <a:moveTo>
                          <a:pt x="181868" y="178072"/>
                        </a:moveTo>
                        <a:cubicBezTo>
                          <a:pt x="179422" y="178072"/>
                          <a:pt x="176975" y="177060"/>
                          <a:pt x="175204" y="175119"/>
                        </a:cubicBezTo>
                        <a:cubicBezTo>
                          <a:pt x="171830" y="171408"/>
                          <a:pt x="172083" y="165756"/>
                          <a:pt x="175794" y="162382"/>
                        </a:cubicBezTo>
                        <a:cubicBezTo>
                          <a:pt x="183217" y="155634"/>
                          <a:pt x="190894" y="148970"/>
                          <a:pt x="198654" y="142559"/>
                        </a:cubicBezTo>
                        <a:cubicBezTo>
                          <a:pt x="202534" y="139353"/>
                          <a:pt x="208186" y="139944"/>
                          <a:pt x="211392" y="143824"/>
                        </a:cubicBezTo>
                        <a:cubicBezTo>
                          <a:pt x="214597" y="147704"/>
                          <a:pt x="214007" y="153356"/>
                          <a:pt x="210126" y="156561"/>
                        </a:cubicBezTo>
                        <a:cubicBezTo>
                          <a:pt x="202619" y="162719"/>
                          <a:pt x="195111" y="169215"/>
                          <a:pt x="187941" y="175710"/>
                        </a:cubicBezTo>
                        <a:cubicBezTo>
                          <a:pt x="186170" y="177313"/>
                          <a:pt x="184061" y="178072"/>
                          <a:pt x="181868" y="178072"/>
                        </a:cubicBezTo>
                        <a:close/>
                        <a:moveTo>
                          <a:pt x="1029965" y="174360"/>
                        </a:moveTo>
                        <a:cubicBezTo>
                          <a:pt x="1028025" y="174360"/>
                          <a:pt x="1026085" y="173770"/>
                          <a:pt x="1024398" y="172420"/>
                        </a:cubicBezTo>
                        <a:cubicBezTo>
                          <a:pt x="1016722" y="166431"/>
                          <a:pt x="1008877" y="160442"/>
                          <a:pt x="1000863" y="154706"/>
                        </a:cubicBezTo>
                        <a:cubicBezTo>
                          <a:pt x="996814" y="151753"/>
                          <a:pt x="995886" y="146102"/>
                          <a:pt x="998839" y="142053"/>
                        </a:cubicBezTo>
                        <a:cubicBezTo>
                          <a:pt x="1001791" y="138004"/>
                          <a:pt x="1007443" y="137076"/>
                          <a:pt x="1011492" y="140028"/>
                        </a:cubicBezTo>
                        <a:cubicBezTo>
                          <a:pt x="1019674" y="145933"/>
                          <a:pt x="1027772" y="152006"/>
                          <a:pt x="1035533" y="158164"/>
                        </a:cubicBezTo>
                        <a:cubicBezTo>
                          <a:pt x="1039497" y="161201"/>
                          <a:pt x="1040172" y="166937"/>
                          <a:pt x="1037051" y="170817"/>
                        </a:cubicBezTo>
                        <a:cubicBezTo>
                          <a:pt x="1035280" y="173095"/>
                          <a:pt x="1032580" y="174276"/>
                          <a:pt x="1029965" y="174276"/>
                        </a:cubicBezTo>
                        <a:close/>
                        <a:moveTo>
                          <a:pt x="956577" y="123410"/>
                        </a:moveTo>
                        <a:cubicBezTo>
                          <a:pt x="954974" y="123410"/>
                          <a:pt x="953372" y="122988"/>
                          <a:pt x="951853" y="122061"/>
                        </a:cubicBezTo>
                        <a:cubicBezTo>
                          <a:pt x="943502" y="116915"/>
                          <a:pt x="934983" y="111938"/>
                          <a:pt x="926463" y="107214"/>
                        </a:cubicBezTo>
                        <a:cubicBezTo>
                          <a:pt x="922076" y="104768"/>
                          <a:pt x="920558" y="99285"/>
                          <a:pt x="923004" y="94899"/>
                        </a:cubicBezTo>
                        <a:cubicBezTo>
                          <a:pt x="925450" y="90512"/>
                          <a:pt x="930933" y="88994"/>
                          <a:pt x="935320" y="91440"/>
                        </a:cubicBezTo>
                        <a:cubicBezTo>
                          <a:pt x="944008" y="96333"/>
                          <a:pt x="952781" y="101478"/>
                          <a:pt x="961385" y="106624"/>
                        </a:cubicBezTo>
                        <a:cubicBezTo>
                          <a:pt x="965603" y="109239"/>
                          <a:pt x="966953" y="114806"/>
                          <a:pt x="964338" y="119024"/>
                        </a:cubicBezTo>
                        <a:cubicBezTo>
                          <a:pt x="962651" y="121807"/>
                          <a:pt x="959698" y="123326"/>
                          <a:pt x="956661" y="123326"/>
                        </a:cubicBezTo>
                        <a:close/>
                        <a:moveTo>
                          <a:pt x="252303" y="123073"/>
                        </a:moveTo>
                        <a:cubicBezTo>
                          <a:pt x="249351" y="123073"/>
                          <a:pt x="246483" y="121639"/>
                          <a:pt x="244796" y="119024"/>
                        </a:cubicBezTo>
                        <a:cubicBezTo>
                          <a:pt x="242012" y="114890"/>
                          <a:pt x="243109" y="109239"/>
                          <a:pt x="247327" y="106539"/>
                        </a:cubicBezTo>
                        <a:cubicBezTo>
                          <a:pt x="255678" y="100972"/>
                          <a:pt x="264282" y="95489"/>
                          <a:pt x="272886" y="90343"/>
                        </a:cubicBezTo>
                        <a:cubicBezTo>
                          <a:pt x="277188" y="87813"/>
                          <a:pt x="282671" y="89162"/>
                          <a:pt x="285286" y="93464"/>
                        </a:cubicBezTo>
                        <a:cubicBezTo>
                          <a:pt x="287817" y="97767"/>
                          <a:pt x="286467" y="103250"/>
                          <a:pt x="282165" y="105865"/>
                        </a:cubicBezTo>
                        <a:cubicBezTo>
                          <a:pt x="273814" y="110841"/>
                          <a:pt x="265463" y="116156"/>
                          <a:pt x="257365" y="121554"/>
                        </a:cubicBezTo>
                        <a:cubicBezTo>
                          <a:pt x="255846" y="122567"/>
                          <a:pt x="254075" y="123073"/>
                          <a:pt x="252388" y="123073"/>
                        </a:cubicBezTo>
                        <a:close/>
                        <a:moveTo>
                          <a:pt x="877706" y="81402"/>
                        </a:moveTo>
                        <a:cubicBezTo>
                          <a:pt x="876441" y="81402"/>
                          <a:pt x="875175" y="81149"/>
                          <a:pt x="873910" y="80558"/>
                        </a:cubicBezTo>
                        <a:cubicBezTo>
                          <a:pt x="865053" y="76509"/>
                          <a:pt x="855942" y="72545"/>
                          <a:pt x="846917" y="68833"/>
                        </a:cubicBezTo>
                        <a:cubicBezTo>
                          <a:pt x="842277" y="66977"/>
                          <a:pt x="840084" y="61663"/>
                          <a:pt x="842024" y="57023"/>
                        </a:cubicBezTo>
                        <a:cubicBezTo>
                          <a:pt x="843880" y="52384"/>
                          <a:pt x="849194" y="50191"/>
                          <a:pt x="853834" y="52131"/>
                        </a:cubicBezTo>
                        <a:cubicBezTo>
                          <a:pt x="863113" y="55927"/>
                          <a:pt x="872392" y="59976"/>
                          <a:pt x="881502" y="64109"/>
                        </a:cubicBezTo>
                        <a:cubicBezTo>
                          <a:pt x="886057" y="66218"/>
                          <a:pt x="887997" y="71532"/>
                          <a:pt x="885973" y="76088"/>
                        </a:cubicBezTo>
                        <a:cubicBezTo>
                          <a:pt x="884454" y="79377"/>
                          <a:pt x="881165" y="81317"/>
                          <a:pt x="877790" y="81317"/>
                        </a:cubicBezTo>
                        <a:close/>
                        <a:moveTo>
                          <a:pt x="329994" y="79040"/>
                        </a:moveTo>
                        <a:cubicBezTo>
                          <a:pt x="326620" y="79040"/>
                          <a:pt x="323414" y="77100"/>
                          <a:pt x="321812" y="73894"/>
                        </a:cubicBezTo>
                        <a:cubicBezTo>
                          <a:pt x="319703" y="69424"/>
                          <a:pt x="321558" y="64025"/>
                          <a:pt x="326113" y="61832"/>
                        </a:cubicBezTo>
                        <a:cubicBezTo>
                          <a:pt x="335139" y="57530"/>
                          <a:pt x="344418" y="53396"/>
                          <a:pt x="353697" y="49516"/>
                        </a:cubicBezTo>
                        <a:cubicBezTo>
                          <a:pt x="358337" y="47576"/>
                          <a:pt x="363567" y="49769"/>
                          <a:pt x="365507" y="54324"/>
                        </a:cubicBezTo>
                        <a:cubicBezTo>
                          <a:pt x="367447" y="58964"/>
                          <a:pt x="365254" y="64194"/>
                          <a:pt x="360699" y="66134"/>
                        </a:cubicBezTo>
                        <a:cubicBezTo>
                          <a:pt x="351757" y="69930"/>
                          <a:pt x="342731" y="73979"/>
                          <a:pt x="333874" y="78112"/>
                        </a:cubicBezTo>
                        <a:cubicBezTo>
                          <a:pt x="332609" y="78702"/>
                          <a:pt x="331259" y="78956"/>
                          <a:pt x="329994" y="78956"/>
                        </a:cubicBezTo>
                        <a:close/>
                        <a:moveTo>
                          <a:pt x="794364" y="49263"/>
                        </a:moveTo>
                        <a:cubicBezTo>
                          <a:pt x="793436" y="49263"/>
                          <a:pt x="792508" y="49094"/>
                          <a:pt x="791665" y="48841"/>
                        </a:cubicBezTo>
                        <a:cubicBezTo>
                          <a:pt x="782386" y="45889"/>
                          <a:pt x="772938" y="43105"/>
                          <a:pt x="763406" y="40574"/>
                        </a:cubicBezTo>
                        <a:cubicBezTo>
                          <a:pt x="758598" y="39309"/>
                          <a:pt x="755730" y="34332"/>
                          <a:pt x="756995" y="29524"/>
                        </a:cubicBezTo>
                        <a:cubicBezTo>
                          <a:pt x="758260" y="24716"/>
                          <a:pt x="763237" y="21848"/>
                          <a:pt x="768045" y="23113"/>
                        </a:cubicBezTo>
                        <a:cubicBezTo>
                          <a:pt x="777746" y="25728"/>
                          <a:pt x="787531" y="28596"/>
                          <a:pt x="796979" y="31548"/>
                        </a:cubicBezTo>
                        <a:cubicBezTo>
                          <a:pt x="801703" y="33067"/>
                          <a:pt x="804402" y="38128"/>
                          <a:pt x="802884" y="42852"/>
                        </a:cubicBezTo>
                        <a:cubicBezTo>
                          <a:pt x="801703" y="46732"/>
                          <a:pt x="798076" y="49178"/>
                          <a:pt x="794279" y="49178"/>
                        </a:cubicBezTo>
                        <a:close/>
                        <a:moveTo>
                          <a:pt x="413167" y="46395"/>
                        </a:moveTo>
                        <a:cubicBezTo>
                          <a:pt x="409287" y="46395"/>
                          <a:pt x="405744" y="43949"/>
                          <a:pt x="404563" y="40068"/>
                        </a:cubicBezTo>
                        <a:cubicBezTo>
                          <a:pt x="403044" y="35344"/>
                          <a:pt x="405744" y="30199"/>
                          <a:pt x="410468" y="28765"/>
                        </a:cubicBezTo>
                        <a:cubicBezTo>
                          <a:pt x="420084" y="25728"/>
                          <a:pt x="429869" y="22944"/>
                          <a:pt x="439486" y="20414"/>
                        </a:cubicBezTo>
                        <a:cubicBezTo>
                          <a:pt x="444294" y="19148"/>
                          <a:pt x="449271" y="22016"/>
                          <a:pt x="450536" y="26825"/>
                        </a:cubicBezTo>
                        <a:cubicBezTo>
                          <a:pt x="451801" y="31633"/>
                          <a:pt x="448933" y="36610"/>
                          <a:pt x="444125" y="37875"/>
                        </a:cubicBezTo>
                        <a:cubicBezTo>
                          <a:pt x="434677" y="40321"/>
                          <a:pt x="425230" y="43021"/>
                          <a:pt x="415866" y="45973"/>
                        </a:cubicBezTo>
                        <a:cubicBezTo>
                          <a:pt x="414938" y="46226"/>
                          <a:pt x="414095" y="46395"/>
                          <a:pt x="413167" y="46395"/>
                        </a:cubicBezTo>
                        <a:close/>
                        <a:moveTo>
                          <a:pt x="707648" y="27921"/>
                        </a:moveTo>
                        <a:cubicBezTo>
                          <a:pt x="707142" y="27921"/>
                          <a:pt x="706636" y="27921"/>
                          <a:pt x="706045" y="27753"/>
                        </a:cubicBezTo>
                        <a:cubicBezTo>
                          <a:pt x="696344" y="26065"/>
                          <a:pt x="686559" y="24547"/>
                          <a:pt x="677027" y="23282"/>
                        </a:cubicBezTo>
                        <a:cubicBezTo>
                          <a:pt x="672050" y="22607"/>
                          <a:pt x="668592" y="18136"/>
                          <a:pt x="669267" y="13159"/>
                        </a:cubicBezTo>
                        <a:cubicBezTo>
                          <a:pt x="669941" y="8182"/>
                          <a:pt x="674412" y="4639"/>
                          <a:pt x="679389" y="5399"/>
                        </a:cubicBezTo>
                        <a:cubicBezTo>
                          <a:pt x="689259" y="6664"/>
                          <a:pt x="699297" y="8182"/>
                          <a:pt x="709251" y="9954"/>
                        </a:cubicBezTo>
                        <a:cubicBezTo>
                          <a:pt x="714143" y="10797"/>
                          <a:pt x="717433" y="15521"/>
                          <a:pt x="716589" y="20414"/>
                        </a:cubicBezTo>
                        <a:cubicBezTo>
                          <a:pt x="715830" y="24800"/>
                          <a:pt x="712034" y="27837"/>
                          <a:pt x="707732" y="27837"/>
                        </a:cubicBezTo>
                        <a:close/>
                        <a:moveTo>
                          <a:pt x="500052" y="25812"/>
                        </a:moveTo>
                        <a:cubicBezTo>
                          <a:pt x="495666" y="25812"/>
                          <a:pt x="491869" y="22691"/>
                          <a:pt x="491110" y="18220"/>
                        </a:cubicBezTo>
                        <a:cubicBezTo>
                          <a:pt x="490351" y="13328"/>
                          <a:pt x="493641" y="8688"/>
                          <a:pt x="498618" y="7845"/>
                        </a:cubicBezTo>
                        <a:cubicBezTo>
                          <a:pt x="508487" y="6242"/>
                          <a:pt x="518610" y="4892"/>
                          <a:pt x="528564" y="3712"/>
                        </a:cubicBezTo>
                        <a:cubicBezTo>
                          <a:pt x="533540" y="3205"/>
                          <a:pt x="538011" y="6748"/>
                          <a:pt x="538518" y="11641"/>
                        </a:cubicBezTo>
                        <a:cubicBezTo>
                          <a:pt x="539108" y="16618"/>
                          <a:pt x="535481" y="21089"/>
                          <a:pt x="530588" y="21595"/>
                        </a:cubicBezTo>
                        <a:cubicBezTo>
                          <a:pt x="520887" y="22691"/>
                          <a:pt x="511102" y="24041"/>
                          <a:pt x="501486" y="25559"/>
                        </a:cubicBezTo>
                        <a:cubicBezTo>
                          <a:pt x="500980" y="25559"/>
                          <a:pt x="500474" y="25644"/>
                          <a:pt x="500052" y="25644"/>
                        </a:cubicBezTo>
                        <a:close/>
                        <a:moveTo>
                          <a:pt x="618823" y="18474"/>
                        </a:moveTo>
                        <a:cubicBezTo>
                          <a:pt x="618823" y="18474"/>
                          <a:pt x="618570" y="18474"/>
                          <a:pt x="618485" y="18474"/>
                        </a:cubicBezTo>
                        <a:cubicBezTo>
                          <a:pt x="611568" y="18220"/>
                          <a:pt x="604651" y="18052"/>
                          <a:pt x="597734" y="18052"/>
                        </a:cubicBezTo>
                        <a:lnTo>
                          <a:pt x="596047" y="18052"/>
                        </a:lnTo>
                        <a:cubicBezTo>
                          <a:pt x="593770" y="18052"/>
                          <a:pt x="591408" y="18052"/>
                          <a:pt x="589046" y="18052"/>
                        </a:cubicBezTo>
                        <a:cubicBezTo>
                          <a:pt x="584237" y="18220"/>
                          <a:pt x="579935" y="14087"/>
                          <a:pt x="579935" y="9110"/>
                        </a:cubicBezTo>
                        <a:cubicBezTo>
                          <a:pt x="579935" y="4133"/>
                          <a:pt x="583900" y="0"/>
                          <a:pt x="588877" y="0"/>
                        </a:cubicBezTo>
                        <a:cubicBezTo>
                          <a:pt x="591239" y="0"/>
                          <a:pt x="593685" y="0"/>
                          <a:pt x="596047" y="0"/>
                        </a:cubicBezTo>
                        <a:lnTo>
                          <a:pt x="597734" y="0"/>
                        </a:lnTo>
                        <a:cubicBezTo>
                          <a:pt x="604904" y="0"/>
                          <a:pt x="611990" y="169"/>
                          <a:pt x="619076" y="422"/>
                        </a:cubicBezTo>
                        <a:cubicBezTo>
                          <a:pt x="624053" y="590"/>
                          <a:pt x="627933" y="4808"/>
                          <a:pt x="627764" y="9785"/>
                        </a:cubicBezTo>
                        <a:cubicBezTo>
                          <a:pt x="627596" y="14678"/>
                          <a:pt x="623547" y="18474"/>
                          <a:pt x="618738" y="1847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62" name="AutoShape 162"/>
                  <p:cNvSpPr/>
                  <p:nvPr/>
                </p:nvSpPr>
                <p:spPr>
                  <a:xfrm>
                    <a:off x="8480167" y="1553976"/>
                    <a:ext cx="863651" cy="1286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3651" h="1286989">
                        <a:moveTo>
                          <a:pt x="823234" y="1286990"/>
                        </a:moveTo>
                        <a:cubicBezTo>
                          <a:pt x="822221" y="1286990"/>
                          <a:pt x="821125" y="1286821"/>
                          <a:pt x="820028" y="1286399"/>
                        </a:cubicBezTo>
                        <a:cubicBezTo>
                          <a:pt x="815389" y="1284628"/>
                          <a:pt x="813027" y="1279482"/>
                          <a:pt x="814714" y="1274758"/>
                        </a:cubicBezTo>
                        <a:cubicBezTo>
                          <a:pt x="818848" y="1263708"/>
                          <a:pt x="822643" y="1252405"/>
                          <a:pt x="825933" y="1240932"/>
                        </a:cubicBezTo>
                        <a:cubicBezTo>
                          <a:pt x="827367" y="1236124"/>
                          <a:pt x="832344" y="1233425"/>
                          <a:pt x="837152" y="1234775"/>
                        </a:cubicBezTo>
                        <a:cubicBezTo>
                          <a:pt x="841961" y="1236208"/>
                          <a:pt x="844660" y="1241185"/>
                          <a:pt x="843310" y="1245994"/>
                        </a:cubicBezTo>
                        <a:cubicBezTo>
                          <a:pt x="839852" y="1257803"/>
                          <a:pt x="835887" y="1269613"/>
                          <a:pt x="831669" y="1281085"/>
                        </a:cubicBezTo>
                        <a:cubicBezTo>
                          <a:pt x="830320" y="1284712"/>
                          <a:pt x="826861" y="1286990"/>
                          <a:pt x="823234" y="1286990"/>
                        </a:cubicBezTo>
                        <a:close/>
                        <a:moveTo>
                          <a:pt x="850058" y="1181631"/>
                        </a:moveTo>
                        <a:cubicBezTo>
                          <a:pt x="849637" y="1181631"/>
                          <a:pt x="849215" y="1181631"/>
                          <a:pt x="848793" y="1181547"/>
                        </a:cubicBezTo>
                        <a:cubicBezTo>
                          <a:pt x="843816" y="1180872"/>
                          <a:pt x="840442" y="1176233"/>
                          <a:pt x="841117" y="1171340"/>
                        </a:cubicBezTo>
                        <a:cubicBezTo>
                          <a:pt x="842804" y="1159699"/>
                          <a:pt x="844154" y="1147721"/>
                          <a:pt x="844997" y="1135911"/>
                        </a:cubicBezTo>
                        <a:cubicBezTo>
                          <a:pt x="845334" y="1130934"/>
                          <a:pt x="849552" y="1127138"/>
                          <a:pt x="854698" y="1127560"/>
                        </a:cubicBezTo>
                        <a:cubicBezTo>
                          <a:pt x="859675" y="1127898"/>
                          <a:pt x="863386" y="1132284"/>
                          <a:pt x="863049" y="1137261"/>
                        </a:cubicBezTo>
                        <a:cubicBezTo>
                          <a:pt x="862121" y="1149492"/>
                          <a:pt x="860771" y="1161892"/>
                          <a:pt x="859000" y="1173955"/>
                        </a:cubicBezTo>
                        <a:cubicBezTo>
                          <a:pt x="858325" y="1178426"/>
                          <a:pt x="854445" y="1181716"/>
                          <a:pt x="850058" y="1181716"/>
                        </a:cubicBezTo>
                        <a:close/>
                        <a:moveTo>
                          <a:pt x="854614" y="1072983"/>
                        </a:moveTo>
                        <a:cubicBezTo>
                          <a:pt x="849890" y="1072983"/>
                          <a:pt x="845925" y="1069272"/>
                          <a:pt x="845588" y="1064463"/>
                        </a:cubicBezTo>
                        <a:cubicBezTo>
                          <a:pt x="844913" y="1052654"/>
                          <a:pt x="843816" y="1040675"/>
                          <a:pt x="842298" y="1028950"/>
                        </a:cubicBezTo>
                        <a:cubicBezTo>
                          <a:pt x="841707" y="1023973"/>
                          <a:pt x="845166" y="1019502"/>
                          <a:pt x="850143" y="1018828"/>
                        </a:cubicBezTo>
                        <a:cubicBezTo>
                          <a:pt x="855035" y="1018237"/>
                          <a:pt x="859590" y="1021696"/>
                          <a:pt x="860265" y="1026672"/>
                        </a:cubicBezTo>
                        <a:cubicBezTo>
                          <a:pt x="861784" y="1038819"/>
                          <a:pt x="862880" y="1051135"/>
                          <a:pt x="863640" y="1063367"/>
                        </a:cubicBezTo>
                        <a:cubicBezTo>
                          <a:pt x="863893" y="1068344"/>
                          <a:pt x="860096" y="1072646"/>
                          <a:pt x="855120" y="1072899"/>
                        </a:cubicBezTo>
                        <a:cubicBezTo>
                          <a:pt x="854951" y="1072899"/>
                          <a:pt x="854782" y="1072899"/>
                          <a:pt x="854614" y="1072899"/>
                        </a:cubicBezTo>
                        <a:close/>
                        <a:moveTo>
                          <a:pt x="837574" y="965600"/>
                        </a:moveTo>
                        <a:cubicBezTo>
                          <a:pt x="833525" y="965600"/>
                          <a:pt x="829898" y="962901"/>
                          <a:pt x="828801" y="958852"/>
                        </a:cubicBezTo>
                        <a:cubicBezTo>
                          <a:pt x="825765" y="947380"/>
                          <a:pt x="822306" y="935907"/>
                          <a:pt x="818594" y="924688"/>
                        </a:cubicBezTo>
                        <a:cubicBezTo>
                          <a:pt x="816992" y="919964"/>
                          <a:pt x="819522" y="914819"/>
                          <a:pt x="824246" y="913216"/>
                        </a:cubicBezTo>
                        <a:cubicBezTo>
                          <a:pt x="828970" y="911613"/>
                          <a:pt x="834116" y="914144"/>
                          <a:pt x="835718" y="918868"/>
                        </a:cubicBezTo>
                        <a:cubicBezTo>
                          <a:pt x="839598" y="930424"/>
                          <a:pt x="843142" y="942318"/>
                          <a:pt x="846263" y="954212"/>
                        </a:cubicBezTo>
                        <a:cubicBezTo>
                          <a:pt x="847528" y="959020"/>
                          <a:pt x="844660" y="963997"/>
                          <a:pt x="839852" y="965263"/>
                        </a:cubicBezTo>
                        <a:cubicBezTo>
                          <a:pt x="839092" y="965431"/>
                          <a:pt x="838333" y="965600"/>
                          <a:pt x="837574" y="965600"/>
                        </a:cubicBezTo>
                        <a:close/>
                        <a:moveTo>
                          <a:pt x="799446" y="863784"/>
                        </a:moveTo>
                        <a:cubicBezTo>
                          <a:pt x="796156" y="863784"/>
                          <a:pt x="792951" y="861929"/>
                          <a:pt x="791348" y="858808"/>
                        </a:cubicBezTo>
                        <a:cubicBezTo>
                          <a:pt x="786034" y="848179"/>
                          <a:pt x="780298" y="837635"/>
                          <a:pt x="774308" y="827512"/>
                        </a:cubicBezTo>
                        <a:cubicBezTo>
                          <a:pt x="771778" y="823210"/>
                          <a:pt x="773212" y="817643"/>
                          <a:pt x="777514" y="815112"/>
                        </a:cubicBezTo>
                        <a:cubicBezTo>
                          <a:pt x="781816" y="812581"/>
                          <a:pt x="787383" y="814015"/>
                          <a:pt x="789914" y="818318"/>
                        </a:cubicBezTo>
                        <a:cubicBezTo>
                          <a:pt x="796156" y="828862"/>
                          <a:pt x="802061" y="839743"/>
                          <a:pt x="807544" y="850794"/>
                        </a:cubicBezTo>
                        <a:cubicBezTo>
                          <a:pt x="809737" y="855265"/>
                          <a:pt x="807966" y="860663"/>
                          <a:pt x="803495" y="862941"/>
                        </a:cubicBezTo>
                        <a:cubicBezTo>
                          <a:pt x="802230" y="863616"/>
                          <a:pt x="800796" y="863869"/>
                          <a:pt x="799446" y="863869"/>
                        </a:cubicBezTo>
                        <a:close/>
                        <a:moveTo>
                          <a:pt x="170669" y="802122"/>
                        </a:moveTo>
                        <a:cubicBezTo>
                          <a:pt x="169994" y="802122"/>
                          <a:pt x="169404" y="802122"/>
                          <a:pt x="168729" y="801868"/>
                        </a:cubicBezTo>
                        <a:cubicBezTo>
                          <a:pt x="156076" y="799085"/>
                          <a:pt x="143929" y="794361"/>
                          <a:pt x="132457" y="787781"/>
                        </a:cubicBezTo>
                        <a:cubicBezTo>
                          <a:pt x="128155" y="785335"/>
                          <a:pt x="126637" y="779768"/>
                          <a:pt x="129083" y="775466"/>
                        </a:cubicBezTo>
                        <a:cubicBezTo>
                          <a:pt x="131529" y="771164"/>
                          <a:pt x="137097" y="769645"/>
                          <a:pt x="141399" y="772091"/>
                        </a:cubicBezTo>
                        <a:cubicBezTo>
                          <a:pt x="151268" y="777743"/>
                          <a:pt x="161728" y="781792"/>
                          <a:pt x="172609" y="784238"/>
                        </a:cubicBezTo>
                        <a:cubicBezTo>
                          <a:pt x="177502" y="785335"/>
                          <a:pt x="180539" y="790143"/>
                          <a:pt x="179442" y="795036"/>
                        </a:cubicBezTo>
                        <a:cubicBezTo>
                          <a:pt x="178514" y="799253"/>
                          <a:pt x="174803" y="802122"/>
                          <a:pt x="170669" y="802122"/>
                        </a:cubicBezTo>
                        <a:close/>
                        <a:moveTo>
                          <a:pt x="242118" y="796554"/>
                        </a:moveTo>
                        <a:cubicBezTo>
                          <a:pt x="238322" y="796554"/>
                          <a:pt x="234863" y="794192"/>
                          <a:pt x="233598" y="790396"/>
                        </a:cubicBezTo>
                        <a:cubicBezTo>
                          <a:pt x="231995" y="785672"/>
                          <a:pt x="234526" y="780527"/>
                          <a:pt x="239249" y="778924"/>
                        </a:cubicBezTo>
                        <a:cubicBezTo>
                          <a:pt x="249625" y="775381"/>
                          <a:pt x="260254" y="770573"/>
                          <a:pt x="270713" y="764668"/>
                        </a:cubicBezTo>
                        <a:cubicBezTo>
                          <a:pt x="275016" y="762222"/>
                          <a:pt x="280583" y="763740"/>
                          <a:pt x="283029" y="768042"/>
                        </a:cubicBezTo>
                        <a:cubicBezTo>
                          <a:pt x="285475" y="772344"/>
                          <a:pt x="283957" y="777912"/>
                          <a:pt x="279655" y="780358"/>
                        </a:cubicBezTo>
                        <a:cubicBezTo>
                          <a:pt x="268183" y="786853"/>
                          <a:pt x="256542" y="792168"/>
                          <a:pt x="245070" y="796048"/>
                        </a:cubicBezTo>
                        <a:cubicBezTo>
                          <a:pt x="244142" y="796385"/>
                          <a:pt x="243130" y="796554"/>
                          <a:pt x="242202" y="796554"/>
                        </a:cubicBezTo>
                        <a:close/>
                        <a:moveTo>
                          <a:pt x="740651" y="772344"/>
                        </a:moveTo>
                        <a:cubicBezTo>
                          <a:pt x="738036" y="772344"/>
                          <a:pt x="735421" y="771164"/>
                          <a:pt x="733650" y="768970"/>
                        </a:cubicBezTo>
                        <a:lnTo>
                          <a:pt x="731878" y="766777"/>
                        </a:lnTo>
                        <a:cubicBezTo>
                          <a:pt x="725046" y="758426"/>
                          <a:pt x="717706" y="750159"/>
                          <a:pt x="710199" y="742146"/>
                        </a:cubicBezTo>
                        <a:cubicBezTo>
                          <a:pt x="706741" y="738518"/>
                          <a:pt x="706909" y="732782"/>
                          <a:pt x="710537" y="729408"/>
                        </a:cubicBezTo>
                        <a:cubicBezTo>
                          <a:pt x="714164" y="725950"/>
                          <a:pt x="719900" y="726118"/>
                          <a:pt x="723274" y="729746"/>
                        </a:cubicBezTo>
                        <a:cubicBezTo>
                          <a:pt x="731119" y="738012"/>
                          <a:pt x="738711" y="746617"/>
                          <a:pt x="745797" y="755305"/>
                        </a:cubicBezTo>
                        <a:lnTo>
                          <a:pt x="747653" y="757498"/>
                        </a:lnTo>
                        <a:cubicBezTo>
                          <a:pt x="750774" y="761379"/>
                          <a:pt x="750183" y="767030"/>
                          <a:pt x="746387" y="770236"/>
                        </a:cubicBezTo>
                        <a:cubicBezTo>
                          <a:pt x="744700" y="771585"/>
                          <a:pt x="742676" y="772260"/>
                          <a:pt x="740651" y="772260"/>
                        </a:cubicBezTo>
                        <a:close/>
                        <a:moveTo>
                          <a:pt x="332376" y="737253"/>
                        </a:moveTo>
                        <a:cubicBezTo>
                          <a:pt x="330015" y="737253"/>
                          <a:pt x="327737" y="736325"/>
                          <a:pt x="325966" y="734554"/>
                        </a:cubicBezTo>
                        <a:cubicBezTo>
                          <a:pt x="322423" y="731011"/>
                          <a:pt x="322507" y="725275"/>
                          <a:pt x="325966" y="721816"/>
                        </a:cubicBezTo>
                        <a:cubicBezTo>
                          <a:pt x="327653" y="720129"/>
                          <a:pt x="329340" y="718442"/>
                          <a:pt x="330942" y="716755"/>
                        </a:cubicBezTo>
                        <a:cubicBezTo>
                          <a:pt x="337438" y="710007"/>
                          <a:pt x="343849" y="702921"/>
                          <a:pt x="349922" y="695666"/>
                        </a:cubicBezTo>
                        <a:cubicBezTo>
                          <a:pt x="353128" y="691870"/>
                          <a:pt x="358779" y="691280"/>
                          <a:pt x="362660" y="694485"/>
                        </a:cubicBezTo>
                        <a:cubicBezTo>
                          <a:pt x="366540" y="697691"/>
                          <a:pt x="367046" y="703343"/>
                          <a:pt x="363841" y="707223"/>
                        </a:cubicBezTo>
                        <a:cubicBezTo>
                          <a:pt x="357514" y="714815"/>
                          <a:pt x="350850" y="722238"/>
                          <a:pt x="344017" y="729324"/>
                        </a:cubicBezTo>
                        <a:cubicBezTo>
                          <a:pt x="342330" y="731095"/>
                          <a:pt x="340559" y="732867"/>
                          <a:pt x="338787" y="734638"/>
                        </a:cubicBezTo>
                        <a:cubicBezTo>
                          <a:pt x="337016" y="736409"/>
                          <a:pt x="334738" y="737253"/>
                          <a:pt x="332461" y="737253"/>
                        </a:cubicBezTo>
                        <a:close/>
                        <a:moveTo>
                          <a:pt x="89690" y="735735"/>
                        </a:moveTo>
                        <a:cubicBezTo>
                          <a:pt x="85978" y="735735"/>
                          <a:pt x="82519" y="733457"/>
                          <a:pt x="81170" y="729830"/>
                        </a:cubicBezTo>
                        <a:cubicBezTo>
                          <a:pt x="77627" y="720129"/>
                          <a:pt x="75855" y="710091"/>
                          <a:pt x="75855" y="700053"/>
                        </a:cubicBezTo>
                        <a:cubicBezTo>
                          <a:pt x="75855" y="698450"/>
                          <a:pt x="75855" y="696847"/>
                          <a:pt x="76024" y="695245"/>
                        </a:cubicBezTo>
                        <a:cubicBezTo>
                          <a:pt x="76108" y="693473"/>
                          <a:pt x="76277" y="691786"/>
                          <a:pt x="76446" y="690015"/>
                        </a:cubicBezTo>
                        <a:cubicBezTo>
                          <a:pt x="77036" y="685038"/>
                          <a:pt x="81507" y="681495"/>
                          <a:pt x="86400" y="682085"/>
                        </a:cubicBezTo>
                        <a:cubicBezTo>
                          <a:pt x="91376" y="682676"/>
                          <a:pt x="94919" y="687147"/>
                          <a:pt x="94329" y="692039"/>
                        </a:cubicBezTo>
                        <a:cubicBezTo>
                          <a:pt x="94160" y="693389"/>
                          <a:pt x="94076" y="694823"/>
                          <a:pt x="93992" y="696257"/>
                        </a:cubicBezTo>
                        <a:cubicBezTo>
                          <a:pt x="93992" y="697522"/>
                          <a:pt x="93907" y="698788"/>
                          <a:pt x="93907" y="700053"/>
                        </a:cubicBezTo>
                        <a:cubicBezTo>
                          <a:pt x="93907" y="707982"/>
                          <a:pt x="95341" y="715996"/>
                          <a:pt x="98125" y="723672"/>
                        </a:cubicBezTo>
                        <a:cubicBezTo>
                          <a:pt x="99812" y="728396"/>
                          <a:pt x="97450" y="733541"/>
                          <a:pt x="92726" y="735229"/>
                        </a:cubicBezTo>
                        <a:cubicBezTo>
                          <a:pt x="91714" y="735566"/>
                          <a:pt x="90702" y="735735"/>
                          <a:pt x="89605" y="735735"/>
                        </a:cubicBezTo>
                        <a:close/>
                        <a:moveTo>
                          <a:pt x="663214" y="696088"/>
                        </a:moveTo>
                        <a:cubicBezTo>
                          <a:pt x="661274" y="696088"/>
                          <a:pt x="659249" y="695413"/>
                          <a:pt x="657646" y="694148"/>
                        </a:cubicBezTo>
                        <a:cubicBezTo>
                          <a:pt x="648368" y="686809"/>
                          <a:pt x="638751" y="679723"/>
                          <a:pt x="628882" y="673060"/>
                        </a:cubicBezTo>
                        <a:cubicBezTo>
                          <a:pt x="624748" y="670276"/>
                          <a:pt x="623736" y="664624"/>
                          <a:pt x="626520" y="660491"/>
                        </a:cubicBezTo>
                        <a:cubicBezTo>
                          <a:pt x="629303" y="656357"/>
                          <a:pt x="634955" y="655345"/>
                          <a:pt x="639089" y="658129"/>
                        </a:cubicBezTo>
                        <a:cubicBezTo>
                          <a:pt x="649211" y="665046"/>
                          <a:pt x="659249" y="672385"/>
                          <a:pt x="668866" y="679976"/>
                        </a:cubicBezTo>
                        <a:cubicBezTo>
                          <a:pt x="672746" y="683098"/>
                          <a:pt x="673420" y="688749"/>
                          <a:pt x="670384" y="692630"/>
                        </a:cubicBezTo>
                        <a:cubicBezTo>
                          <a:pt x="668613" y="694907"/>
                          <a:pt x="665998" y="696088"/>
                          <a:pt x="663298" y="696088"/>
                        </a:cubicBezTo>
                        <a:close/>
                        <a:moveTo>
                          <a:pt x="398089" y="650874"/>
                        </a:moveTo>
                        <a:cubicBezTo>
                          <a:pt x="396570" y="650874"/>
                          <a:pt x="395051" y="650537"/>
                          <a:pt x="393618" y="649693"/>
                        </a:cubicBezTo>
                        <a:cubicBezTo>
                          <a:pt x="389315" y="647247"/>
                          <a:pt x="387713" y="641764"/>
                          <a:pt x="390244" y="637378"/>
                        </a:cubicBezTo>
                        <a:cubicBezTo>
                          <a:pt x="396064" y="627171"/>
                          <a:pt x="401462" y="616542"/>
                          <a:pt x="406355" y="605745"/>
                        </a:cubicBezTo>
                        <a:cubicBezTo>
                          <a:pt x="408464" y="601190"/>
                          <a:pt x="413778" y="599250"/>
                          <a:pt x="418333" y="601274"/>
                        </a:cubicBezTo>
                        <a:cubicBezTo>
                          <a:pt x="422889" y="603383"/>
                          <a:pt x="424829" y="608697"/>
                          <a:pt x="422804" y="613252"/>
                        </a:cubicBezTo>
                        <a:cubicBezTo>
                          <a:pt x="417659" y="624471"/>
                          <a:pt x="412007" y="635606"/>
                          <a:pt x="405933" y="646235"/>
                        </a:cubicBezTo>
                        <a:cubicBezTo>
                          <a:pt x="404246" y="649187"/>
                          <a:pt x="401210" y="650790"/>
                          <a:pt x="398089" y="650790"/>
                        </a:cubicBezTo>
                        <a:close/>
                        <a:moveTo>
                          <a:pt x="120394" y="638474"/>
                        </a:moveTo>
                        <a:cubicBezTo>
                          <a:pt x="117864" y="638474"/>
                          <a:pt x="115333" y="637462"/>
                          <a:pt x="113561" y="635353"/>
                        </a:cubicBezTo>
                        <a:cubicBezTo>
                          <a:pt x="110272" y="631557"/>
                          <a:pt x="110694" y="625906"/>
                          <a:pt x="114405" y="622616"/>
                        </a:cubicBezTo>
                        <a:cubicBezTo>
                          <a:pt x="123431" y="614771"/>
                          <a:pt x="133975" y="607516"/>
                          <a:pt x="145869" y="600937"/>
                        </a:cubicBezTo>
                        <a:cubicBezTo>
                          <a:pt x="150256" y="598490"/>
                          <a:pt x="155739" y="600093"/>
                          <a:pt x="158101" y="604480"/>
                        </a:cubicBezTo>
                        <a:cubicBezTo>
                          <a:pt x="160547" y="608866"/>
                          <a:pt x="158944" y="614349"/>
                          <a:pt x="154558" y="616711"/>
                        </a:cubicBezTo>
                        <a:cubicBezTo>
                          <a:pt x="143845" y="622616"/>
                          <a:pt x="134313" y="629111"/>
                          <a:pt x="126299" y="636112"/>
                        </a:cubicBezTo>
                        <a:cubicBezTo>
                          <a:pt x="124612" y="637631"/>
                          <a:pt x="122503" y="638306"/>
                          <a:pt x="120394" y="638306"/>
                        </a:cubicBezTo>
                        <a:close/>
                        <a:moveTo>
                          <a:pt x="571352" y="637884"/>
                        </a:moveTo>
                        <a:cubicBezTo>
                          <a:pt x="570003" y="637884"/>
                          <a:pt x="568653" y="637546"/>
                          <a:pt x="567303" y="636956"/>
                        </a:cubicBezTo>
                        <a:cubicBezTo>
                          <a:pt x="556759" y="631642"/>
                          <a:pt x="545793" y="626665"/>
                          <a:pt x="534827" y="622110"/>
                        </a:cubicBezTo>
                        <a:cubicBezTo>
                          <a:pt x="530187" y="620169"/>
                          <a:pt x="528078" y="614855"/>
                          <a:pt x="530018" y="610300"/>
                        </a:cubicBezTo>
                        <a:cubicBezTo>
                          <a:pt x="531959" y="605660"/>
                          <a:pt x="537189" y="603552"/>
                          <a:pt x="541828" y="605492"/>
                        </a:cubicBezTo>
                        <a:cubicBezTo>
                          <a:pt x="553132" y="610216"/>
                          <a:pt x="564435" y="615446"/>
                          <a:pt x="575401" y="620844"/>
                        </a:cubicBezTo>
                        <a:cubicBezTo>
                          <a:pt x="579872" y="623037"/>
                          <a:pt x="581644" y="628521"/>
                          <a:pt x="579450" y="632991"/>
                        </a:cubicBezTo>
                        <a:cubicBezTo>
                          <a:pt x="577847" y="636197"/>
                          <a:pt x="574642" y="637968"/>
                          <a:pt x="571352" y="637968"/>
                        </a:cubicBezTo>
                        <a:close/>
                        <a:moveTo>
                          <a:pt x="469705" y="599250"/>
                        </a:moveTo>
                        <a:cubicBezTo>
                          <a:pt x="468946" y="599250"/>
                          <a:pt x="468103" y="599165"/>
                          <a:pt x="467343" y="598912"/>
                        </a:cubicBezTo>
                        <a:cubicBezTo>
                          <a:pt x="455871" y="595791"/>
                          <a:pt x="444230" y="593092"/>
                          <a:pt x="432589" y="590730"/>
                        </a:cubicBezTo>
                        <a:cubicBezTo>
                          <a:pt x="427697" y="589718"/>
                          <a:pt x="424492" y="584994"/>
                          <a:pt x="425504" y="580101"/>
                        </a:cubicBezTo>
                        <a:cubicBezTo>
                          <a:pt x="426516" y="575209"/>
                          <a:pt x="431240" y="572087"/>
                          <a:pt x="436132" y="573015"/>
                        </a:cubicBezTo>
                        <a:cubicBezTo>
                          <a:pt x="448111" y="575462"/>
                          <a:pt x="460258" y="578245"/>
                          <a:pt x="472067" y="581451"/>
                        </a:cubicBezTo>
                        <a:cubicBezTo>
                          <a:pt x="476875" y="582716"/>
                          <a:pt x="479743" y="587693"/>
                          <a:pt x="478394" y="592501"/>
                        </a:cubicBezTo>
                        <a:cubicBezTo>
                          <a:pt x="477297" y="596550"/>
                          <a:pt x="473670" y="599165"/>
                          <a:pt x="469705" y="599165"/>
                        </a:cubicBezTo>
                        <a:close/>
                        <a:moveTo>
                          <a:pt x="218161" y="593007"/>
                        </a:moveTo>
                        <a:cubicBezTo>
                          <a:pt x="214028" y="593007"/>
                          <a:pt x="210316" y="590139"/>
                          <a:pt x="209388" y="586006"/>
                        </a:cubicBezTo>
                        <a:cubicBezTo>
                          <a:pt x="208292" y="581113"/>
                          <a:pt x="211328" y="576305"/>
                          <a:pt x="216136" y="575209"/>
                        </a:cubicBezTo>
                        <a:cubicBezTo>
                          <a:pt x="228030" y="572509"/>
                          <a:pt x="240262" y="570147"/>
                          <a:pt x="252409" y="568292"/>
                        </a:cubicBezTo>
                        <a:cubicBezTo>
                          <a:pt x="257301" y="567532"/>
                          <a:pt x="261941" y="570906"/>
                          <a:pt x="262700" y="575883"/>
                        </a:cubicBezTo>
                        <a:cubicBezTo>
                          <a:pt x="263459" y="580776"/>
                          <a:pt x="260085" y="585415"/>
                          <a:pt x="255108" y="586175"/>
                        </a:cubicBezTo>
                        <a:cubicBezTo>
                          <a:pt x="243383" y="587946"/>
                          <a:pt x="231573" y="590224"/>
                          <a:pt x="220101" y="592839"/>
                        </a:cubicBezTo>
                        <a:cubicBezTo>
                          <a:pt x="219426" y="593007"/>
                          <a:pt x="218751" y="593092"/>
                          <a:pt x="218076" y="593092"/>
                        </a:cubicBezTo>
                        <a:close/>
                        <a:moveTo>
                          <a:pt x="362406" y="581535"/>
                        </a:moveTo>
                        <a:cubicBezTo>
                          <a:pt x="362406" y="581535"/>
                          <a:pt x="362069" y="581535"/>
                          <a:pt x="361816" y="581535"/>
                        </a:cubicBezTo>
                        <a:cubicBezTo>
                          <a:pt x="351188" y="580860"/>
                          <a:pt x="340390" y="580523"/>
                          <a:pt x="329761" y="580523"/>
                        </a:cubicBezTo>
                        <a:lnTo>
                          <a:pt x="326134" y="580523"/>
                        </a:lnTo>
                        <a:cubicBezTo>
                          <a:pt x="326134" y="580523"/>
                          <a:pt x="326134" y="580523"/>
                          <a:pt x="326134" y="580523"/>
                        </a:cubicBezTo>
                        <a:cubicBezTo>
                          <a:pt x="321158" y="580523"/>
                          <a:pt x="317108" y="576558"/>
                          <a:pt x="317108" y="571581"/>
                        </a:cubicBezTo>
                        <a:cubicBezTo>
                          <a:pt x="317108" y="566604"/>
                          <a:pt x="321073" y="562556"/>
                          <a:pt x="326050" y="562471"/>
                        </a:cubicBezTo>
                        <a:lnTo>
                          <a:pt x="329761" y="562471"/>
                        </a:lnTo>
                        <a:cubicBezTo>
                          <a:pt x="340728" y="562471"/>
                          <a:pt x="351862" y="562809"/>
                          <a:pt x="362913" y="563483"/>
                        </a:cubicBezTo>
                        <a:cubicBezTo>
                          <a:pt x="367890" y="563821"/>
                          <a:pt x="371686" y="568038"/>
                          <a:pt x="371348" y="573015"/>
                        </a:cubicBezTo>
                        <a:cubicBezTo>
                          <a:pt x="371011" y="577824"/>
                          <a:pt x="367046" y="581451"/>
                          <a:pt x="362322" y="581451"/>
                        </a:cubicBezTo>
                        <a:close/>
                        <a:moveTo>
                          <a:pt x="439085" y="550324"/>
                        </a:moveTo>
                        <a:cubicBezTo>
                          <a:pt x="438325" y="550324"/>
                          <a:pt x="437482" y="550240"/>
                          <a:pt x="436722" y="549987"/>
                        </a:cubicBezTo>
                        <a:cubicBezTo>
                          <a:pt x="431915" y="548721"/>
                          <a:pt x="429046" y="543744"/>
                          <a:pt x="430312" y="538936"/>
                        </a:cubicBezTo>
                        <a:cubicBezTo>
                          <a:pt x="433349" y="527548"/>
                          <a:pt x="436048" y="515908"/>
                          <a:pt x="438157" y="504267"/>
                        </a:cubicBezTo>
                        <a:cubicBezTo>
                          <a:pt x="439085" y="499374"/>
                          <a:pt x="443808" y="496084"/>
                          <a:pt x="448701" y="497012"/>
                        </a:cubicBezTo>
                        <a:cubicBezTo>
                          <a:pt x="453593" y="497940"/>
                          <a:pt x="456883" y="502580"/>
                          <a:pt x="455955" y="507556"/>
                        </a:cubicBezTo>
                        <a:cubicBezTo>
                          <a:pt x="453762" y="519704"/>
                          <a:pt x="450978" y="531851"/>
                          <a:pt x="447773" y="543660"/>
                        </a:cubicBezTo>
                        <a:cubicBezTo>
                          <a:pt x="446677" y="547709"/>
                          <a:pt x="443049" y="550324"/>
                          <a:pt x="439085" y="550324"/>
                        </a:cubicBezTo>
                        <a:close/>
                        <a:moveTo>
                          <a:pt x="454353" y="442772"/>
                        </a:moveTo>
                        <a:cubicBezTo>
                          <a:pt x="454353" y="442772"/>
                          <a:pt x="454268" y="442772"/>
                          <a:pt x="454184" y="442772"/>
                        </a:cubicBezTo>
                        <a:cubicBezTo>
                          <a:pt x="449207" y="442688"/>
                          <a:pt x="445242" y="438555"/>
                          <a:pt x="445327" y="433578"/>
                        </a:cubicBezTo>
                        <a:cubicBezTo>
                          <a:pt x="445327" y="430963"/>
                          <a:pt x="445327" y="428348"/>
                          <a:pt x="445327" y="425733"/>
                        </a:cubicBezTo>
                        <a:cubicBezTo>
                          <a:pt x="445327" y="416538"/>
                          <a:pt x="444990" y="407259"/>
                          <a:pt x="444399" y="398065"/>
                        </a:cubicBezTo>
                        <a:cubicBezTo>
                          <a:pt x="444062" y="393088"/>
                          <a:pt x="447857" y="388786"/>
                          <a:pt x="452834" y="388448"/>
                        </a:cubicBezTo>
                        <a:cubicBezTo>
                          <a:pt x="457727" y="388111"/>
                          <a:pt x="462113" y="391907"/>
                          <a:pt x="462451" y="396884"/>
                        </a:cubicBezTo>
                        <a:cubicBezTo>
                          <a:pt x="463041" y="406416"/>
                          <a:pt x="463379" y="416117"/>
                          <a:pt x="463379" y="425733"/>
                        </a:cubicBezTo>
                        <a:cubicBezTo>
                          <a:pt x="463379" y="428432"/>
                          <a:pt x="463379" y="431216"/>
                          <a:pt x="463379" y="433915"/>
                        </a:cubicBezTo>
                        <a:cubicBezTo>
                          <a:pt x="463294" y="438808"/>
                          <a:pt x="459245" y="442772"/>
                          <a:pt x="454353" y="442772"/>
                        </a:cubicBezTo>
                        <a:close/>
                        <a:moveTo>
                          <a:pt x="442627" y="334799"/>
                        </a:moveTo>
                        <a:cubicBezTo>
                          <a:pt x="438579" y="334799"/>
                          <a:pt x="434867" y="332015"/>
                          <a:pt x="433855" y="327882"/>
                        </a:cubicBezTo>
                        <a:cubicBezTo>
                          <a:pt x="431071" y="316325"/>
                          <a:pt x="427697" y="304938"/>
                          <a:pt x="423985" y="293803"/>
                        </a:cubicBezTo>
                        <a:cubicBezTo>
                          <a:pt x="422383" y="289079"/>
                          <a:pt x="424913" y="283933"/>
                          <a:pt x="429637" y="282331"/>
                        </a:cubicBezTo>
                        <a:cubicBezTo>
                          <a:pt x="434361" y="280728"/>
                          <a:pt x="439506" y="283259"/>
                          <a:pt x="441109" y="287982"/>
                        </a:cubicBezTo>
                        <a:cubicBezTo>
                          <a:pt x="445074" y="299623"/>
                          <a:pt x="448532" y="311602"/>
                          <a:pt x="451484" y="323580"/>
                        </a:cubicBezTo>
                        <a:cubicBezTo>
                          <a:pt x="452666" y="328388"/>
                          <a:pt x="449713" y="333281"/>
                          <a:pt x="444821" y="334462"/>
                        </a:cubicBezTo>
                        <a:cubicBezTo>
                          <a:pt x="444146" y="334630"/>
                          <a:pt x="443387" y="334715"/>
                          <a:pt x="442712" y="334715"/>
                        </a:cubicBezTo>
                        <a:close/>
                        <a:moveTo>
                          <a:pt x="402812" y="233827"/>
                        </a:moveTo>
                        <a:cubicBezTo>
                          <a:pt x="399691" y="233827"/>
                          <a:pt x="396570" y="232140"/>
                          <a:pt x="394968" y="229272"/>
                        </a:cubicBezTo>
                        <a:cubicBezTo>
                          <a:pt x="389232" y="219065"/>
                          <a:pt x="382821" y="209027"/>
                          <a:pt x="376072" y="199242"/>
                        </a:cubicBezTo>
                        <a:cubicBezTo>
                          <a:pt x="373204" y="195108"/>
                          <a:pt x="374216" y="189541"/>
                          <a:pt x="378349" y="186673"/>
                        </a:cubicBezTo>
                        <a:cubicBezTo>
                          <a:pt x="382483" y="183805"/>
                          <a:pt x="388050" y="184817"/>
                          <a:pt x="390918" y="188950"/>
                        </a:cubicBezTo>
                        <a:cubicBezTo>
                          <a:pt x="398004" y="199157"/>
                          <a:pt x="404668" y="209702"/>
                          <a:pt x="410657" y="220330"/>
                        </a:cubicBezTo>
                        <a:cubicBezTo>
                          <a:pt x="413103" y="224632"/>
                          <a:pt x="411585" y="230200"/>
                          <a:pt x="407283" y="232646"/>
                        </a:cubicBezTo>
                        <a:cubicBezTo>
                          <a:pt x="405849" y="233405"/>
                          <a:pt x="404331" y="233827"/>
                          <a:pt x="402812" y="233827"/>
                        </a:cubicBezTo>
                        <a:close/>
                        <a:moveTo>
                          <a:pt x="337100" y="147448"/>
                        </a:moveTo>
                        <a:cubicBezTo>
                          <a:pt x="334738" y="147448"/>
                          <a:pt x="332461" y="146520"/>
                          <a:pt x="330690" y="144749"/>
                        </a:cubicBezTo>
                        <a:cubicBezTo>
                          <a:pt x="322423" y="136398"/>
                          <a:pt x="313650" y="128300"/>
                          <a:pt x="304624" y="120539"/>
                        </a:cubicBezTo>
                        <a:cubicBezTo>
                          <a:pt x="300828" y="117334"/>
                          <a:pt x="300406" y="111598"/>
                          <a:pt x="303612" y="107802"/>
                        </a:cubicBezTo>
                        <a:cubicBezTo>
                          <a:pt x="306817" y="104006"/>
                          <a:pt x="312553" y="103584"/>
                          <a:pt x="316349" y="106790"/>
                        </a:cubicBezTo>
                        <a:cubicBezTo>
                          <a:pt x="325713" y="114803"/>
                          <a:pt x="334907" y="123323"/>
                          <a:pt x="343511" y="132011"/>
                        </a:cubicBezTo>
                        <a:cubicBezTo>
                          <a:pt x="347054" y="135554"/>
                          <a:pt x="346970" y="141290"/>
                          <a:pt x="343511" y="144749"/>
                        </a:cubicBezTo>
                        <a:cubicBezTo>
                          <a:pt x="341740" y="146520"/>
                          <a:pt x="339462" y="147364"/>
                          <a:pt x="337185" y="147364"/>
                        </a:cubicBezTo>
                        <a:close/>
                        <a:moveTo>
                          <a:pt x="251649" y="80387"/>
                        </a:moveTo>
                        <a:cubicBezTo>
                          <a:pt x="250047" y="80387"/>
                          <a:pt x="248444" y="79965"/>
                          <a:pt x="247010" y="79121"/>
                        </a:cubicBezTo>
                        <a:cubicBezTo>
                          <a:pt x="236887" y="73048"/>
                          <a:pt x="226427" y="67227"/>
                          <a:pt x="215883" y="61997"/>
                        </a:cubicBezTo>
                        <a:cubicBezTo>
                          <a:pt x="211413" y="59804"/>
                          <a:pt x="209557" y="54321"/>
                          <a:pt x="211834" y="49850"/>
                        </a:cubicBezTo>
                        <a:cubicBezTo>
                          <a:pt x="214028" y="45380"/>
                          <a:pt x="219510" y="43524"/>
                          <a:pt x="223981" y="45801"/>
                        </a:cubicBezTo>
                        <a:cubicBezTo>
                          <a:pt x="234947" y="51284"/>
                          <a:pt x="245913" y="57273"/>
                          <a:pt x="256458" y="63600"/>
                        </a:cubicBezTo>
                        <a:cubicBezTo>
                          <a:pt x="260760" y="66215"/>
                          <a:pt x="262110" y="71698"/>
                          <a:pt x="259495" y="76000"/>
                        </a:cubicBezTo>
                        <a:cubicBezTo>
                          <a:pt x="257807" y="78784"/>
                          <a:pt x="254855" y="80387"/>
                          <a:pt x="251734" y="80387"/>
                        </a:cubicBezTo>
                        <a:close/>
                        <a:moveTo>
                          <a:pt x="152449" y="36101"/>
                        </a:moveTo>
                        <a:cubicBezTo>
                          <a:pt x="151605" y="36101"/>
                          <a:pt x="150677" y="35932"/>
                          <a:pt x="149834" y="35679"/>
                        </a:cubicBezTo>
                        <a:cubicBezTo>
                          <a:pt x="138530" y="32220"/>
                          <a:pt x="126974" y="29268"/>
                          <a:pt x="115417" y="26737"/>
                        </a:cubicBezTo>
                        <a:cubicBezTo>
                          <a:pt x="110525" y="25725"/>
                          <a:pt x="107404" y="20917"/>
                          <a:pt x="108500" y="16024"/>
                        </a:cubicBezTo>
                        <a:cubicBezTo>
                          <a:pt x="109513" y="11132"/>
                          <a:pt x="114321" y="8011"/>
                          <a:pt x="119213" y="9107"/>
                        </a:cubicBezTo>
                        <a:cubicBezTo>
                          <a:pt x="131192" y="11638"/>
                          <a:pt x="143254" y="14843"/>
                          <a:pt x="155064" y="18386"/>
                        </a:cubicBezTo>
                        <a:cubicBezTo>
                          <a:pt x="159872" y="19820"/>
                          <a:pt x="162487" y="24881"/>
                          <a:pt x="161053" y="29690"/>
                        </a:cubicBezTo>
                        <a:cubicBezTo>
                          <a:pt x="159872" y="33570"/>
                          <a:pt x="156329" y="36101"/>
                          <a:pt x="152449" y="36101"/>
                        </a:cubicBezTo>
                        <a:close/>
                        <a:moveTo>
                          <a:pt x="9047" y="18724"/>
                        </a:moveTo>
                        <a:cubicBezTo>
                          <a:pt x="4323" y="18724"/>
                          <a:pt x="358" y="15012"/>
                          <a:pt x="21" y="10288"/>
                        </a:cubicBezTo>
                        <a:cubicBezTo>
                          <a:pt x="-317" y="5311"/>
                          <a:pt x="3479" y="1009"/>
                          <a:pt x="8456" y="756"/>
                        </a:cubicBezTo>
                        <a:cubicBezTo>
                          <a:pt x="20688" y="-3"/>
                          <a:pt x="33172" y="-172"/>
                          <a:pt x="45572" y="166"/>
                        </a:cubicBezTo>
                        <a:cubicBezTo>
                          <a:pt x="50549" y="334"/>
                          <a:pt x="54429" y="4468"/>
                          <a:pt x="54345" y="9445"/>
                        </a:cubicBezTo>
                        <a:cubicBezTo>
                          <a:pt x="54176" y="14422"/>
                          <a:pt x="49958" y="18386"/>
                          <a:pt x="45066" y="18218"/>
                        </a:cubicBezTo>
                        <a:cubicBezTo>
                          <a:pt x="33256" y="17880"/>
                          <a:pt x="21278" y="18049"/>
                          <a:pt x="9637" y="18724"/>
                        </a:cubicBezTo>
                        <a:cubicBezTo>
                          <a:pt x="9469" y="18724"/>
                          <a:pt x="9300" y="18724"/>
                          <a:pt x="9047" y="1872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63" name="AutoShape 163"/>
                  <p:cNvSpPr/>
                  <p:nvPr/>
                </p:nvSpPr>
                <p:spPr>
                  <a:xfrm>
                    <a:off x="3878242" y="3308807"/>
                    <a:ext cx="693732" cy="9461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3732" h="946189">
                        <a:moveTo>
                          <a:pt x="567282" y="946190"/>
                        </a:moveTo>
                        <a:cubicBezTo>
                          <a:pt x="562390" y="946190"/>
                          <a:pt x="558425" y="942309"/>
                          <a:pt x="558256" y="937417"/>
                        </a:cubicBezTo>
                        <a:cubicBezTo>
                          <a:pt x="558088" y="932440"/>
                          <a:pt x="561968" y="928222"/>
                          <a:pt x="567029" y="928138"/>
                        </a:cubicBezTo>
                        <a:cubicBezTo>
                          <a:pt x="576730" y="927800"/>
                          <a:pt x="586600" y="927210"/>
                          <a:pt x="596216" y="926366"/>
                        </a:cubicBezTo>
                        <a:cubicBezTo>
                          <a:pt x="601193" y="925860"/>
                          <a:pt x="605579" y="929572"/>
                          <a:pt x="606001" y="934549"/>
                        </a:cubicBezTo>
                        <a:cubicBezTo>
                          <a:pt x="606423" y="939526"/>
                          <a:pt x="602795" y="943912"/>
                          <a:pt x="597819" y="944334"/>
                        </a:cubicBezTo>
                        <a:cubicBezTo>
                          <a:pt x="587865" y="945262"/>
                          <a:pt x="577658" y="945852"/>
                          <a:pt x="567535" y="946190"/>
                        </a:cubicBezTo>
                        <a:cubicBezTo>
                          <a:pt x="567451" y="946190"/>
                          <a:pt x="567367" y="946190"/>
                          <a:pt x="567198" y="946190"/>
                        </a:cubicBezTo>
                        <a:close/>
                        <a:moveTo>
                          <a:pt x="507728" y="944671"/>
                        </a:moveTo>
                        <a:cubicBezTo>
                          <a:pt x="507728" y="944671"/>
                          <a:pt x="507222" y="944671"/>
                          <a:pt x="506969" y="944671"/>
                        </a:cubicBezTo>
                        <a:cubicBezTo>
                          <a:pt x="496931" y="943828"/>
                          <a:pt x="486808" y="942731"/>
                          <a:pt x="476855" y="941381"/>
                        </a:cubicBezTo>
                        <a:cubicBezTo>
                          <a:pt x="471878" y="940706"/>
                          <a:pt x="468504" y="936151"/>
                          <a:pt x="469178" y="931175"/>
                        </a:cubicBezTo>
                        <a:cubicBezTo>
                          <a:pt x="469853" y="926282"/>
                          <a:pt x="474408" y="922823"/>
                          <a:pt x="479385" y="923498"/>
                        </a:cubicBezTo>
                        <a:cubicBezTo>
                          <a:pt x="489002" y="924848"/>
                          <a:pt x="498787" y="925944"/>
                          <a:pt x="508487" y="926704"/>
                        </a:cubicBezTo>
                        <a:cubicBezTo>
                          <a:pt x="513464" y="927125"/>
                          <a:pt x="517176" y="931428"/>
                          <a:pt x="516754" y="936404"/>
                        </a:cubicBezTo>
                        <a:cubicBezTo>
                          <a:pt x="516332" y="941128"/>
                          <a:pt x="512452" y="944671"/>
                          <a:pt x="507728" y="944671"/>
                        </a:cubicBezTo>
                        <a:close/>
                        <a:moveTo>
                          <a:pt x="655854" y="935392"/>
                        </a:moveTo>
                        <a:cubicBezTo>
                          <a:pt x="651721" y="935392"/>
                          <a:pt x="647925" y="932524"/>
                          <a:pt x="646997" y="928222"/>
                        </a:cubicBezTo>
                        <a:cubicBezTo>
                          <a:pt x="645985" y="923329"/>
                          <a:pt x="649022" y="918521"/>
                          <a:pt x="653914" y="917509"/>
                        </a:cubicBezTo>
                        <a:cubicBezTo>
                          <a:pt x="663446" y="915485"/>
                          <a:pt x="672978" y="913123"/>
                          <a:pt x="682257" y="910508"/>
                        </a:cubicBezTo>
                        <a:cubicBezTo>
                          <a:pt x="687065" y="909158"/>
                          <a:pt x="692042" y="911942"/>
                          <a:pt x="693392" y="916750"/>
                        </a:cubicBezTo>
                        <a:cubicBezTo>
                          <a:pt x="694742" y="921558"/>
                          <a:pt x="691958" y="926535"/>
                          <a:pt x="687150" y="927885"/>
                        </a:cubicBezTo>
                        <a:cubicBezTo>
                          <a:pt x="677449" y="930584"/>
                          <a:pt x="667580" y="933030"/>
                          <a:pt x="657710" y="935139"/>
                        </a:cubicBezTo>
                        <a:cubicBezTo>
                          <a:pt x="657035" y="935308"/>
                          <a:pt x="656445" y="935308"/>
                          <a:pt x="655770" y="935308"/>
                        </a:cubicBezTo>
                        <a:close/>
                        <a:moveTo>
                          <a:pt x="419662" y="929993"/>
                        </a:moveTo>
                        <a:cubicBezTo>
                          <a:pt x="418903" y="929993"/>
                          <a:pt x="418144" y="929909"/>
                          <a:pt x="417469" y="929740"/>
                        </a:cubicBezTo>
                        <a:cubicBezTo>
                          <a:pt x="407768" y="927294"/>
                          <a:pt x="397899" y="924510"/>
                          <a:pt x="388283" y="921474"/>
                        </a:cubicBezTo>
                        <a:cubicBezTo>
                          <a:pt x="383559" y="919955"/>
                          <a:pt x="380860" y="914894"/>
                          <a:pt x="382378" y="910170"/>
                        </a:cubicBezTo>
                        <a:cubicBezTo>
                          <a:pt x="383896" y="905446"/>
                          <a:pt x="388957" y="902747"/>
                          <a:pt x="393681" y="904266"/>
                        </a:cubicBezTo>
                        <a:cubicBezTo>
                          <a:pt x="402960" y="907134"/>
                          <a:pt x="412492" y="909833"/>
                          <a:pt x="421856" y="912195"/>
                        </a:cubicBezTo>
                        <a:cubicBezTo>
                          <a:pt x="426664" y="913460"/>
                          <a:pt x="429616" y="918353"/>
                          <a:pt x="428435" y="923161"/>
                        </a:cubicBezTo>
                        <a:cubicBezTo>
                          <a:pt x="427423" y="927294"/>
                          <a:pt x="423711" y="929993"/>
                          <a:pt x="419662" y="929993"/>
                        </a:cubicBezTo>
                        <a:close/>
                        <a:moveTo>
                          <a:pt x="335224" y="901060"/>
                        </a:moveTo>
                        <a:cubicBezTo>
                          <a:pt x="334043" y="901060"/>
                          <a:pt x="332777" y="900807"/>
                          <a:pt x="331597" y="900301"/>
                        </a:cubicBezTo>
                        <a:cubicBezTo>
                          <a:pt x="322402" y="896252"/>
                          <a:pt x="313123" y="891865"/>
                          <a:pt x="304181" y="887395"/>
                        </a:cubicBezTo>
                        <a:cubicBezTo>
                          <a:pt x="299711" y="885117"/>
                          <a:pt x="297939" y="879718"/>
                          <a:pt x="300217" y="875248"/>
                        </a:cubicBezTo>
                        <a:cubicBezTo>
                          <a:pt x="302494" y="870777"/>
                          <a:pt x="307893" y="869005"/>
                          <a:pt x="312364" y="871283"/>
                        </a:cubicBezTo>
                        <a:cubicBezTo>
                          <a:pt x="321052" y="875669"/>
                          <a:pt x="329909" y="879887"/>
                          <a:pt x="338851" y="883767"/>
                        </a:cubicBezTo>
                        <a:cubicBezTo>
                          <a:pt x="343406" y="885792"/>
                          <a:pt x="345515" y="891106"/>
                          <a:pt x="343491" y="895661"/>
                        </a:cubicBezTo>
                        <a:cubicBezTo>
                          <a:pt x="341972" y="899035"/>
                          <a:pt x="338682" y="901060"/>
                          <a:pt x="335224" y="901060"/>
                        </a:cubicBezTo>
                        <a:close/>
                        <a:moveTo>
                          <a:pt x="256774" y="858461"/>
                        </a:moveTo>
                        <a:cubicBezTo>
                          <a:pt x="255087" y="858461"/>
                          <a:pt x="253316" y="857955"/>
                          <a:pt x="251797" y="856943"/>
                        </a:cubicBezTo>
                        <a:cubicBezTo>
                          <a:pt x="243362" y="851375"/>
                          <a:pt x="235011" y="845471"/>
                          <a:pt x="226997" y="839481"/>
                        </a:cubicBezTo>
                        <a:cubicBezTo>
                          <a:pt x="223033" y="836529"/>
                          <a:pt x="222189" y="830877"/>
                          <a:pt x="225142" y="826828"/>
                        </a:cubicBezTo>
                        <a:cubicBezTo>
                          <a:pt x="228094" y="822863"/>
                          <a:pt x="233746" y="822020"/>
                          <a:pt x="237795" y="824972"/>
                        </a:cubicBezTo>
                        <a:cubicBezTo>
                          <a:pt x="245471" y="830709"/>
                          <a:pt x="253569" y="836360"/>
                          <a:pt x="261751" y="841759"/>
                        </a:cubicBezTo>
                        <a:cubicBezTo>
                          <a:pt x="265885" y="844543"/>
                          <a:pt x="267066" y="850110"/>
                          <a:pt x="264282" y="854243"/>
                        </a:cubicBezTo>
                        <a:cubicBezTo>
                          <a:pt x="262511" y="856858"/>
                          <a:pt x="259642" y="858292"/>
                          <a:pt x="256690" y="858292"/>
                        </a:cubicBezTo>
                        <a:close/>
                        <a:moveTo>
                          <a:pt x="186760" y="803040"/>
                        </a:moveTo>
                        <a:cubicBezTo>
                          <a:pt x="184567" y="803040"/>
                          <a:pt x="182290" y="802197"/>
                          <a:pt x="180602" y="800594"/>
                        </a:cubicBezTo>
                        <a:cubicBezTo>
                          <a:pt x="173264" y="793677"/>
                          <a:pt x="166094" y="786507"/>
                          <a:pt x="159092" y="779252"/>
                        </a:cubicBezTo>
                        <a:cubicBezTo>
                          <a:pt x="155634" y="775625"/>
                          <a:pt x="155802" y="769889"/>
                          <a:pt x="159430" y="766515"/>
                        </a:cubicBezTo>
                        <a:cubicBezTo>
                          <a:pt x="163057" y="763056"/>
                          <a:pt x="168793" y="763225"/>
                          <a:pt x="172167" y="766852"/>
                        </a:cubicBezTo>
                        <a:cubicBezTo>
                          <a:pt x="178831" y="773854"/>
                          <a:pt x="185832" y="780855"/>
                          <a:pt x="192918" y="787519"/>
                        </a:cubicBezTo>
                        <a:cubicBezTo>
                          <a:pt x="196545" y="790978"/>
                          <a:pt x="196714" y="796629"/>
                          <a:pt x="193340" y="800257"/>
                        </a:cubicBezTo>
                        <a:cubicBezTo>
                          <a:pt x="191569" y="802112"/>
                          <a:pt x="189207" y="803125"/>
                          <a:pt x="186760" y="803125"/>
                        </a:cubicBezTo>
                        <a:close/>
                        <a:moveTo>
                          <a:pt x="126953" y="736738"/>
                        </a:moveTo>
                        <a:cubicBezTo>
                          <a:pt x="124254" y="736738"/>
                          <a:pt x="121554" y="735473"/>
                          <a:pt x="119783" y="733195"/>
                        </a:cubicBezTo>
                        <a:cubicBezTo>
                          <a:pt x="113710" y="725266"/>
                          <a:pt x="107720" y="716999"/>
                          <a:pt x="102069" y="708648"/>
                        </a:cubicBezTo>
                        <a:cubicBezTo>
                          <a:pt x="99285" y="704514"/>
                          <a:pt x="100297" y="698947"/>
                          <a:pt x="104431" y="696079"/>
                        </a:cubicBezTo>
                        <a:cubicBezTo>
                          <a:pt x="108564" y="693211"/>
                          <a:pt x="114131" y="694308"/>
                          <a:pt x="116999" y="698441"/>
                        </a:cubicBezTo>
                        <a:cubicBezTo>
                          <a:pt x="122482" y="706539"/>
                          <a:pt x="128303" y="714468"/>
                          <a:pt x="134208" y="722229"/>
                        </a:cubicBezTo>
                        <a:cubicBezTo>
                          <a:pt x="137244" y="726194"/>
                          <a:pt x="136485" y="731845"/>
                          <a:pt x="132521" y="734882"/>
                        </a:cubicBezTo>
                        <a:cubicBezTo>
                          <a:pt x="130918" y="736147"/>
                          <a:pt x="128978" y="736738"/>
                          <a:pt x="127037" y="736738"/>
                        </a:cubicBezTo>
                        <a:close/>
                        <a:moveTo>
                          <a:pt x="78449" y="661747"/>
                        </a:moveTo>
                        <a:cubicBezTo>
                          <a:pt x="75244" y="661747"/>
                          <a:pt x="72123" y="660060"/>
                          <a:pt x="70520" y="657023"/>
                        </a:cubicBezTo>
                        <a:cubicBezTo>
                          <a:pt x="65796" y="648250"/>
                          <a:pt x="61157" y="639140"/>
                          <a:pt x="56771" y="630030"/>
                        </a:cubicBezTo>
                        <a:cubicBezTo>
                          <a:pt x="54662" y="625559"/>
                          <a:pt x="56517" y="620160"/>
                          <a:pt x="60988" y="617967"/>
                        </a:cubicBezTo>
                        <a:cubicBezTo>
                          <a:pt x="65459" y="615774"/>
                          <a:pt x="70858" y="617714"/>
                          <a:pt x="73051" y="622185"/>
                        </a:cubicBezTo>
                        <a:cubicBezTo>
                          <a:pt x="77269" y="631042"/>
                          <a:pt x="81739" y="639815"/>
                          <a:pt x="86379" y="648335"/>
                        </a:cubicBezTo>
                        <a:cubicBezTo>
                          <a:pt x="88741" y="652721"/>
                          <a:pt x="87138" y="658204"/>
                          <a:pt x="82751" y="660566"/>
                        </a:cubicBezTo>
                        <a:cubicBezTo>
                          <a:pt x="81402" y="661325"/>
                          <a:pt x="79883" y="661663"/>
                          <a:pt x="78449" y="661663"/>
                        </a:cubicBezTo>
                        <a:close/>
                        <a:moveTo>
                          <a:pt x="42093" y="580176"/>
                        </a:moveTo>
                        <a:cubicBezTo>
                          <a:pt x="38381" y="580176"/>
                          <a:pt x="34923" y="577899"/>
                          <a:pt x="33573" y="574187"/>
                        </a:cubicBezTo>
                        <a:cubicBezTo>
                          <a:pt x="30199" y="564740"/>
                          <a:pt x="26993" y="555123"/>
                          <a:pt x="24125" y="545422"/>
                        </a:cubicBezTo>
                        <a:cubicBezTo>
                          <a:pt x="22691" y="540614"/>
                          <a:pt x="25391" y="535637"/>
                          <a:pt x="30199" y="534203"/>
                        </a:cubicBezTo>
                        <a:cubicBezTo>
                          <a:pt x="35007" y="532769"/>
                          <a:pt x="39984" y="535469"/>
                          <a:pt x="41418" y="540277"/>
                        </a:cubicBezTo>
                        <a:cubicBezTo>
                          <a:pt x="44202" y="549640"/>
                          <a:pt x="47323" y="559003"/>
                          <a:pt x="50613" y="568114"/>
                        </a:cubicBezTo>
                        <a:cubicBezTo>
                          <a:pt x="52300" y="572838"/>
                          <a:pt x="49853" y="577983"/>
                          <a:pt x="45130" y="579670"/>
                        </a:cubicBezTo>
                        <a:cubicBezTo>
                          <a:pt x="44117" y="580008"/>
                          <a:pt x="43105" y="580176"/>
                          <a:pt x="42093" y="580176"/>
                        </a:cubicBezTo>
                        <a:close/>
                        <a:moveTo>
                          <a:pt x="18642" y="494051"/>
                        </a:moveTo>
                        <a:cubicBezTo>
                          <a:pt x="14425" y="494051"/>
                          <a:pt x="10629" y="491014"/>
                          <a:pt x="9785" y="486712"/>
                        </a:cubicBezTo>
                        <a:cubicBezTo>
                          <a:pt x="7929" y="476842"/>
                          <a:pt x="6242" y="466804"/>
                          <a:pt x="4893" y="456851"/>
                        </a:cubicBezTo>
                        <a:cubicBezTo>
                          <a:pt x="4218" y="451874"/>
                          <a:pt x="7676" y="447318"/>
                          <a:pt x="12653" y="446644"/>
                        </a:cubicBezTo>
                        <a:cubicBezTo>
                          <a:pt x="17546" y="445969"/>
                          <a:pt x="22185" y="449427"/>
                          <a:pt x="22860" y="454404"/>
                        </a:cubicBezTo>
                        <a:cubicBezTo>
                          <a:pt x="24210" y="464021"/>
                          <a:pt x="25728" y="473806"/>
                          <a:pt x="27584" y="483338"/>
                        </a:cubicBezTo>
                        <a:cubicBezTo>
                          <a:pt x="28512" y="488230"/>
                          <a:pt x="25306" y="492954"/>
                          <a:pt x="20414" y="493882"/>
                        </a:cubicBezTo>
                        <a:cubicBezTo>
                          <a:pt x="19823" y="493966"/>
                          <a:pt x="19317" y="494051"/>
                          <a:pt x="18727" y="494051"/>
                        </a:cubicBezTo>
                        <a:close/>
                        <a:moveTo>
                          <a:pt x="9110" y="405310"/>
                        </a:moveTo>
                        <a:cubicBezTo>
                          <a:pt x="4218" y="405310"/>
                          <a:pt x="169" y="401345"/>
                          <a:pt x="84" y="396453"/>
                        </a:cubicBezTo>
                        <a:cubicBezTo>
                          <a:pt x="84" y="393416"/>
                          <a:pt x="0" y="390379"/>
                          <a:pt x="0" y="387343"/>
                        </a:cubicBezTo>
                        <a:cubicBezTo>
                          <a:pt x="0" y="380257"/>
                          <a:pt x="169" y="373255"/>
                          <a:pt x="506" y="366170"/>
                        </a:cubicBezTo>
                        <a:cubicBezTo>
                          <a:pt x="759" y="361193"/>
                          <a:pt x="5061" y="357228"/>
                          <a:pt x="9954" y="357566"/>
                        </a:cubicBezTo>
                        <a:cubicBezTo>
                          <a:pt x="14931" y="357819"/>
                          <a:pt x="18811" y="361952"/>
                          <a:pt x="18558" y="367013"/>
                        </a:cubicBezTo>
                        <a:cubicBezTo>
                          <a:pt x="18305" y="373846"/>
                          <a:pt x="18136" y="380594"/>
                          <a:pt x="18136" y="387427"/>
                        </a:cubicBezTo>
                        <a:cubicBezTo>
                          <a:pt x="18136" y="390379"/>
                          <a:pt x="18136" y="393332"/>
                          <a:pt x="18136" y="396200"/>
                        </a:cubicBezTo>
                        <a:cubicBezTo>
                          <a:pt x="18221" y="401177"/>
                          <a:pt x="14256" y="405310"/>
                          <a:pt x="9279" y="405394"/>
                        </a:cubicBezTo>
                        <a:cubicBezTo>
                          <a:pt x="9279" y="405394"/>
                          <a:pt x="9195" y="405394"/>
                          <a:pt x="9110" y="405394"/>
                        </a:cubicBezTo>
                        <a:close/>
                        <a:moveTo>
                          <a:pt x="15690" y="316316"/>
                        </a:moveTo>
                        <a:cubicBezTo>
                          <a:pt x="15184" y="316316"/>
                          <a:pt x="14678" y="316316"/>
                          <a:pt x="14172" y="316148"/>
                        </a:cubicBezTo>
                        <a:cubicBezTo>
                          <a:pt x="9279" y="315304"/>
                          <a:pt x="5905" y="310664"/>
                          <a:pt x="6748" y="305772"/>
                        </a:cubicBezTo>
                        <a:cubicBezTo>
                          <a:pt x="8435" y="295734"/>
                          <a:pt x="10376" y="285780"/>
                          <a:pt x="12653" y="275995"/>
                        </a:cubicBezTo>
                        <a:cubicBezTo>
                          <a:pt x="13750" y="271103"/>
                          <a:pt x="18642" y="268066"/>
                          <a:pt x="23450" y="269247"/>
                        </a:cubicBezTo>
                        <a:cubicBezTo>
                          <a:pt x="28343" y="270343"/>
                          <a:pt x="31380" y="275236"/>
                          <a:pt x="30199" y="280044"/>
                        </a:cubicBezTo>
                        <a:cubicBezTo>
                          <a:pt x="28006" y="289407"/>
                          <a:pt x="26150" y="299108"/>
                          <a:pt x="24463" y="308724"/>
                        </a:cubicBezTo>
                        <a:cubicBezTo>
                          <a:pt x="23704" y="313111"/>
                          <a:pt x="19908" y="316232"/>
                          <a:pt x="15606" y="316232"/>
                        </a:cubicBezTo>
                        <a:close/>
                        <a:moveTo>
                          <a:pt x="38466" y="230022"/>
                        </a:moveTo>
                        <a:cubicBezTo>
                          <a:pt x="37453" y="230022"/>
                          <a:pt x="36357" y="229853"/>
                          <a:pt x="35344" y="229432"/>
                        </a:cubicBezTo>
                        <a:cubicBezTo>
                          <a:pt x="30705" y="227744"/>
                          <a:pt x="28259" y="222514"/>
                          <a:pt x="30030" y="217875"/>
                        </a:cubicBezTo>
                        <a:cubicBezTo>
                          <a:pt x="33573" y="208343"/>
                          <a:pt x="37369" y="198895"/>
                          <a:pt x="41502" y="189700"/>
                        </a:cubicBezTo>
                        <a:cubicBezTo>
                          <a:pt x="43527" y="185146"/>
                          <a:pt x="48841" y="183121"/>
                          <a:pt x="53396" y="185146"/>
                        </a:cubicBezTo>
                        <a:cubicBezTo>
                          <a:pt x="57951" y="187170"/>
                          <a:pt x="59976" y="192484"/>
                          <a:pt x="57951" y="197039"/>
                        </a:cubicBezTo>
                        <a:cubicBezTo>
                          <a:pt x="54071" y="205812"/>
                          <a:pt x="50359" y="214923"/>
                          <a:pt x="46985" y="224117"/>
                        </a:cubicBezTo>
                        <a:cubicBezTo>
                          <a:pt x="45636" y="227744"/>
                          <a:pt x="42177" y="230022"/>
                          <a:pt x="38550" y="230022"/>
                        </a:cubicBezTo>
                        <a:close/>
                        <a:moveTo>
                          <a:pt x="77690" y="149885"/>
                        </a:moveTo>
                        <a:cubicBezTo>
                          <a:pt x="76003" y="149885"/>
                          <a:pt x="74401" y="149464"/>
                          <a:pt x="72882" y="148451"/>
                        </a:cubicBezTo>
                        <a:cubicBezTo>
                          <a:pt x="68664" y="145752"/>
                          <a:pt x="67399" y="140185"/>
                          <a:pt x="70098" y="135967"/>
                        </a:cubicBezTo>
                        <a:cubicBezTo>
                          <a:pt x="75581" y="127363"/>
                          <a:pt x="81402" y="118843"/>
                          <a:pt x="87391" y="110829"/>
                        </a:cubicBezTo>
                        <a:cubicBezTo>
                          <a:pt x="90343" y="106865"/>
                          <a:pt x="95995" y="106021"/>
                          <a:pt x="100044" y="108974"/>
                        </a:cubicBezTo>
                        <a:cubicBezTo>
                          <a:pt x="104009" y="111926"/>
                          <a:pt x="104852" y="117578"/>
                          <a:pt x="101900" y="121627"/>
                        </a:cubicBezTo>
                        <a:cubicBezTo>
                          <a:pt x="96164" y="129303"/>
                          <a:pt x="90597" y="137317"/>
                          <a:pt x="85451" y="145583"/>
                        </a:cubicBezTo>
                        <a:cubicBezTo>
                          <a:pt x="83764" y="148283"/>
                          <a:pt x="80811" y="149801"/>
                          <a:pt x="77775" y="149801"/>
                        </a:cubicBezTo>
                        <a:close/>
                        <a:moveTo>
                          <a:pt x="134123" y="80884"/>
                        </a:moveTo>
                        <a:cubicBezTo>
                          <a:pt x="131761" y="80884"/>
                          <a:pt x="129315" y="79956"/>
                          <a:pt x="127544" y="78016"/>
                        </a:cubicBezTo>
                        <a:cubicBezTo>
                          <a:pt x="124085" y="74388"/>
                          <a:pt x="124254" y="68652"/>
                          <a:pt x="127965" y="65278"/>
                        </a:cubicBezTo>
                        <a:cubicBezTo>
                          <a:pt x="135389" y="58277"/>
                          <a:pt x="143234" y="51528"/>
                          <a:pt x="151247" y="45371"/>
                        </a:cubicBezTo>
                        <a:cubicBezTo>
                          <a:pt x="155212" y="42334"/>
                          <a:pt x="160864" y="43009"/>
                          <a:pt x="163900" y="46973"/>
                        </a:cubicBezTo>
                        <a:cubicBezTo>
                          <a:pt x="166937" y="50938"/>
                          <a:pt x="166262" y="56590"/>
                          <a:pt x="162298" y="59626"/>
                        </a:cubicBezTo>
                        <a:cubicBezTo>
                          <a:pt x="154790" y="65447"/>
                          <a:pt x="147367" y="71773"/>
                          <a:pt x="140365" y="78437"/>
                        </a:cubicBezTo>
                        <a:cubicBezTo>
                          <a:pt x="138594" y="80040"/>
                          <a:pt x="136401" y="80884"/>
                          <a:pt x="134208" y="80884"/>
                        </a:cubicBezTo>
                        <a:close/>
                        <a:moveTo>
                          <a:pt x="207090" y="29849"/>
                        </a:moveTo>
                        <a:cubicBezTo>
                          <a:pt x="203716" y="29849"/>
                          <a:pt x="200594" y="27994"/>
                          <a:pt x="198992" y="24788"/>
                        </a:cubicBezTo>
                        <a:cubicBezTo>
                          <a:pt x="196798" y="20317"/>
                          <a:pt x="198654" y="14918"/>
                          <a:pt x="203125" y="12725"/>
                        </a:cubicBezTo>
                        <a:cubicBezTo>
                          <a:pt x="212235" y="8170"/>
                          <a:pt x="221767" y="4121"/>
                          <a:pt x="231299" y="578"/>
                        </a:cubicBezTo>
                        <a:cubicBezTo>
                          <a:pt x="236023" y="-1193"/>
                          <a:pt x="241169" y="1253"/>
                          <a:pt x="242940" y="5893"/>
                        </a:cubicBezTo>
                        <a:cubicBezTo>
                          <a:pt x="244627" y="10532"/>
                          <a:pt x="242265" y="15762"/>
                          <a:pt x="237626" y="17533"/>
                        </a:cubicBezTo>
                        <a:cubicBezTo>
                          <a:pt x="228684" y="20823"/>
                          <a:pt x="219743" y="24704"/>
                          <a:pt x="211139" y="28921"/>
                        </a:cubicBezTo>
                        <a:cubicBezTo>
                          <a:pt x="209873" y="29596"/>
                          <a:pt x="208524" y="29849"/>
                          <a:pt x="207174" y="29849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164" name="Group 164"/>
                <p:cNvGrpSpPr/>
                <p:nvPr/>
              </p:nvGrpSpPr>
              <p:grpSpPr>
                <a:xfrm>
                  <a:off x="2139828" y="2313879"/>
                  <a:ext cx="476601" cy="580947"/>
                  <a:chOff x="2139828" y="2313879"/>
                  <a:chExt cx="476601" cy="580947"/>
                </a:xfrm>
                <a:solidFill>
                  <a:srgbClr val="FFFFFF">
                    <a:alpha val="100000"/>
                  </a:srgbClr>
                </a:solidFill>
              </p:grpSpPr>
              <p:sp>
                <p:nvSpPr>
                  <p:cNvPr id="165" name="AutoShape 165"/>
                  <p:cNvSpPr/>
                  <p:nvPr/>
                </p:nvSpPr>
                <p:spPr>
                  <a:xfrm>
                    <a:off x="2420643" y="2313879"/>
                    <a:ext cx="195786" cy="1957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786" h="195786">
                        <a:moveTo>
                          <a:pt x="3416" y="91735"/>
                        </a:moveTo>
                        <a:lnTo>
                          <a:pt x="56560" y="58921"/>
                        </a:lnTo>
                        <a:cubicBezTo>
                          <a:pt x="57487" y="58331"/>
                          <a:pt x="58331" y="57487"/>
                          <a:pt x="58921" y="56560"/>
                        </a:cubicBezTo>
                        <a:lnTo>
                          <a:pt x="91735" y="3416"/>
                        </a:lnTo>
                        <a:cubicBezTo>
                          <a:pt x="94603" y="-1139"/>
                          <a:pt x="101267" y="-1139"/>
                          <a:pt x="104051" y="3416"/>
                        </a:cubicBezTo>
                        <a:lnTo>
                          <a:pt x="136865" y="56560"/>
                        </a:lnTo>
                        <a:cubicBezTo>
                          <a:pt x="137455" y="57487"/>
                          <a:pt x="138299" y="58331"/>
                          <a:pt x="139227" y="58921"/>
                        </a:cubicBezTo>
                        <a:lnTo>
                          <a:pt x="192370" y="91735"/>
                        </a:lnTo>
                        <a:cubicBezTo>
                          <a:pt x="196925" y="94603"/>
                          <a:pt x="196925" y="101267"/>
                          <a:pt x="192370" y="104051"/>
                        </a:cubicBezTo>
                        <a:lnTo>
                          <a:pt x="139227" y="136865"/>
                        </a:lnTo>
                        <a:cubicBezTo>
                          <a:pt x="138299" y="137455"/>
                          <a:pt x="137455" y="138299"/>
                          <a:pt x="136865" y="139227"/>
                        </a:cubicBezTo>
                        <a:lnTo>
                          <a:pt x="104051" y="192370"/>
                        </a:lnTo>
                        <a:cubicBezTo>
                          <a:pt x="101183" y="196925"/>
                          <a:pt x="94603" y="196925"/>
                          <a:pt x="91735" y="192370"/>
                        </a:cubicBezTo>
                        <a:lnTo>
                          <a:pt x="58921" y="139227"/>
                        </a:lnTo>
                        <a:cubicBezTo>
                          <a:pt x="58331" y="138299"/>
                          <a:pt x="57487" y="137455"/>
                          <a:pt x="56560" y="136865"/>
                        </a:cubicBezTo>
                        <a:lnTo>
                          <a:pt x="3416" y="104051"/>
                        </a:lnTo>
                        <a:cubicBezTo>
                          <a:pt x="-1139" y="101183"/>
                          <a:pt x="-1139" y="94603"/>
                          <a:pt x="3416" y="91735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66" name="AutoShape 166"/>
                  <p:cNvSpPr/>
                  <p:nvPr/>
                </p:nvSpPr>
                <p:spPr>
                  <a:xfrm>
                    <a:off x="2139828" y="2541298"/>
                    <a:ext cx="353528" cy="353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528" h="353528">
                        <a:moveTo>
                          <a:pt x="6200" y="165630"/>
                        </a:moveTo>
                        <a:lnTo>
                          <a:pt x="102111" y="106329"/>
                        </a:lnTo>
                        <a:cubicBezTo>
                          <a:pt x="103798" y="105232"/>
                          <a:pt x="105316" y="103798"/>
                          <a:pt x="106329" y="102111"/>
                        </a:cubicBezTo>
                        <a:lnTo>
                          <a:pt x="165630" y="6200"/>
                        </a:lnTo>
                        <a:cubicBezTo>
                          <a:pt x="170775" y="-2067"/>
                          <a:pt x="182753" y="-2067"/>
                          <a:pt x="187899" y="6200"/>
                        </a:cubicBezTo>
                        <a:lnTo>
                          <a:pt x="247200" y="102111"/>
                        </a:lnTo>
                        <a:cubicBezTo>
                          <a:pt x="248297" y="103798"/>
                          <a:pt x="249731" y="105316"/>
                          <a:pt x="251418" y="106329"/>
                        </a:cubicBezTo>
                        <a:lnTo>
                          <a:pt x="347329" y="165630"/>
                        </a:lnTo>
                        <a:cubicBezTo>
                          <a:pt x="355595" y="170775"/>
                          <a:pt x="355595" y="182753"/>
                          <a:pt x="347329" y="187899"/>
                        </a:cubicBezTo>
                        <a:lnTo>
                          <a:pt x="251418" y="247200"/>
                        </a:lnTo>
                        <a:cubicBezTo>
                          <a:pt x="249731" y="248297"/>
                          <a:pt x="248212" y="249731"/>
                          <a:pt x="247200" y="251418"/>
                        </a:cubicBezTo>
                        <a:lnTo>
                          <a:pt x="187899" y="347329"/>
                        </a:lnTo>
                        <a:cubicBezTo>
                          <a:pt x="182753" y="355596"/>
                          <a:pt x="170775" y="355596"/>
                          <a:pt x="165630" y="347329"/>
                        </a:cubicBezTo>
                        <a:lnTo>
                          <a:pt x="106329" y="251418"/>
                        </a:lnTo>
                        <a:cubicBezTo>
                          <a:pt x="105232" y="249731"/>
                          <a:pt x="103798" y="248212"/>
                          <a:pt x="102111" y="247200"/>
                        </a:cubicBezTo>
                        <a:lnTo>
                          <a:pt x="6200" y="187899"/>
                        </a:lnTo>
                        <a:cubicBezTo>
                          <a:pt x="-2067" y="182753"/>
                          <a:pt x="-2067" y="170775"/>
                          <a:pt x="6200" y="16563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167" name="Group 167"/>
                <p:cNvGrpSpPr/>
                <p:nvPr/>
              </p:nvGrpSpPr>
              <p:grpSpPr>
                <a:xfrm>
                  <a:off x="5622920" y="-21"/>
                  <a:ext cx="624031" cy="490393"/>
                  <a:chOff x="5622920" y="-21"/>
                  <a:chExt cx="624031" cy="490393"/>
                </a:xfrm>
                <a:solidFill>
                  <a:srgbClr val="FFFFFF">
                    <a:alpha val="100000"/>
                  </a:srgbClr>
                </a:solidFill>
              </p:grpSpPr>
              <p:sp>
                <p:nvSpPr>
                  <p:cNvPr id="168" name="AutoShape 168"/>
                  <p:cNvSpPr/>
                  <p:nvPr/>
                </p:nvSpPr>
                <p:spPr>
                  <a:xfrm>
                    <a:off x="5622920" y="-21"/>
                    <a:ext cx="212699" cy="2126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2699" h="212699">
                        <a:moveTo>
                          <a:pt x="208967" y="99643"/>
                        </a:moveTo>
                        <a:lnTo>
                          <a:pt x="151268" y="63962"/>
                        </a:lnTo>
                        <a:cubicBezTo>
                          <a:pt x="150256" y="63287"/>
                          <a:pt x="149328" y="62443"/>
                          <a:pt x="148738" y="61431"/>
                        </a:cubicBezTo>
                        <a:lnTo>
                          <a:pt x="113056" y="3733"/>
                        </a:lnTo>
                        <a:cubicBezTo>
                          <a:pt x="110019" y="-1244"/>
                          <a:pt x="102765" y="-1244"/>
                          <a:pt x="99644" y="3733"/>
                        </a:cubicBezTo>
                        <a:lnTo>
                          <a:pt x="63962" y="61431"/>
                        </a:lnTo>
                        <a:cubicBezTo>
                          <a:pt x="63287" y="62443"/>
                          <a:pt x="62443" y="63371"/>
                          <a:pt x="61431" y="63962"/>
                        </a:cubicBezTo>
                        <a:lnTo>
                          <a:pt x="3733" y="99643"/>
                        </a:lnTo>
                        <a:cubicBezTo>
                          <a:pt x="-1244" y="102680"/>
                          <a:pt x="-1244" y="109935"/>
                          <a:pt x="3733" y="113056"/>
                        </a:cubicBezTo>
                        <a:lnTo>
                          <a:pt x="61431" y="148738"/>
                        </a:lnTo>
                        <a:cubicBezTo>
                          <a:pt x="62443" y="149412"/>
                          <a:pt x="63371" y="150256"/>
                          <a:pt x="63962" y="151268"/>
                        </a:cubicBezTo>
                        <a:lnTo>
                          <a:pt x="99644" y="208967"/>
                        </a:lnTo>
                        <a:cubicBezTo>
                          <a:pt x="102680" y="213943"/>
                          <a:pt x="109935" y="213943"/>
                          <a:pt x="113056" y="208967"/>
                        </a:cubicBezTo>
                        <a:lnTo>
                          <a:pt x="148738" y="151268"/>
                        </a:lnTo>
                        <a:cubicBezTo>
                          <a:pt x="149413" y="150256"/>
                          <a:pt x="150256" y="149328"/>
                          <a:pt x="151268" y="148738"/>
                        </a:cubicBezTo>
                        <a:lnTo>
                          <a:pt x="208967" y="113056"/>
                        </a:lnTo>
                        <a:cubicBezTo>
                          <a:pt x="213944" y="110019"/>
                          <a:pt x="213944" y="102765"/>
                          <a:pt x="208967" y="99643"/>
                        </a:cubicBezTo>
                        <a:close/>
                      </a:path>
                    </a:pathLst>
                  </a:custGeom>
                  <a:solidFill>
                    <a:srgbClr val="FFD05C">
                      <a:alpha val="100000"/>
                      <a:lumMod val="60000"/>
                      <a:lumOff val="4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69" name="AutoShape 169"/>
                  <p:cNvSpPr/>
                  <p:nvPr/>
                </p:nvSpPr>
                <p:spPr>
                  <a:xfrm>
                    <a:off x="5862992" y="106349"/>
                    <a:ext cx="383959" cy="3840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959" h="384022">
                        <a:moveTo>
                          <a:pt x="377253" y="179949"/>
                        </a:moveTo>
                        <a:lnTo>
                          <a:pt x="273076" y="115586"/>
                        </a:lnTo>
                        <a:cubicBezTo>
                          <a:pt x="271220" y="114405"/>
                          <a:pt x="269617" y="112803"/>
                          <a:pt x="268437" y="110947"/>
                        </a:cubicBezTo>
                        <a:lnTo>
                          <a:pt x="204074" y="6769"/>
                        </a:lnTo>
                        <a:cubicBezTo>
                          <a:pt x="198507" y="-2256"/>
                          <a:pt x="185432" y="-2256"/>
                          <a:pt x="179949" y="6769"/>
                        </a:cubicBezTo>
                        <a:lnTo>
                          <a:pt x="115586" y="110947"/>
                        </a:lnTo>
                        <a:cubicBezTo>
                          <a:pt x="114406" y="112803"/>
                          <a:pt x="112803" y="114405"/>
                          <a:pt x="110947" y="115586"/>
                        </a:cubicBezTo>
                        <a:lnTo>
                          <a:pt x="6769" y="179949"/>
                        </a:lnTo>
                        <a:cubicBezTo>
                          <a:pt x="-2256" y="185516"/>
                          <a:pt x="-2256" y="198591"/>
                          <a:pt x="6769" y="204074"/>
                        </a:cubicBezTo>
                        <a:lnTo>
                          <a:pt x="110947" y="268436"/>
                        </a:lnTo>
                        <a:cubicBezTo>
                          <a:pt x="112803" y="269617"/>
                          <a:pt x="114406" y="271220"/>
                          <a:pt x="115586" y="273076"/>
                        </a:cubicBezTo>
                        <a:lnTo>
                          <a:pt x="179949" y="377253"/>
                        </a:lnTo>
                        <a:cubicBezTo>
                          <a:pt x="185516" y="386279"/>
                          <a:pt x="198591" y="386279"/>
                          <a:pt x="204074" y="377253"/>
                        </a:cubicBezTo>
                        <a:lnTo>
                          <a:pt x="268437" y="273076"/>
                        </a:lnTo>
                        <a:cubicBezTo>
                          <a:pt x="269617" y="271220"/>
                          <a:pt x="271136" y="269617"/>
                          <a:pt x="273076" y="268436"/>
                        </a:cubicBezTo>
                        <a:lnTo>
                          <a:pt x="377253" y="204074"/>
                        </a:lnTo>
                        <a:cubicBezTo>
                          <a:pt x="386195" y="198507"/>
                          <a:pt x="386195" y="185432"/>
                          <a:pt x="377253" y="179949"/>
                        </a:cubicBezTo>
                        <a:close/>
                      </a:path>
                    </a:pathLst>
                  </a:custGeom>
                  <a:solidFill>
                    <a:srgbClr val="FFD05C">
                      <a:alpha val="100000"/>
                      <a:lumMod val="60000"/>
                      <a:lumOff val="4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170" name="Group 170"/>
                <p:cNvGrpSpPr/>
                <p:nvPr/>
              </p:nvGrpSpPr>
              <p:grpSpPr>
                <a:xfrm>
                  <a:off x="8029357" y="5214484"/>
                  <a:ext cx="574536" cy="451463"/>
                  <a:chOff x="8029357" y="5214484"/>
                  <a:chExt cx="574536" cy="451463"/>
                </a:xfrm>
                <a:solidFill>
                  <a:srgbClr val="FFFFFF">
                    <a:alpha val="100000"/>
                  </a:srgbClr>
                </a:solidFill>
              </p:grpSpPr>
              <p:sp>
                <p:nvSpPr>
                  <p:cNvPr id="171" name="AutoShape 171"/>
                  <p:cNvSpPr/>
                  <p:nvPr/>
                </p:nvSpPr>
                <p:spPr>
                  <a:xfrm>
                    <a:off x="8029357" y="5214484"/>
                    <a:ext cx="195786" cy="1957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5786" h="195785">
                        <a:moveTo>
                          <a:pt x="192370" y="91735"/>
                        </a:moveTo>
                        <a:lnTo>
                          <a:pt x="139227" y="58921"/>
                        </a:lnTo>
                        <a:cubicBezTo>
                          <a:pt x="138299" y="58331"/>
                          <a:pt x="137455" y="57487"/>
                          <a:pt x="136865" y="56559"/>
                        </a:cubicBezTo>
                        <a:lnTo>
                          <a:pt x="104051" y="3416"/>
                        </a:lnTo>
                        <a:cubicBezTo>
                          <a:pt x="101183" y="-1139"/>
                          <a:pt x="94519" y="-1139"/>
                          <a:pt x="91735" y="3416"/>
                        </a:cubicBezTo>
                        <a:lnTo>
                          <a:pt x="58921" y="56559"/>
                        </a:lnTo>
                        <a:cubicBezTo>
                          <a:pt x="58331" y="57487"/>
                          <a:pt x="57488" y="58331"/>
                          <a:pt x="56560" y="58921"/>
                        </a:cubicBezTo>
                        <a:lnTo>
                          <a:pt x="3416" y="91735"/>
                        </a:lnTo>
                        <a:cubicBezTo>
                          <a:pt x="-1139" y="94603"/>
                          <a:pt x="-1139" y="101267"/>
                          <a:pt x="3416" y="104051"/>
                        </a:cubicBezTo>
                        <a:lnTo>
                          <a:pt x="56560" y="136865"/>
                        </a:lnTo>
                        <a:cubicBezTo>
                          <a:pt x="57488" y="137455"/>
                          <a:pt x="58331" y="138299"/>
                          <a:pt x="58921" y="139226"/>
                        </a:cubicBezTo>
                        <a:lnTo>
                          <a:pt x="91735" y="192369"/>
                        </a:lnTo>
                        <a:cubicBezTo>
                          <a:pt x="94603" y="196925"/>
                          <a:pt x="101183" y="196925"/>
                          <a:pt x="104051" y="192369"/>
                        </a:cubicBezTo>
                        <a:lnTo>
                          <a:pt x="136865" y="139226"/>
                        </a:lnTo>
                        <a:cubicBezTo>
                          <a:pt x="137455" y="138299"/>
                          <a:pt x="138299" y="137455"/>
                          <a:pt x="139227" y="136865"/>
                        </a:cubicBezTo>
                        <a:lnTo>
                          <a:pt x="192370" y="104051"/>
                        </a:lnTo>
                        <a:cubicBezTo>
                          <a:pt x="196925" y="101182"/>
                          <a:pt x="196925" y="94603"/>
                          <a:pt x="192370" y="91735"/>
                        </a:cubicBezTo>
                        <a:close/>
                      </a:path>
                    </a:pathLst>
                  </a:custGeom>
                  <a:solidFill>
                    <a:srgbClr val="FFD05C">
                      <a:alpha val="100000"/>
                      <a:lumMod val="60000"/>
                      <a:lumOff val="4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72" name="AutoShape 172"/>
                  <p:cNvSpPr/>
                  <p:nvPr/>
                </p:nvSpPr>
                <p:spPr>
                  <a:xfrm>
                    <a:off x="8250365" y="5312419"/>
                    <a:ext cx="353528" cy="353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3528" h="353528">
                        <a:moveTo>
                          <a:pt x="347329" y="165629"/>
                        </a:moveTo>
                        <a:lnTo>
                          <a:pt x="251418" y="106328"/>
                        </a:lnTo>
                        <a:cubicBezTo>
                          <a:pt x="249731" y="105232"/>
                          <a:pt x="248212" y="103798"/>
                          <a:pt x="247200" y="102111"/>
                        </a:cubicBezTo>
                        <a:lnTo>
                          <a:pt x="187899" y="6200"/>
                        </a:lnTo>
                        <a:cubicBezTo>
                          <a:pt x="182753" y="-2067"/>
                          <a:pt x="170775" y="-2067"/>
                          <a:pt x="165630" y="6200"/>
                        </a:cubicBezTo>
                        <a:lnTo>
                          <a:pt x="106328" y="102111"/>
                        </a:lnTo>
                        <a:cubicBezTo>
                          <a:pt x="105232" y="103798"/>
                          <a:pt x="103798" y="105316"/>
                          <a:pt x="102111" y="106328"/>
                        </a:cubicBezTo>
                        <a:lnTo>
                          <a:pt x="6200" y="165629"/>
                        </a:lnTo>
                        <a:cubicBezTo>
                          <a:pt x="-2067" y="170775"/>
                          <a:pt x="-2067" y="182753"/>
                          <a:pt x="6200" y="187899"/>
                        </a:cubicBezTo>
                        <a:lnTo>
                          <a:pt x="102111" y="247200"/>
                        </a:lnTo>
                        <a:cubicBezTo>
                          <a:pt x="103798" y="248297"/>
                          <a:pt x="105316" y="249731"/>
                          <a:pt x="106328" y="251418"/>
                        </a:cubicBezTo>
                        <a:lnTo>
                          <a:pt x="165630" y="347329"/>
                        </a:lnTo>
                        <a:cubicBezTo>
                          <a:pt x="170775" y="355595"/>
                          <a:pt x="182753" y="355595"/>
                          <a:pt x="187899" y="347329"/>
                        </a:cubicBezTo>
                        <a:lnTo>
                          <a:pt x="247200" y="251418"/>
                        </a:lnTo>
                        <a:cubicBezTo>
                          <a:pt x="248297" y="249731"/>
                          <a:pt x="249731" y="248212"/>
                          <a:pt x="251418" y="247200"/>
                        </a:cubicBezTo>
                        <a:lnTo>
                          <a:pt x="347329" y="187899"/>
                        </a:lnTo>
                        <a:cubicBezTo>
                          <a:pt x="355595" y="182753"/>
                          <a:pt x="355595" y="170775"/>
                          <a:pt x="347329" y="165629"/>
                        </a:cubicBezTo>
                        <a:close/>
                      </a:path>
                    </a:pathLst>
                  </a:custGeom>
                  <a:solidFill>
                    <a:srgbClr val="FFD05C">
                      <a:alpha val="100000"/>
                      <a:lumMod val="60000"/>
                      <a:lumOff val="4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173" name="Group 173"/>
                <p:cNvGrpSpPr/>
                <p:nvPr/>
              </p:nvGrpSpPr>
              <p:grpSpPr>
                <a:xfrm>
                  <a:off x="2762235" y="15436"/>
                  <a:ext cx="4845223" cy="6774742"/>
                  <a:chOff x="2762235" y="15436"/>
                  <a:chExt cx="4845223" cy="6774742"/>
                </a:xfrm>
              </p:grpSpPr>
              <p:sp>
                <p:nvSpPr>
                  <p:cNvPr id="174" name="AutoShape 174"/>
                  <p:cNvSpPr/>
                  <p:nvPr/>
                </p:nvSpPr>
                <p:spPr>
                  <a:xfrm>
                    <a:off x="5745508" y="6560397"/>
                    <a:ext cx="459730" cy="2297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730" h="229781">
                        <a:moveTo>
                          <a:pt x="459731" y="229781"/>
                        </a:moveTo>
                        <a:lnTo>
                          <a:pt x="370315" y="229781"/>
                        </a:lnTo>
                        <a:cubicBezTo>
                          <a:pt x="370315" y="152344"/>
                          <a:pt x="307302" y="89331"/>
                          <a:pt x="229865" y="89331"/>
                        </a:cubicBezTo>
                        <a:cubicBezTo>
                          <a:pt x="152428" y="89331"/>
                          <a:pt x="89415" y="152344"/>
                          <a:pt x="89415" y="229781"/>
                        </a:cubicBezTo>
                        <a:lnTo>
                          <a:pt x="0" y="229781"/>
                        </a:lnTo>
                        <a:cubicBezTo>
                          <a:pt x="0" y="103081"/>
                          <a:pt x="103081" y="0"/>
                          <a:pt x="229865" y="0"/>
                        </a:cubicBezTo>
                        <a:cubicBezTo>
                          <a:pt x="356650" y="0"/>
                          <a:pt x="459646" y="103081"/>
                          <a:pt x="459646" y="229781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75" name="AutoShape 175"/>
                  <p:cNvSpPr/>
                  <p:nvPr/>
                </p:nvSpPr>
                <p:spPr>
                  <a:xfrm>
                    <a:off x="7147728" y="15436"/>
                    <a:ext cx="459730" cy="2297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9730" h="229780">
                        <a:moveTo>
                          <a:pt x="459731" y="229781"/>
                        </a:moveTo>
                        <a:lnTo>
                          <a:pt x="370315" y="229781"/>
                        </a:lnTo>
                        <a:cubicBezTo>
                          <a:pt x="370315" y="152344"/>
                          <a:pt x="307302" y="89331"/>
                          <a:pt x="229865" y="89331"/>
                        </a:cubicBezTo>
                        <a:cubicBezTo>
                          <a:pt x="152428" y="89331"/>
                          <a:pt x="89416" y="152344"/>
                          <a:pt x="89416" y="229781"/>
                        </a:cubicBezTo>
                        <a:lnTo>
                          <a:pt x="0" y="229781"/>
                        </a:lnTo>
                        <a:cubicBezTo>
                          <a:pt x="0" y="103081"/>
                          <a:pt x="103081" y="0"/>
                          <a:pt x="229865" y="0"/>
                        </a:cubicBezTo>
                        <a:cubicBezTo>
                          <a:pt x="356650" y="0"/>
                          <a:pt x="459646" y="103081"/>
                          <a:pt x="459646" y="229781"/>
                        </a:cubicBezTo>
                        <a:close/>
                      </a:path>
                    </a:pathLst>
                  </a:custGeom>
                  <a:solidFill>
                    <a:srgbClr val="53AFA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76" name="AutoShape 176"/>
                  <p:cNvSpPr/>
                  <p:nvPr/>
                </p:nvSpPr>
                <p:spPr>
                  <a:xfrm>
                    <a:off x="2762235" y="168286"/>
                    <a:ext cx="229780" cy="459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9780" h="459730">
                        <a:moveTo>
                          <a:pt x="229781" y="0"/>
                        </a:moveTo>
                        <a:lnTo>
                          <a:pt x="229781" y="89415"/>
                        </a:lnTo>
                        <a:cubicBezTo>
                          <a:pt x="152344" y="89415"/>
                          <a:pt x="89331" y="152428"/>
                          <a:pt x="89331" y="229865"/>
                        </a:cubicBezTo>
                        <a:cubicBezTo>
                          <a:pt x="89331" y="307303"/>
                          <a:pt x="152344" y="370315"/>
                          <a:pt x="229781" y="370315"/>
                        </a:cubicBezTo>
                        <a:lnTo>
                          <a:pt x="229781" y="459731"/>
                        </a:lnTo>
                        <a:cubicBezTo>
                          <a:pt x="103081" y="459731"/>
                          <a:pt x="0" y="356650"/>
                          <a:pt x="0" y="229865"/>
                        </a:cubicBezTo>
                        <a:cubicBezTo>
                          <a:pt x="0" y="103081"/>
                          <a:pt x="103081" y="84"/>
                          <a:pt x="229781" y="84"/>
                        </a:cubicBezTo>
                        <a:close/>
                      </a:path>
                    </a:pathLst>
                  </a:custGeom>
                  <a:solidFill>
                    <a:srgbClr val="D84C4C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</p:grpSp>
        <p:sp>
          <p:nvSpPr>
            <p:cNvPr id="177" name="AutoShape 177"/>
            <p:cNvSpPr/>
            <p:nvPr/>
          </p:nvSpPr>
          <p:spPr>
            <a:xfrm>
              <a:off x="10031014" y="4574400"/>
              <a:ext cx="2160986" cy="2283601"/>
            </a:xfrm>
            <a:custGeom>
              <a:avLst/>
              <a:gdLst/>
              <a:ahLst/>
              <a:cxnLst/>
              <a:rect l="l" t="t" r="r" b="b"/>
              <a:pathLst>
                <a:path w="2160986" h="2283601">
                  <a:moveTo>
                    <a:pt x="1276214" y="1112"/>
                  </a:moveTo>
                  <a:cubicBezTo>
                    <a:pt x="1332381" y="11634"/>
                    <a:pt x="1387853" y="95244"/>
                    <a:pt x="1446221" y="183117"/>
                  </a:cubicBezTo>
                  <a:cubicBezTo>
                    <a:pt x="1495069" y="256758"/>
                    <a:pt x="1555892" y="348359"/>
                    <a:pt x="1594971" y="349095"/>
                  </a:cubicBezTo>
                  <a:cubicBezTo>
                    <a:pt x="1595181" y="349095"/>
                    <a:pt x="1595286" y="349095"/>
                    <a:pt x="1595495" y="349095"/>
                  </a:cubicBezTo>
                  <a:cubicBezTo>
                    <a:pt x="1633313" y="349095"/>
                    <a:pt x="1696552" y="261590"/>
                    <a:pt x="1747397" y="191207"/>
                  </a:cubicBezTo>
                  <a:cubicBezTo>
                    <a:pt x="1818830" y="92355"/>
                    <a:pt x="1886167" y="-1138"/>
                    <a:pt x="1951507" y="15249"/>
                  </a:cubicBezTo>
                  <a:cubicBezTo>
                    <a:pt x="2014326" y="31007"/>
                    <a:pt x="2028823" y="137317"/>
                    <a:pt x="2045736" y="260538"/>
                  </a:cubicBezTo>
                  <a:cubicBezTo>
                    <a:pt x="2057816" y="349200"/>
                    <a:pt x="2072943" y="459501"/>
                    <a:pt x="2108869" y="477676"/>
                  </a:cubicBezTo>
                  <a:cubicBezTo>
                    <a:pt x="2117851" y="482219"/>
                    <a:pt x="2130707" y="482311"/>
                    <a:pt x="2146167" y="479227"/>
                  </a:cubicBezTo>
                  <a:lnTo>
                    <a:pt x="2160986" y="474325"/>
                  </a:lnTo>
                  <a:lnTo>
                    <a:pt x="2160986" y="515475"/>
                  </a:lnTo>
                  <a:lnTo>
                    <a:pt x="2138493" y="521238"/>
                  </a:lnTo>
                  <a:cubicBezTo>
                    <a:pt x="2120288" y="522991"/>
                    <a:pt x="2104039" y="520981"/>
                    <a:pt x="2090277" y="514022"/>
                  </a:cubicBezTo>
                  <a:cubicBezTo>
                    <a:pt x="2035232" y="486184"/>
                    <a:pt x="2020629" y="379139"/>
                    <a:pt x="2005081" y="265896"/>
                  </a:cubicBezTo>
                  <a:cubicBezTo>
                    <a:pt x="1992791" y="175870"/>
                    <a:pt x="1977454" y="63677"/>
                    <a:pt x="1941422" y="54747"/>
                  </a:cubicBezTo>
                  <a:cubicBezTo>
                    <a:pt x="1903080" y="45084"/>
                    <a:pt x="1835007" y="139313"/>
                    <a:pt x="1780382" y="214948"/>
                  </a:cubicBezTo>
                  <a:cubicBezTo>
                    <a:pt x="1712626" y="308756"/>
                    <a:pt x="1654113" y="389854"/>
                    <a:pt x="1595286" y="389854"/>
                  </a:cubicBezTo>
                  <a:cubicBezTo>
                    <a:pt x="1594865" y="389854"/>
                    <a:pt x="1594445" y="389854"/>
                    <a:pt x="1594026" y="389854"/>
                  </a:cubicBezTo>
                  <a:cubicBezTo>
                    <a:pt x="1533622" y="388698"/>
                    <a:pt x="1474585" y="299722"/>
                    <a:pt x="1412080" y="205598"/>
                  </a:cubicBezTo>
                  <a:cubicBezTo>
                    <a:pt x="1361131" y="128912"/>
                    <a:pt x="1297892" y="33528"/>
                    <a:pt x="1260390" y="41197"/>
                  </a:cubicBezTo>
                  <a:cubicBezTo>
                    <a:pt x="1222572" y="49075"/>
                    <a:pt x="1202297" y="162318"/>
                    <a:pt x="1186120" y="253291"/>
                  </a:cubicBezTo>
                  <a:cubicBezTo>
                    <a:pt x="1166266" y="364222"/>
                    <a:pt x="1147567" y="468956"/>
                    <a:pt x="1092942" y="493853"/>
                  </a:cubicBezTo>
                  <a:cubicBezTo>
                    <a:pt x="1038630" y="518645"/>
                    <a:pt x="947553" y="464334"/>
                    <a:pt x="851118" y="406872"/>
                  </a:cubicBezTo>
                  <a:cubicBezTo>
                    <a:pt x="771387" y="359285"/>
                    <a:pt x="672220" y="300142"/>
                    <a:pt x="641125" y="323883"/>
                  </a:cubicBezTo>
                  <a:cubicBezTo>
                    <a:pt x="611082" y="346784"/>
                    <a:pt x="641755" y="456560"/>
                    <a:pt x="666337" y="544801"/>
                  </a:cubicBezTo>
                  <a:cubicBezTo>
                    <a:pt x="696802" y="654158"/>
                    <a:pt x="725585" y="757421"/>
                    <a:pt x="686717" y="804377"/>
                  </a:cubicBezTo>
                  <a:cubicBezTo>
                    <a:pt x="649320" y="849443"/>
                    <a:pt x="549733" y="840725"/>
                    <a:pt x="434389" y="830429"/>
                  </a:cubicBezTo>
                  <a:cubicBezTo>
                    <a:pt x="340790" y="822131"/>
                    <a:pt x="224396" y="811835"/>
                    <a:pt x="206117" y="847763"/>
                  </a:cubicBezTo>
                  <a:cubicBezTo>
                    <a:pt x="187944" y="883690"/>
                    <a:pt x="265050" y="971510"/>
                    <a:pt x="327029" y="1042103"/>
                  </a:cubicBezTo>
                  <a:cubicBezTo>
                    <a:pt x="403505" y="1129083"/>
                    <a:pt x="469475" y="1204193"/>
                    <a:pt x="455189" y="1261025"/>
                  </a:cubicBezTo>
                  <a:cubicBezTo>
                    <a:pt x="440377" y="1320168"/>
                    <a:pt x="340055" y="1357985"/>
                    <a:pt x="233851" y="1398115"/>
                  </a:cubicBezTo>
                  <a:cubicBezTo>
                    <a:pt x="148131" y="1430470"/>
                    <a:pt x="41506" y="1470703"/>
                    <a:pt x="40770" y="1508415"/>
                  </a:cubicBezTo>
                  <a:cubicBezTo>
                    <a:pt x="40035" y="1547389"/>
                    <a:pt x="146450" y="1592455"/>
                    <a:pt x="231855" y="1628592"/>
                  </a:cubicBezTo>
                  <a:cubicBezTo>
                    <a:pt x="335223" y="1672292"/>
                    <a:pt x="432814" y="1713682"/>
                    <a:pt x="444999" y="1772089"/>
                  </a:cubicBezTo>
                  <a:cubicBezTo>
                    <a:pt x="457185" y="1830916"/>
                    <a:pt x="383861" y="1907917"/>
                    <a:pt x="306124" y="1989540"/>
                  </a:cubicBezTo>
                  <a:cubicBezTo>
                    <a:pt x="242359" y="2056457"/>
                    <a:pt x="162942" y="2139759"/>
                    <a:pt x="179015" y="2174951"/>
                  </a:cubicBezTo>
                  <a:cubicBezTo>
                    <a:pt x="194878" y="2209722"/>
                    <a:pt x="309380" y="2204365"/>
                    <a:pt x="401298" y="2200058"/>
                  </a:cubicBezTo>
                  <a:cubicBezTo>
                    <a:pt x="514121" y="2194805"/>
                    <a:pt x="620851" y="2189763"/>
                    <a:pt x="657513" y="2237875"/>
                  </a:cubicBezTo>
                  <a:cubicBezTo>
                    <a:pt x="666495" y="2249641"/>
                    <a:pt x="671294" y="2264446"/>
                    <a:pt x="672881" y="2281770"/>
                  </a:cubicBezTo>
                  <a:lnTo>
                    <a:pt x="672760" y="2283601"/>
                  </a:lnTo>
                  <a:lnTo>
                    <a:pt x="629730" y="2283601"/>
                  </a:lnTo>
                  <a:lnTo>
                    <a:pt x="625158" y="2262667"/>
                  </a:lnTo>
                  <a:cubicBezTo>
                    <a:pt x="601521" y="2231677"/>
                    <a:pt x="491641" y="2236825"/>
                    <a:pt x="403399" y="2240923"/>
                  </a:cubicBezTo>
                  <a:cubicBezTo>
                    <a:pt x="283013" y="2246595"/>
                    <a:pt x="169350" y="2251847"/>
                    <a:pt x="142038" y="2191864"/>
                  </a:cubicBezTo>
                  <a:cubicBezTo>
                    <a:pt x="114514" y="2131566"/>
                    <a:pt x="193302" y="2048893"/>
                    <a:pt x="276710" y="1961387"/>
                  </a:cubicBezTo>
                  <a:cubicBezTo>
                    <a:pt x="337429" y="1897622"/>
                    <a:pt x="413064" y="1818310"/>
                    <a:pt x="405185" y="1780493"/>
                  </a:cubicBezTo>
                  <a:cubicBezTo>
                    <a:pt x="397411" y="1742991"/>
                    <a:pt x="296880" y="1700445"/>
                    <a:pt x="216097" y="1666304"/>
                  </a:cubicBezTo>
                  <a:cubicBezTo>
                    <a:pt x="104325" y="1619032"/>
                    <a:pt x="-1249" y="1574281"/>
                    <a:pt x="11" y="1507680"/>
                  </a:cubicBezTo>
                  <a:cubicBezTo>
                    <a:pt x="1271" y="1442234"/>
                    <a:pt x="102434" y="1404102"/>
                    <a:pt x="219459" y="1359982"/>
                  </a:cubicBezTo>
                  <a:cubicBezTo>
                    <a:pt x="302553" y="1328676"/>
                    <a:pt x="405921" y="1289599"/>
                    <a:pt x="415585" y="1251255"/>
                  </a:cubicBezTo>
                  <a:cubicBezTo>
                    <a:pt x="424619" y="1215224"/>
                    <a:pt x="353501" y="1134232"/>
                    <a:pt x="296354" y="1069205"/>
                  </a:cubicBezTo>
                  <a:cubicBezTo>
                    <a:pt x="215361" y="977078"/>
                    <a:pt x="138887" y="889992"/>
                    <a:pt x="169665" y="829380"/>
                  </a:cubicBezTo>
                  <a:cubicBezTo>
                    <a:pt x="200445" y="768766"/>
                    <a:pt x="315789" y="778956"/>
                    <a:pt x="437961" y="789776"/>
                  </a:cubicBezTo>
                  <a:cubicBezTo>
                    <a:pt x="524206" y="797444"/>
                    <a:pt x="631566" y="806899"/>
                    <a:pt x="655201" y="778325"/>
                  </a:cubicBezTo>
                  <a:cubicBezTo>
                    <a:pt x="680519" y="747861"/>
                    <a:pt x="650790" y="641447"/>
                    <a:pt x="626945" y="555831"/>
                  </a:cubicBezTo>
                  <a:cubicBezTo>
                    <a:pt x="593328" y="435341"/>
                    <a:pt x="564334" y="331131"/>
                    <a:pt x="616334" y="291423"/>
                  </a:cubicBezTo>
                  <a:cubicBezTo>
                    <a:pt x="669279" y="250979"/>
                    <a:pt x="767814" y="309702"/>
                    <a:pt x="872024" y="371891"/>
                  </a:cubicBezTo>
                  <a:cubicBezTo>
                    <a:pt x="947344" y="416851"/>
                    <a:pt x="1041047" y="472633"/>
                    <a:pt x="1075924" y="456770"/>
                  </a:cubicBezTo>
                  <a:cubicBezTo>
                    <a:pt x="1111115" y="440698"/>
                    <a:pt x="1130339" y="332917"/>
                    <a:pt x="1145886" y="246252"/>
                  </a:cubicBezTo>
                  <a:cubicBezTo>
                    <a:pt x="1167106" y="127232"/>
                    <a:pt x="1187276" y="14830"/>
                    <a:pt x="1252090" y="1278"/>
                  </a:cubicBezTo>
                  <a:cubicBezTo>
                    <a:pt x="1260153" y="-403"/>
                    <a:pt x="1268191" y="-392"/>
                    <a:pt x="1276214" y="11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60000"/>
                <a:lumOff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78" name="AutoShape 178"/>
            <p:cNvSpPr/>
            <p:nvPr/>
          </p:nvSpPr>
          <p:spPr>
            <a:xfrm>
              <a:off x="0" y="1"/>
              <a:ext cx="2441090" cy="1607437"/>
            </a:xfrm>
            <a:custGeom>
              <a:avLst/>
              <a:gdLst/>
              <a:ahLst/>
              <a:cxnLst/>
              <a:rect l="l" t="t" r="r" b="b"/>
              <a:pathLst>
                <a:path w="2441090" h="1607437">
                  <a:moveTo>
                    <a:pt x="2258033" y="0"/>
                  </a:moveTo>
                  <a:lnTo>
                    <a:pt x="2350459" y="0"/>
                  </a:lnTo>
                  <a:lnTo>
                    <a:pt x="2375423" y="13215"/>
                  </a:lnTo>
                  <a:cubicBezTo>
                    <a:pt x="2415631" y="38636"/>
                    <a:pt x="2441709" y="66474"/>
                    <a:pt x="2441079" y="99774"/>
                  </a:cubicBezTo>
                  <a:cubicBezTo>
                    <a:pt x="2439819" y="165220"/>
                    <a:pt x="2338657" y="203352"/>
                    <a:pt x="2221632" y="247473"/>
                  </a:cubicBezTo>
                  <a:cubicBezTo>
                    <a:pt x="2138539" y="278778"/>
                    <a:pt x="2035170" y="317857"/>
                    <a:pt x="2025506" y="356199"/>
                  </a:cubicBezTo>
                  <a:cubicBezTo>
                    <a:pt x="2016471" y="392231"/>
                    <a:pt x="2087590" y="473224"/>
                    <a:pt x="2144737" y="538249"/>
                  </a:cubicBezTo>
                  <a:cubicBezTo>
                    <a:pt x="2225729" y="630376"/>
                    <a:pt x="2302205" y="717462"/>
                    <a:pt x="2271425" y="778075"/>
                  </a:cubicBezTo>
                  <a:cubicBezTo>
                    <a:pt x="2240752" y="838689"/>
                    <a:pt x="2125302" y="828500"/>
                    <a:pt x="2003130" y="817679"/>
                  </a:cubicBezTo>
                  <a:cubicBezTo>
                    <a:pt x="1916884" y="810010"/>
                    <a:pt x="1809524" y="800556"/>
                    <a:pt x="1785783" y="829130"/>
                  </a:cubicBezTo>
                  <a:cubicBezTo>
                    <a:pt x="1760467" y="859593"/>
                    <a:pt x="1790195" y="966008"/>
                    <a:pt x="1814043" y="1051623"/>
                  </a:cubicBezTo>
                  <a:cubicBezTo>
                    <a:pt x="1847658" y="1172114"/>
                    <a:pt x="1876650" y="1276323"/>
                    <a:pt x="1824651" y="1316032"/>
                  </a:cubicBezTo>
                  <a:cubicBezTo>
                    <a:pt x="1771707" y="1356475"/>
                    <a:pt x="1673171" y="1297753"/>
                    <a:pt x="1568962" y="1235564"/>
                  </a:cubicBezTo>
                  <a:cubicBezTo>
                    <a:pt x="1493642" y="1190604"/>
                    <a:pt x="1399938" y="1134823"/>
                    <a:pt x="1365062" y="1150685"/>
                  </a:cubicBezTo>
                  <a:cubicBezTo>
                    <a:pt x="1329871" y="1166757"/>
                    <a:pt x="1310647" y="1274538"/>
                    <a:pt x="1295099" y="1361203"/>
                  </a:cubicBezTo>
                  <a:cubicBezTo>
                    <a:pt x="1273880" y="1480223"/>
                    <a:pt x="1253711" y="1592625"/>
                    <a:pt x="1188895" y="1606177"/>
                  </a:cubicBezTo>
                  <a:cubicBezTo>
                    <a:pt x="1184797" y="1607017"/>
                    <a:pt x="1180702" y="1607437"/>
                    <a:pt x="1176604" y="1607437"/>
                  </a:cubicBezTo>
                  <a:lnTo>
                    <a:pt x="1176500" y="1607437"/>
                  </a:lnTo>
                  <a:cubicBezTo>
                    <a:pt x="1116305" y="1607437"/>
                    <a:pt x="1057164" y="1518356"/>
                    <a:pt x="994764" y="1424337"/>
                  </a:cubicBezTo>
                  <a:cubicBezTo>
                    <a:pt x="945917" y="1350698"/>
                    <a:pt x="885093" y="1259096"/>
                    <a:pt x="846015" y="1258360"/>
                  </a:cubicBezTo>
                  <a:cubicBezTo>
                    <a:pt x="845805" y="1258360"/>
                    <a:pt x="845700" y="1258360"/>
                    <a:pt x="845595" y="1258360"/>
                  </a:cubicBezTo>
                  <a:cubicBezTo>
                    <a:pt x="807777" y="1258360"/>
                    <a:pt x="744538" y="1345865"/>
                    <a:pt x="693693" y="1416249"/>
                  </a:cubicBezTo>
                  <a:cubicBezTo>
                    <a:pt x="622261" y="1515100"/>
                    <a:pt x="554819" y="1608593"/>
                    <a:pt x="489584" y="1592205"/>
                  </a:cubicBezTo>
                  <a:cubicBezTo>
                    <a:pt x="426764" y="1576448"/>
                    <a:pt x="412268" y="1470138"/>
                    <a:pt x="395354" y="1346916"/>
                  </a:cubicBezTo>
                  <a:cubicBezTo>
                    <a:pt x="383275" y="1258255"/>
                    <a:pt x="368148" y="1147954"/>
                    <a:pt x="332221" y="1129780"/>
                  </a:cubicBezTo>
                  <a:cubicBezTo>
                    <a:pt x="296293" y="1111606"/>
                    <a:pt x="198388" y="1164656"/>
                    <a:pt x="119707" y="1207306"/>
                  </a:cubicBezTo>
                  <a:cubicBezTo>
                    <a:pt x="92367" y="1222118"/>
                    <a:pt x="65967" y="1236424"/>
                    <a:pt x="40967" y="1248907"/>
                  </a:cubicBezTo>
                  <a:lnTo>
                    <a:pt x="0" y="1266764"/>
                  </a:lnTo>
                  <a:lnTo>
                    <a:pt x="0" y="1222443"/>
                  </a:lnTo>
                  <a:lnTo>
                    <a:pt x="37915" y="1204557"/>
                  </a:lnTo>
                  <a:cubicBezTo>
                    <a:pt x="58915" y="1193787"/>
                    <a:pt x="80102" y="1182304"/>
                    <a:pt x="100061" y="1171484"/>
                  </a:cubicBezTo>
                  <a:cubicBezTo>
                    <a:pt x="200489" y="1116963"/>
                    <a:pt x="295454" y="1065595"/>
                    <a:pt x="350499" y="1093433"/>
                  </a:cubicBezTo>
                  <a:cubicBezTo>
                    <a:pt x="405545" y="1121376"/>
                    <a:pt x="420146" y="1228316"/>
                    <a:pt x="435693" y="1341559"/>
                  </a:cubicBezTo>
                  <a:cubicBezTo>
                    <a:pt x="447985" y="1431585"/>
                    <a:pt x="463322" y="1543778"/>
                    <a:pt x="499353" y="1552707"/>
                  </a:cubicBezTo>
                  <a:cubicBezTo>
                    <a:pt x="537800" y="1562371"/>
                    <a:pt x="605768" y="1468143"/>
                    <a:pt x="660393" y="1392508"/>
                  </a:cubicBezTo>
                  <a:cubicBezTo>
                    <a:pt x="728151" y="1298698"/>
                    <a:pt x="786662" y="1217601"/>
                    <a:pt x="845489" y="1217601"/>
                  </a:cubicBezTo>
                  <a:lnTo>
                    <a:pt x="845595" y="1217497"/>
                  </a:lnTo>
                  <a:cubicBezTo>
                    <a:pt x="845595" y="1217497"/>
                    <a:pt x="846435" y="1217497"/>
                    <a:pt x="846856" y="1217497"/>
                  </a:cubicBezTo>
                  <a:cubicBezTo>
                    <a:pt x="907259" y="1218651"/>
                    <a:pt x="966297" y="1307627"/>
                    <a:pt x="1028801" y="1401752"/>
                  </a:cubicBezTo>
                  <a:cubicBezTo>
                    <a:pt x="1079749" y="1478437"/>
                    <a:pt x="1142989" y="1573822"/>
                    <a:pt x="1180491" y="1566153"/>
                  </a:cubicBezTo>
                  <a:cubicBezTo>
                    <a:pt x="1218308" y="1558275"/>
                    <a:pt x="1238583" y="1445032"/>
                    <a:pt x="1254760" y="1354060"/>
                  </a:cubicBezTo>
                  <a:cubicBezTo>
                    <a:pt x="1274615" y="1243128"/>
                    <a:pt x="1293314" y="1138394"/>
                    <a:pt x="1347940" y="1113498"/>
                  </a:cubicBezTo>
                  <a:cubicBezTo>
                    <a:pt x="1402250" y="1088706"/>
                    <a:pt x="1493327" y="1143016"/>
                    <a:pt x="1589762" y="1200478"/>
                  </a:cubicBezTo>
                  <a:cubicBezTo>
                    <a:pt x="1669494" y="1248066"/>
                    <a:pt x="1768766" y="1307208"/>
                    <a:pt x="1799755" y="1283467"/>
                  </a:cubicBezTo>
                  <a:cubicBezTo>
                    <a:pt x="1829800" y="1260566"/>
                    <a:pt x="1799124" y="1150790"/>
                    <a:pt x="1774543" y="1062549"/>
                  </a:cubicBezTo>
                  <a:cubicBezTo>
                    <a:pt x="1744079" y="953192"/>
                    <a:pt x="1715295" y="849930"/>
                    <a:pt x="1754164" y="802973"/>
                  </a:cubicBezTo>
                  <a:cubicBezTo>
                    <a:pt x="1791562" y="757906"/>
                    <a:pt x="1891253" y="766626"/>
                    <a:pt x="2006492" y="776921"/>
                  </a:cubicBezTo>
                  <a:cubicBezTo>
                    <a:pt x="2100090" y="785220"/>
                    <a:pt x="2216485" y="795514"/>
                    <a:pt x="2234763" y="759587"/>
                  </a:cubicBezTo>
                  <a:cubicBezTo>
                    <a:pt x="2252936" y="723660"/>
                    <a:pt x="2175831" y="635840"/>
                    <a:pt x="2113747" y="565247"/>
                  </a:cubicBezTo>
                  <a:cubicBezTo>
                    <a:pt x="2037375" y="478267"/>
                    <a:pt x="1971300" y="403156"/>
                    <a:pt x="1985587" y="346325"/>
                  </a:cubicBezTo>
                  <a:cubicBezTo>
                    <a:pt x="2000399" y="287182"/>
                    <a:pt x="2100720" y="249365"/>
                    <a:pt x="2206925" y="209235"/>
                  </a:cubicBezTo>
                  <a:cubicBezTo>
                    <a:pt x="2292646" y="176880"/>
                    <a:pt x="2399270" y="136647"/>
                    <a:pt x="2400005" y="98934"/>
                  </a:cubicBezTo>
                  <a:cubicBezTo>
                    <a:pt x="2400557" y="69704"/>
                    <a:pt x="2340836" y="37047"/>
                    <a:pt x="2274911" y="7300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60000"/>
                <a:lumOff val="4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D05C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9038122" y="4651441"/>
              <a:ext cx="3153878" cy="2202930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rot="10800000">
              <a:off x="0" y="2218"/>
              <a:ext cx="3558454" cy="2459955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5226715"/>
              <a:ext cx="1245392" cy="1631285"/>
            </a:xfrm>
            <a:custGeom>
              <a:avLst/>
              <a:gdLst/>
              <a:ahLst/>
              <a:cxnLst/>
              <a:rect l="l" t="t" r="r" b="b"/>
              <a:pathLst>
                <a:path w="1166907" h="1528481">
                  <a:moveTo>
                    <a:pt x="1039463" y="982413"/>
                  </a:moveTo>
                  <a:cubicBezTo>
                    <a:pt x="1104995" y="956124"/>
                    <a:pt x="1166908" y="931359"/>
                    <a:pt x="1166908" y="893926"/>
                  </a:cubicBezTo>
                  <a:cubicBezTo>
                    <a:pt x="1166908" y="856493"/>
                    <a:pt x="1104995" y="831727"/>
                    <a:pt x="1039463" y="805439"/>
                  </a:cubicBezTo>
                  <a:cubicBezTo>
                    <a:pt x="989171" y="785341"/>
                    <a:pt x="932212" y="762481"/>
                    <a:pt x="926973" y="739525"/>
                  </a:cubicBezTo>
                  <a:cubicBezTo>
                    <a:pt x="921449" y="715141"/>
                    <a:pt x="963930" y="668755"/>
                    <a:pt x="1001459" y="627702"/>
                  </a:cubicBezTo>
                  <a:cubicBezTo>
                    <a:pt x="1047940" y="576839"/>
                    <a:pt x="1091946" y="528737"/>
                    <a:pt x="1076325" y="496352"/>
                  </a:cubicBezTo>
                  <a:cubicBezTo>
                    <a:pt x="1060418" y="463300"/>
                    <a:pt x="994601" y="467873"/>
                    <a:pt x="924878" y="472635"/>
                  </a:cubicBezTo>
                  <a:cubicBezTo>
                    <a:pt x="870204" y="476445"/>
                    <a:pt x="808196" y="480636"/>
                    <a:pt x="793052" y="461777"/>
                  </a:cubicBezTo>
                  <a:cubicBezTo>
                    <a:pt x="777812" y="442631"/>
                    <a:pt x="795719" y="382814"/>
                    <a:pt x="811625" y="330141"/>
                  </a:cubicBezTo>
                  <a:cubicBezTo>
                    <a:pt x="831723" y="263466"/>
                    <a:pt x="850583" y="200601"/>
                    <a:pt x="822103" y="177836"/>
                  </a:cubicBezTo>
                  <a:cubicBezTo>
                    <a:pt x="793813" y="155262"/>
                    <a:pt x="736854" y="187456"/>
                    <a:pt x="676561" y="221747"/>
                  </a:cubicBezTo>
                  <a:cubicBezTo>
                    <a:pt x="628460" y="248988"/>
                    <a:pt x="573977" y="279849"/>
                    <a:pt x="551783" y="269181"/>
                  </a:cubicBezTo>
                  <a:cubicBezTo>
                    <a:pt x="530162" y="258704"/>
                    <a:pt x="520541" y="197648"/>
                    <a:pt x="512064" y="143737"/>
                  </a:cubicBezTo>
                  <a:cubicBezTo>
                    <a:pt x="501110" y="74395"/>
                    <a:pt x="490823" y="8958"/>
                    <a:pt x="454724" y="766"/>
                  </a:cubicBezTo>
                  <a:cubicBezTo>
                    <a:pt x="420053" y="-7044"/>
                    <a:pt x="383286" y="46106"/>
                    <a:pt x="344234" y="102494"/>
                  </a:cubicBezTo>
                  <a:cubicBezTo>
                    <a:pt x="312420" y="148499"/>
                    <a:pt x="276320" y="200696"/>
                    <a:pt x="250984" y="200696"/>
                  </a:cubicBezTo>
                  <a:cubicBezTo>
                    <a:pt x="225647" y="200696"/>
                    <a:pt x="189452" y="148499"/>
                    <a:pt x="157639" y="102494"/>
                  </a:cubicBezTo>
                  <a:cubicBezTo>
                    <a:pt x="118682" y="46106"/>
                    <a:pt x="81820" y="-7044"/>
                    <a:pt x="47149" y="766"/>
                  </a:cubicBezTo>
                  <a:cubicBezTo>
                    <a:pt x="21717" y="6577"/>
                    <a:pt x="9049" y="40772"/>
                    <a:pt x="0" y="84777"/>
                  </a:cubicBezTo>
                  <a:lnTo>
                    <a:pt x="0" y="186695"/>
                  </a:lnTo>
                  <a:cubicBezTo>
                    <a:pt x="2381" y="173740"/>
                    <a:pt x="4477" y="160120"/>
                    <a:pt x="6668" y="146404"/>
                  </a:cubicBezTo>
                  <a:cubicBezTo>
                    <a:pt x="15716" y="88587"/>
                    <a:pt x="26099" y="22960"/>
                    <a:pt x="50959" y="17340"/>
                  </a:cubicBezTo>
                  <a:cubicBezTo>
                    <a:pt x="74295" y="11911"/>
                    <a:pt x="111252" y="65156"/>
                    <a:pt x="143732" y="112114"/>
                  </a:cubicBezTo>
                  <a:cubicBezTo>
                    <a:pt x="181166" y="166406"/>
                    <a:pt x="216694" y="217651"/>
                    <a:pt x="250984" y="217651"/>
                  </a:cubicBezTo>
                  <a:cubicBezTo>
                    <a:pt x="285274" y="217651"/>
                    <a:pt x="320707" y="166406"/>
                    <a:pt x="358235" y="112114"/>
                  </a:cubicBezTo>
                  <a:cubicBezTo>
                    <a:pt x="390716" y="65156"/>
                    <a:pt x="427577" y="12006"/>
                    <a:pt x="450914" y="17340"/>
                  </a:cubicBezTo>
                  <a:cubicBezTo>
                    <a:pt x="475869" y="22960"/>
                    <a:pt x="486156" y="88587"/>
                    <a:pt x="495300" y="146404"/>
                  </a:cubicBezTo>
                  <a:cubicBezTo>
                    <a:pt x="505301" y="210031"/>
                    <a:pt x="514826" y="270134"/>
                    <a:pt x="544354" y="284421"/>
                  </a:cubicBezTo>
                  <a:cubicBezTo>
                    <a:pt x="574643" y="298994"/>
                    <a:pt x="628174" y="268610"/>
                    <a:pt x="684943" y="236510"/>
                  </a:cubicBezTo>
                  <a:cubicBezTo>
                    <a:pt x="735235" y="207935"/>
                    <a:pt x="792194" y="175646"/>
                    <a:pt x="811530" y="191076"/>
                  </a:cubicBezTo>
                  <a:cubicBezTo>
                    <a:pt x="831056" y="206697"/>
                    <a:pt x="812102" y="269657"/>
                    <a:pt x="795338" y="325188"/>
                  </a:cubicBezTo>
                  <a:cubicBezTo>
                    <a:pt x="776669" y="387481"/>
                    <a:pt x="758952" y="446251"/>
                    <a:pt x="779717" y="472349"/>
                  </a:cubicBezTo>
                  <a:cubicBezTo>
                    <a:pt x="800386" y="498258"/>
                    <a:pt x="861441" y="494067"/>
                    <a:pt x="926116" y="489589"/>
                  </a:cubicBezTo>
                  <a:cubicBezTo>
                    <a:pt x="984218" y="485589"/>
                    <a:pt x="1050131" y="481112"/>
                    <a:pt x="1061085" y="503782"/>
                  </a:cubicBezTo>
                  <a:cubicBezTo>
                    <a:pt x="1071658" y="525784"/>
                    <a:pt x="1027652" y="573886"/>
                    <a:pt x="988886" y="616272"/>
                  </a:cubicBezTo>
                  <a:cubicBezTo>
                    <a:pt x="944690" y="664659"/>
                    <a:pt x="902875" y="710284"/>
                    <a:pt x="910400" y="743336"/>
                  </a:cubicBezTo>
                  <a:cubicBezTo>
                    <a:pt x="917638" y="774959"/>
                    <a:pt x="973741" y="797438"/>
                    <a:pt x="1033177" y="821250"/>
                  </a:cubicBezTo>
                  <a:cubicBezTo>
                    <a:pt x="1087946" y="843157"/>
                    <a:pt x="1149953" y="868018"/>
                    <a:pt x="1149953" y="893926"/>
                  </a:cubicBezTo>
                  <a:cubicBezTo>
                    <a:pt x="1149953" y="919834"/>
                    <a:pt x="1087946" y="944694"/>
                    <a:pt x="1033177" y="966602"/>
                  </a:cubicBezTo>
                  <a:cubicBezTo>
                    <a:pt x="973741" y="990414"/>
                    <a:pt x="917638" y="1012893"/>
                    <a:pt x="910400" y="1044611"/>
                  </a:cubicBezTo>
                  <a:cubicBezTo>
                    <a:pt x="902875" y="1077568"/>
                    <a:pt x="944690" y="1123288"/>
                    <a:pt x="988886" y="1171580"/>
                  </a:cubicBezTo>
                  <a:cubicBezTo>
                    <a:pt x="1027652" y="1214061"/>
                    <a:pt x="1071658" y="1262067"/>
                    <a:pt x="1061085" y="1284165"/>
                  </a:cubicBezTo>
                  <a:cubicBezTo>
                    <a:pt x="1050131" y="1306834"/>
                    <a:pt x="984218" y="1302263"/>
                    <a:pt x="926116" y="1298262"/>
                  </a:cubicBezTo>
                  <a:cubicBezTo>
                    <a:pt x="861441" y="1293881"/>
                    <a:pt x="800386" y="1289594"/>
                    <a:pt x="779717" y="1315503"/>
                  </a:cubicBezTo>
                  <a:cubicBezTo>
                    <a:pt x="758952" y="1341601"/>
                    <a:pt x="776669" y="1400370"/>
                    <a:pt x="795338" y="1462664"/>
                  </a:cubicBezTo>
                  <a:cubicBezTo>
                    <a:pt x="801910" y="1484571"/>
                    <a:pt x="808863" y="1507622"/>
                    <a:pt x="813626" y="1528481"/>
                  </a:cubicBezTo>
                  <a:lnTo>
                    <a:pt x="831056" y="1528481"/>
                  </a:lnTo>
                  <a:cubicBezTo>
                    <a:pt x="826294" y="1506669"/>
                    <a:pt x="819055" y="1482380"/>
                    <a:pt x="811625" y="1457711"/>
                  </a:cubicBezTo>
                  <a:cubicBezTo>
                    <a:pt x="795719" y="1405037"/>
                    <a:pt x="777812" y="1345220"/>
                    <a:pt x="793052" y="1326170"/>
                  </a:cubicBezTo>
                  <a:cubicBezTo>
                    <a:pt x="808196" y="1307216"/>
                    <a:pt x="870204" y="1311502"/>
                    <a:pt x="924878" y="1315216"/>
                  </a:cubicBezTo>
                  <a:cubicBezTo>
                    <a:pt x="994601" y="1319979"/>
                    <a:pt x="1060418" y="1324551"/>
                    <a:pt x="1076325" y="1291499"/>
                  </a:cubicBezTo>
                  <a:cubicBezTo>
                    <a:pt x="1091946" y="1259114"/>
                    <a:pt x="1047940" y="1211013"/>
                    <a:pt x="1001459" y="1160150"/>
                  </a:cubicBezTo>
                  <a:cubicBezTo>
                    <a:pt x="963930" y="1119097"/>
                    <a:pt x="921449" y="1072710"/>
                    <a:pt x="926973" y="1048326"/>
                  </a:cubicBezTo>
                  <a:cubicBezTo>
                    <a:pt x="932212" y="1025371"/>
                    <a:pt x="989171" y="1002511"/>
                    <a:pt x="1039463" y="982413"/>
                  </a:cubicBezTo>
                  <a:close/>
                  <a:moveTo>
                    <a:pt x="544354" y="1503431"/>
                  </a:moveTo>
                  <a:cubicBezTo>
                    <a:pt x="535210" y="1507812"/>
                    <a:pt x="528066" y="1516575"/>
                    <a:pt x="522256" y="1528481"/>
                  </a:cubicBezTo>
                  <a:lnTo>
                    <a:pt x="541592" y="1528481"/>
                  </a:lnTo>
                  <a:cubicBezTo>
                    <a:pt x="544640" y="1523910"/>
                    <a:pt x="548069" y="1520575"/>
                    <a:pt x="551783" y="1518766"/>
                  </a:cubicBezTo>
                  <a:cubicBezTo>
                    <a:pt x="563023" y="1513336"/>
                    <a:pt x="582454" y="1518480"/>
                    <a:pt x="605123" y="1528481"/>
                  </a:cubicBezTo>
                  <a:lnTo>
                    <a:pt x="643604" y="1528481"/>
                  </a:lnTo>
                  <a:cubicBezTo>
                    <a:pt x="603028" y="1506955"/>
                    <a:pt x="567119" y="1492477"/>
                    <a:pt x="544354" y="1503431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412270" y="0"/>
              <a:ext cx="1955156" cy="1008657"/>
            </a:xfrm>
            <a:custGeom>
              <a:avLst/>
              <a:gdLst/>
              <a:ahLst/>
              <a:cxnLst/>
              <a:rect l="l" t="t" r="r" b="b"/>
              <a:pathLst>
                <a:path w="1831942" h="945091">
                  <a:moveTo>
                    <a:pt x="1704498" y="139637"/>
                  </a:moveTo>
                  <a:cubicBezTo>
                    <a:pt x="1770030" y="113348"/>
                    <a:pt x="1831943" y="88583"/>
                    <a:pt x="1831943" y="51149"/>
                  </a:cubicBezTo>
                  <a:cubicBezTo>
                    <a:pt x="1831943" y="31242"/>
                    <a:pt x="1814322" y="14859"/>
                    <a:pt x="1788033" y="0"/>
                  </a:cubicBezTo>
                  <a:lnTo>
                    <a:pt x="1749837" y="0"/>
                  </a:lnTo>
                  <a:cubicBezTo>
                    <a:pt x="1785842" y="16097"/>
                    <a:pt x="1814989" y="33433"/>
                    <a:pt x="1814989" y="51149"/>
                  </a:cubicBezTo>
                  <a:cubicBezTo>
                    <a:pt x="1814989" y="77057"/>
                    <a:pt x="1752886" y="101918"/>
                    <a:pt x="1698212" y="123825"/>
                  </a:cubicBezTo>
                  <a:cubicBezTo>
                    <a:pt x="1638776" y="147638"/>
                    <a:pt x="1582578" y="170117"/>
                    <a:pt x="1575435" y="201740"/>
                  </a:cubicBezTo>
                  <a:cubicBezTo>
                    <a:pt x="1567910" y="234791"/>
                    <a:pt x="1609630" y="280416"/>
                    <a:pt x="1653921" y="328803"/>
                  </a:cubicBezTo>
                  <a:cubicBezTo>
                    <a:pt x="1692687" y="371189"/>
                    <a:pt x="1736693" y="419291"/>
                    <a:pt x="1726025" y="441293"/>
                  </a:cubicBezTo>
                  <a:cubicBezTo>
                    <a:pt x="1715072" y="463963"/>
                    <a:pt x="1649253" y="459486"/>
                    <a:pt x="1591056" y="455486"/>
                  </a:cubicBezTo>
                  <a:cubicBezTo>
                    <a:pt x="1526477" y="451009"/>
                    <a:pt x="1465421" y="446818"/>
                    <a:pt x="1444752" y="472726"/>
                  </a:cubicBezTo>
                  <a:cubicBezTo>
                    <a:pt x="1423988" y="498824"/>
                    <a:pt x="1441609" y="557594"/>
                    <a:pt x="1460373" y="619887"/>
                  </a:cubicBezTo>
                  <a:cubicBezTo>
                    <a:pt x="1477042" y="675418"/>
                    <a:pt x="1495997" y="738378"/>
                    <a:pt x="1476565" y="753999"/>
                  </a:cubicBezTo>
                  <a:cubicBezTo>
                    <a:pt x="1458849" y="768001"/>
                    <a:pt x="1410176" y="742569"/>
                    <a:pt x="1363694" y="716375"/>
                  </a:cubicBezTo>
                  <a:cubicBezTo>
                    <a:pt x="1359122" y="713708"/>
                    <a:pt x="1354550" y="711137"/>
                    <a:pt x="1349978" y="708565"/>
                  </a:cubicBezTo>
                  <a:cubicBezTo>
                    <a:pt x="1293209" y="676465"/>
                    <a:pt x="1239583" y="646081"/>
                    <a:pt x="1209389" y="660654"/>
                  </a:cubicBezTo>
                  <a:cubicBezTo>
                    <a:pt x="1199959" y="665226"/>
                    <a:pt x="1192530" y="674465"/>
                    <a:pt x="1186529" y="687038"/>
                  </a:cubicBezTo>
                  <a:cubicBezTo>
                    <a:pt x="1184434" y="691325"/>
                    <a:pt x="1182528" y="696087"/>
                    <a:pt x="1180719" y="701135"/>
                  </a:cubicBezTo>
                  <a:cubicBezTo>
                    <a:pt x="1177957" y="709041"/>
                    <a:pt x="1175480" y="717804"/>
                    <a:pt x="1173289" y="727138"/>
                  </a:cubicBezTo>
                  <a:cubicBezTo>
                    <a:pt x="1172147" y="731711"/>
                    <a:pt x="1171098" y="736378"/>
                    <a:pt x="1170146" y="741236"/>
                  </a:cubicBezTo>
                  <a:cubicBezTo>
                    <a:pt x="1166527" y="758952"/>
                    <a:pt x="1163478" y="778288"/>
                    <a:pt x="1160336" y="798005"/>
                  </a:cubicBezTo>
                  <a:cubicBezTo>
                    <a:pt x="1160336" y="798195"/>
                    <a:pt x="1160240" y="798481"/>
                    <a:pt x="1160240" y="798671"/>
                  </a:cubicBezTo>
                  <a:cubicBezTo>
                    <a:pt x="1159573" y="803243"/>
                    <a:pt x="1158811" y="807911"/>
                    <a:pt x="1158049" y="812578"/>
                  </a:cubicBezTo>
                  <a:cubicBezTo>
                    <a:pt x="1155478" y="828675"/>
                    <a:pt x="1152715" y="844963"/>
                    <a:pt x="1149572" y="860012"/>
                  </a:cubicBezTo>
                  <a:cubicBezTo>
                    <a:pt x="1148906" y="863060"/>
                    <a:pt x="1148239" y="866013"/>
                    <a:pt x="1147572" y="868871"/>
                  </a:cubicBezTo>
                  <a:cubicBezTo>
                    <a:pt x="1145762" y="876586"/>
                    <a:pt x="1143857" y="883825"/>
                    <a:pt x="1141762" y="890492"/>
                  </a:cubicBezTo>
                  <a:cubicBezTo>
                    <a:pt x="1135189" y="910876"/>
                    <a:pt x="1126998" y="925163"/>
                    <a:pt x="1115949" y="927735"/>
                  </a:cubicBezTo>
                  <a:cubicBezTo>
                    <a:pt x="1113282" y="928307"/>
                    <a:pt x="1110519" y="928211"/>
                    <a:pt x="1107567" y="927449"/>
                  </a:cubicBezTo>
                  <a:cubicBezTo>
                    <a:pt x="1103947" y="926497"/>
                    <a:pt x="1100042" y="924497"/>
                    <a:pt x="1096042" y="921639"/>
                  </a:cubicBezTo>
                  <a:cubicBezTo>
                    <a:pt x="1091279" y="918496"/>
                    <a:pt x="1086326" y="914114"/>
                    <a:pt x="1081278" y="908971"/>
                  </a:cubicBezTo>
                  <a:cubicBezTo>
                    <a:pt x="1073848" y="901446"/>
                    <a:pt x="1066038" y="892112"/>
                    <a:pt x="1058227" y="881920"/>
                  </a:cubicBezTo>
                  <a:cubicBezTo>
                    <a:pt x="1052703" y="874681"/>
                    <a:pt x="1047179" y="867061"/>
                    <a:pt x="1041654" y="859346"/>
                  </a:cubicBezTo>
                  <a:cubicBezTo>
                    <a:pt x="1039082" y="855726"/>
                    <a:pt x="1036511" y="852107"/>
                    <a:pt x="1034034" y="848487"/>
                  </a:cubicBezTo>
                  <a:cubicBezTo>
                    <a:pt x="1030414" y="843248"/>
                    <a:pt x="1026795" y="838105"/>
                    <a:pt x="1023271" y="832961"/>
                  </a:cubicBezTo>
                  <a:cubicBezTo>
                    <a:pt x="1019842" y="828008"/>
                    <a:pt x="1016412" y="822960"/>
                    <a:pt x="1012888" y="818102"/>
                  </a:cubicBezTo>
                  <a:cubicBezTo>
                    <a:pt x="1004602" y="806006"/>
                    <a:pt x="996219" y="794385"/>
                    <a:pt x="988028" y="783622"/>
                  </a:cubicBezTo>
                  <a:cubicBezTo>
                    <a:pt x="963358" y="751237"/>
                    <a:pt x="939355" y="727424"/>
                    <a:pt x="915924" y="727424"/>
                  </a:cubicBezTo>
                  <a:cubicBezTo>
                    <a:pt x="881634" y="727424"/>
                    <a:pt x="846201" y="778669"/>
                    <a:pt x="808672" y="832961"/>
                  </a:cubicBezTo>
                  <a:cubicBezTo>
                    <a:pt x="776192" y="879920"/>
                    <a:pt x="739426" y="932974"/>
                    <a:pt x="715994" y="927735"/>
                  </a:cubicBezTo>
                  <a:cubicBezTo>
                    <a:pt x="691134" y="922115"/>
                    <a:pt x="680752" y="856488"/>
                    <a:pt x="671608" y="798671"/>
                  </a:cubicBezTo>
                  <a:cubicBezTo>
                    <a:pt x="661606" y="735044"/>
                    <a:pt x="652177" y="674942"/>
                    <a:pt x="622554" y="660654"/>
                  </a:cubicBezTo>
                  <a:cubicBezTo>
                    <a:pt x="617220" y="658082"/>
                    <a:pt x="611124" y="656844"/>
                    <a:pt x="604361" y="656844"/>
                  </a:cubicBezTo>
                  <a:cubicBezTo>
                    <a:pt x="573214" y="656844"/>
                    <a:pt x="528638" y="682085"/>
                    <a:pt x="481965" y="708565"/>
                  </a:cubicBezTo>
                  <a:cubicBezTo>
                    <a:pt x="431673" y="737140"/>
                    <a:pt x="374713" y="769430"/>
                    <a:pt x="355378" y="753999"/>
                  </a:cubicBezTo>
                  <a:cubicBezTo>
                    <a:pt x="335852" y="738378"/>
                    <a:pt x="354806" y="675418"/>
                    <a:pt x="371570" y="619887"/>
                  </a:cubicBezTo>
                  <a:cubicBezTo>
                    <a:pt x="390334" y="557594"/>
                    <a:pt x="407955" y="498824"/>
                    <a:pt x="387191" y="472726"/>
                  </a:cubicBezTo>
                  <a:cubicBezTo>
                    <a:pt x="366522" y="446818"/>
                    <a:pt x="305467" y="451009"/>
                    <a:pt x="240792" y="455486"/>
                  </a:cubicBezTo>
                  <a:cubicBezTo>
                    <a:pt x="182689" y="459486"/>
                    <a:pt x="116777" y="464058"/>
                    <a:pt x="105823" y="441293"/>
                  </a:cubicBezTo>
                  <a:cubicBezTo>
                    <a:pt x="95250" y="419291"/>
                    <a:pt x="139255" y="371189"/>
                    <a:pt x="178022" y="328803"/>
                  </a:cubicBezTo>
                  <a:cubicBezTo>
                    <a:pt x="222218" y="280416"/>
                    <a:pt x="264033" y="234791"/>
                    <a:pt x="256508" y="201740"/>
                  </a:cubicBezTo>
                  <a:cubicBezTo>
                    <a:pt x="249269" y="170117"/>
                    <a:pt x="193167" y="147638"/>
                    <a:pt x="133731" y="123825"/>
                  </a:cubicBezTo>
                  <a:cubicBezTo>
                    <a:pt x="79057" y="101918"/>
                    <a:pt x="16954" y="77057"/>
                    <a:pt x="16954" y="51149"/>
                  </a:cubicBezTo>
                  <a:cubicBezTo>
                    <a:pt x="16954" y="33433"/>
                    <a:pt x="46101" y="16193"/>
                    <a:pt x="82010" y="0"/>
                  </a:cubicBezTo>
                  <a:lnTo>
                    <a:pt x="44005" y="0"/>
                  </a:lnTo>
                  <a:cubicBezTo>
                    <a:pt x="17621" y="14859"/>
                    <a:pt x="0" y="31147"/>
                    <a:pt x="0" y="51149"/>
                  </a:cubicBezTo>
                  <a:cubicBezTo>
                    <a:pt x="0" y="88583"/>
                    <a:pt x="61913" y="113348"/>
                    <a:pt x="127445" y="139637"/>
                  </a:cubicBezTo>
                  <a:cubicBezTo>
                    <a:pt x="177736" y="159734"/>
                    <a:pt x="234696" y="182594"/>
                    <a:pt x="239935" y="205550"/>
                  </a:cubicBezTo>
                  <a:cubicBezTo>
                    <a:pt x="245459" y="229934"/>
                    <a:pt x="202978" y="276320"/>
                    <a:pt x="165545" y="317373"/>
                  </a:cubicBezTo>
                  <a:cubicBezTo>
                    <a:pt x="118967" y="368237"/>
                    <a:pt x="74962" y="416338"/>
                    <a:pt x="90583" y="448723"/>
                  </a:cubicBezTo>
                  <a:cubicBezTo>
                    <a:pt x="106489" y="481775"/>
                    <a:pt x="172307" y="477203"/>
                    <a:pt x="242030" y="472440"/>
                  </a:cubicBezTo>
                  <a:cubicBezTo>
                    <a:pt x="296703" y="468630"/>
                    <a:pt x="358807" y="464439"/>
                    <a:pt x="373856" y="483299"/>
                  </a:cubicBezTo>
                  <a:cubicBezTo>
                    <a:pt x="389191" y="502444"/>
                    <a:pt x="371189" y="562261"/>
                    <a:pt x="355282" y="614934"/>
                  </a:cubicBezTo>
                  <a:cubicBezTo>
                    <a:pt x="335280" y="681609"/>
                    <a:pt x="316325" y="744474"/>
                    <a:pt x="344805" y="767239"/>
                  </a:cubicBezTo>
                  <a:cubicBezTo>
                    <a:pt x="373094" y="789908"/>
                    <a:pt x="430053" y="757523"/>
                    <a:pt x="490347" y="723329"/>
                  </a:cubicBezTo>
                  <a:cubicBezTo>
                    <a:pt x="538448" y="696087"/>
                    <a:pt x="592931" y="665226"/>
                    <a:pt x="615124" y="675894"/>
                  </a:cubicBezTo>
                  <a:cubicBezTo>
                    <a:pt x="636746" y="686372"/>
                    <a:pt x="646366" y="747427"/>
                    <a:pt x="654844" y="801338"/>
                  </a:cubicBezTo>
                  <a:cubicBezTo>
                    <a:pt x="665797" y="870680"/>
                    <a:pt x="676084" y="936117"/>
                    <a:pt x="712184" y="944309"/>
                  </a:cubicBezTo>
                  <a:cubicBezTo>
                    <a:pt x="746855" y="952214"/>
                    <a:pt x="783717" y="898970"/>
                    <a:pt x="822674" y="842582"/>
                  </a:cubicBezTo>
                  <a:cubicBezTo>
                    <a:pt x="854487" y="796576"/>
                    <a:pt x="890588" y="744379"/>
                    <a:pt x="915924" y="744379"/>
                  </a:cubicBezTo>
                  <a:cubicBezTo>
                    <a:pt x="932973" y="744379"/>
                    <a:pt x="954977" y="768001"/>
                    <a:pt x="977169" y="797433"/>
                  </a:cubicBezTo>
                  <a:cubicBezTo>
                    <a:pt x="985456" y="808387"/>
                    <a:pt x="993838" y="820198"/>
                    <a:pt x="1001935" y="832009"/>
                  </a:cubicBezTo>
                  <a:cubicBezTo>
                    <a:pt x="1004411" y="835533"/>
                    <a:pt x="1006887" y="839057"/>
                    <a:pt x="1009269" y="842582"/>
                  </a:cubicBezTo>
                  <a:cubicBezTo>
                    <a:pt x="1013841" y="849249"/>
                    <a:pt x="1018413" y="855821"/>
                    <a:pt x="1022889" y="862298"/>
                  </a:cubicBezTo>
                  <a:cubicBezTo>
                    <a:pt x="1025557" y="865918"/>
                    <a:pt x="1028033" y="869537"/>
                    <a:pt x="1030605" y="873062"/>
                  </a:cubicBezTo>
                  <a:cubicBezTo>
                    <a:pt x="1036320" y="880967"/>
                    <a:pt x="1041845" y="888587"/>
                    <a:pt x="1047464" y="895636"/>
                  </a:cubicBezTo>
                  <a:cubicBezTo>
                    <a:pt x="1055370" y="905828"/>
                    <a:pt x="1063276" y="914972"/>
                    <a:pt x="1070991" y="922592"/>
                  </a:cubicBezTo>
                  <a:cubicBezTo>
                    <a:pt x="1075944" y="927354"/>
                    <a:pt x="1080897" y="931640"/>
                    <a:pt x="1085755" y="935069"/>
                  </a:cubicBezTo>
                  <a:cubicBezTo>
                    <a:pt x="1089470" y="937641"/>
                    <a:pt x="1093184" y="939832"/>
                    <a:pt x="1096899" y="941451"/>
                  </a:cubicBezTo>
                  <a:cubicBezTo>
                    <a:pt x="1102233" y="943832"/>
                    <a:pt x="1107567" y="945071"/>
                    <a:pt x="1112805" y="945071"/>
                  </a:cubicBezTo>
                  <a:cubicBezTo>
                    <a:pt x="1115092" y="945071"/>
                    <a:pt x="1117378" y="944880"/>
                    <a:pt x="1119759" y="944309"/>
                  </a:cubicBezTo>
                  <a:cubicBezTo>
                    <a:pt x="1122807" y="943642"/>
                    <a:pt x="1125760" y="942499"/>
                    <a:pt x="1128427" y="940975"/>
                  </a:cubicBezTo>
                  <a:cubicBezTo>
                    <a:pt x="1139190" y="935069"/>
                    <a:pt x="1147286" y="923163"/>
                    <a:pt x="1153668" y="907256"/>
                  </a:cubicBezTo>
                  <a:cubicBezTo>
                    <a:pt x="1154335" y="905542"/>
                    <a:pt x="1155002" y="903827"/>
                    <a:pt x="1155668" y="902018"/>
                  </a:cubicBezTo>
                  <a:cubicBezTo>
                    <a:pt x="1158049" y="895445"/>
                    <a:pt x="1160240" y="888302"/>
                    <a:pt x="1162145" y="880682"/>
                  </a:cubicBezTo>
                  <a:cubicBezTo>
                    <a:pt x="1163098" y="877253"/>
                    <a:pt x="1163955" y="873633"/>
                    <a:pt x="1164812" y="870013"/>
                  </a:cubicBezTo>
                  <a:cubicBezTo>
                    <a:pt x="1167956" y="856012"/>
                    <a:pt x="1170718" y="840867"/>
                    <a:pt x="1173194" y="825151"/>
                  </a:cubicBezTo>
                  <a:cubicBezTo>
                    <a:pt x="1174052" y="820388"/>
                    <a:pt x="1174813" y="815435"/>
                    <a:pt x="1175575" y="810578"/>
                  </a:cubicBezTo>
                  <a:cubicBezTo>
                    <a:pt x="1176147" y="807530"/>
                    <a:pt x="1176623" y="804386"/>
                    <a:pt x="1177099" y="801338"/>
                  </a:cubicBezTo>
                  <a:cubicBezTo>
                    <a:pt x="1179576" y="785717"/>
                    <a:pt x="1182052" y="769430"/>
                    <a:pt x="1185005" y="753999"/>
                  </a:cubicBezTo>
                  <a:cubicBezTo>
                    <a:pt x="1185958" y="749141"/>
                    <a:pt x="1186910" y="744284"/>
                    <a:pt x="1187862" y="739712"/>
                  </a:cubicBezTo>
                  <a:cubicBezTo>
                    <a:pt x="1189958" y="729996"/>
                    <a:pt x="1192244" y="720852"/>
                    <a:pt x="1194816" y="712661"/>
                  </a:cubicBezTo>
                  <a:cubicBezTo>
                    <a:pt x="1196435" y="707327"/>
                    <a:pt x="1198150" y="702374"/>
                    <a:pt x="1200055" y="697992"/>
                  </a:cubicBezTo>
                  <a:cubicBezTo>
                    <a:pt x="1204722" y="687038"/>
                    <a:pt x="1210151" y="679133"/>
                    <a:pt x="1216723" y="675894"/>
                  </a:cubicBezTo>
                  <a:cubicBezTo>
                    <a:pt x="1238917" y="665226"/>
                    <a:pt x="1293495" y="696087"/>
                    <a:pt x="1341596" y="723424"/>
                  </a:cubicBezTo>
                  <a:cubicBezTo>
                    <a:pt x="1345311" y="725519"/>
                    <a:pt x="1349121" y="727710"/>
                    <a:pt x="1352836" y="729710"/>
                  </a:cubicBezTo>
                  <a:cubicBezTo>
                    <a:pt x="1408843" y="761333"/>
                    <a:pt x="1460563" y="788480"/>
                    <a:pt x="1487138" y="767239"/>
                  </a:cubicBezTo>
                  <a:cubicBezTo>
                    <a:pt x="1515618" y="744569"/>
                    <a:pt x="1496663" y="681609"/>
                    <a:pt x="1476661" y="614934"/>
                  </a:cubicBezTo>
                  <a:cubicBezTo>
                    <a:pt x="1460754" y="562261"/>
                    <a:pt x="1442752" y="502444"/>
                    <a:pt x="1457992" y="483299"/>
                  </a:cubicBezTo>
                  <a:cubicBezTo>
                    <a:pt x="1473136" y="464439"/>
                    <a:pt x="1535239" y="468630"/>
                    <a:pt x="1589913" y="472440"/>
                  </a:cubicBezTo>
                  <a:cubicBezTo>
                    <a:pt x="1659541" y="477203"/>
                    <a:pt x="1725453" y="481775"/>
                    <a:pt x="1741361" y="448723"/>
                  </a:cubicBezTo>
                  <a:cubicBezTo>
                    <a:pt x="1756981" y="416338"/>
                    <a:pt x="1712976" y="368237"/>
                    <a:pt x="1666398" y="317373"/>
                  </a:cubicBezTo>
                  <a:cubicBezTo>
                    <a:pt x="1628965" y="276320"/>
                    <a:pt x="1586484" y="229934"/>
                    <a:pt x="1592008" y="205550"/>
                  </a:cubicBezTo>
                  <a:cubicBezTo>
                    <a:pt x="1597247" y="182594"/>
                    <a:pt x="1654207" y="159734"/>
                    <a:pt x="1704498" y="139637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16486" y="441807"/>
              <a:ext cx="506210" cy="650564"/>
              <a:chOff x="10574885" y="3680443"/>
              <a:chExt cx="828337" cy="1064552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10574885" y="3680443"/>
                <a:ext cx="828337" cy="912416"/>
              </a:xfrm>
              <a:custGeom>
                <a:avLst/>
                <a:gdLst/>
                <a:ahLst/>
                <a:cxnLst/>
                <a:rect l="l" t="t" r="r" b="b"/>
                <a:pathLst>
                  <a:path w="828337" h="912416">
                    <a:moveTo>
                      <a:pt x="500022" y="912417"/>
                    </a:moveTo>
                    <a:lnTo>
                      <a:pt x="155979" y="831550"/>
                    </a:lnTo>
                    <a:lnTo>
                      <a:pt x="128261" y="644478"/>
                    </a:lnTo>
                    <a:cubicBezTo>
                      <a:pt x="128261" y="644478"/>
                      <a:pt x="-57761" y="508843"/>
                      <a:pt x="18248" y="289958"/>
                    </a:cubicBezTo>
                    <a:cubicBezTo>
                      <a:pt x="100067" y="54405"/>
                      <a:pt x="309617" y="-28653"/>
                      <a:pt x="532884" y="8494"/>
                    </a:cubicBezTo>
                    <a:cubicBezTo>
                      <a:pt x="769103" y="47833"/>
                      <a:pt x="858925" y="307770"/>
                      <a:pt x="819300" y="487983"/>
                    </a:cubicBezTo>
                    <a:cubicBezTo>
                      <a:pt x="782820" y="654099"/>
                      <a:pt x="572793" y="745825"/>
                      <a:pt x="572793" y="745825"/>
                    </a:cubicBezTo>
                    <a:lnTo>
                      <a:pt x="500022" y="912321"/>
                    </a:lnTo>
                    <a:close/>
                  </a:path>
                </a:pathLst>
              </a:custGeom>
              <a:solidFill>
                <a:srgbClr val="D84C4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10847148" y="3986512"/>
                <a:ext cx="323628" cy="476330"/>
              </a:xfrm>
              <a:custGeom>
                <a:avLst/>
                <a:gdLst/>
                <a:ahLst/>
                <a:cxnLst/>
                <a:rect l="l" t="t" r="r" b="b"/>
                <a:pathLst>
                  <a:path w="323628" h="476330">
                    <a:moveTo>
                      <a:pt x="300435" y="133335"/>
                    </a:moveTo>
                    <a:cubicBezTo>
                      <a:pt x="286624" y="131526"/>
                      <a:pt x="275861" y="141813"/>
                      <a:pt x="267860" y="150957"/>
                    </a:cubicBezTo>
                    <a:cubicBezTo>
                      <a:pt x="234712" y="189057"/>
                      <a:pt x="204614" y="230300"/>
                      <a:pt x="178134" y="273734"/>
                    </a:cubicBezTo>
                    <a:cubicBezTo>
                      <a:pt x="169657" y="270876"/>
                      <a:pt x="161847" y="266114"/>
                      <a:pt x="155655" y="259256"/>
                    </a:cubicBezTo>
                    <a:cubicBezTo>
                      <a:pt x="147749" y="250493"/>
                      <a:pt x="142606" y="238491"/>
                      <a:pt x="140605" y="224680"/>
                    </a:cubicBezTo>
                    <a:cubicBezTo>
                      <a:pt x="140796" y="224394"/>
                      <a:pt x="141082" y="224109"/>
                      <a:pt x="141273" y="223918"/>
                    </a:cubicBezTo>
                    <a:cubicBezTo>
                      <a:pt x="183183" y="175912"/>
                      <a:pt x="204614" y="112952"/>
                      <a:pt x="223569" y="57421"/>
                    </a:cubicBezTo>
                    <a:cubicBezTo>
                      <a:pt x="226521" y="48658"/>
                      <a:pt x="229950" y="38657"/>
                      <a:pt x="229188" y="28084"/>
                    </a:cubicBezTo>
                    <a:cubicBezTo>
                      <a:pt x="228427" y="17321"/>
                      <a:pt x="222235" y="4843"/>
                      <a:pt x="210043" y="1033"/>
                    </a:cubicBezTo>
                    <a:cubicBezTo>
                      <a:pt x="197755" y="-2682"/>
                      <a:pt x="185469" y="4176"/>
                      <a:pt x="178800" y="12749"/>
                    </a:cubicBezTo>
                    <a:cubicBezTo>
                      <a:pt x="172229" y="21131"/>
                      <a:pt x="169562" y="31418"/>
                      <a:pt x="167085" y="40467"/>
                    </a:cubicBezTo>
                    <a:lnTo>
                      <a:pt x="137367" y="152004"/>
                    </a:lnTo>
                    <a:cubicBezTo>
                      <a:pt x="132318" y="170673"/>
                      <a:pt x="127176" y="189914"/>
                      <a:pt x="126985" y="210011"/>
                    </a:cubicBezTo>
                    <a:cubicBezTo>
                      <a:pt x="126890" y="213536"/>
                      <a:pt x="126985" y="216965"/>
                      <a:pt x="127271" y="220299"/>
                    </a:cubicBezTo>
                    <a:cubicBezTo>
                      <a:pt x="114602" y="233538"/>
                      <a:pt x="103077" y="239730"/>
                      <a:pt x="91362" y="239063"/>
                    </a:cubicBezTo>
                    <a:cubicBezTo>
                      <a:pt x="84313" y="238682"/>
                      <a:pt x="77265" y="235634"/>
                      <a:pt x="70026" y="229919"/>
                    </a:cubicBezTo>
                    <a:cubicBezTo>
                      <a:pt x="70883" y="221061"/>
                      <a:pt x="71549" y="212012"/>
                      <a:pt x="72121" y="203058"/>
                    </a:cubicBezTo>
                    <a:cubicBezTo>
                      <a:pt x="74884" y="157338"/>
                      <a:pt x="74216" y="104665"/>
                      <a:pt x="48213" y="61136"/>
                    </a:cubicBezTo>
                    <a:cubicBezTo>
                      <a:pt x="46689" y="58564"/>
                      <a:pt x="44975" y="56183"/>
                      <a:pt x="42974" y="53992"/>
                    </a:cubicBezTo>
                    <a:lnTo>
                      <a:pt x="42974" y="53992"/>
                    </a:lnTo>
                    <a:cubicBezTo>
                      <a:pt x="35069" y="44943"/>
                      <a:pt x="24019" y="39419"/>
                      <a:pt x="13828" y="44943"/>
                    </a:cubicBezTo>
                    <a:cubicBezTo>
                      <a:pt x="13161" y="45324"/>
                      <a:pt x="12590" y="45705"/>
                      <a:pt x="12018" y="46182"/>
                    </a:cubicBezTo>
                    <a:cubicBezTo>
                      <a:pt x="4684" y="51230"/>
                      <a:pt x="2588" y="60564"/>
                      <a:pt x="1731" y="67327"/>
                    </a:cubicBezTo>
                    <a:cubicBezTo>
                      <a:pt x="-5699" y="122763"/>
                      <a:pt x="11065" y="181436"/>
                      <a:pt x="46689" y="224490"/>
                    </a:cubicBezTo>
                    <a:cubicBezTo>
                      <a:pt x="50023" y="228585"/>
                      <a:pt x="53357" y="232110"/>
                      <a:pt x="56690" y="235253"/>
                    </a:cubicBezTo>
                    <a:cubicBezTo>
                      <a:pt x="50308" y="300594"/>
                      <a:pt x="36879" y="365078"/>
                      <a:pt x="16495" y="427467"/>
                    </a:cubicBezTo>
                    <a:cubicBezTo>
                      <a:pt x="14590" y="433182"/>
                      <a:pt x="12685" y="438897"/>
                      <a:pt x="10685" y="444612"/>
                    </a:cubicBezTo>
                    <a:cubicBezTo>
                      <a:pt x="9542" y="447946"/>
                      <a:pt x="11256" y="451566"/>
                      <a:pt x="14590" y="452709"/>
                    </a:cubicBezTo>
                    <a:cubicBezTo>
                      <a:pt x="17923" y="453852"/>
                      <a:pt x="21543" y="452137"/>
                      <a:pt x="22686" y="448803"/>
                    </a:cubicBezTo>
                    <a:cubicBezTo>
                      <a:pt x="24782" y="442898"/>
                      <a:pt x="26782" y="436897"/>
                      <a:pt x="28592" y="430896"/>
                    </a:cubicBezTo>
                    <a:cubicBezTo>
                      <a:pt x="48404" y="370317"/>
                      <a:pt x="61834" y="307833"/>
                      <a:pt x="68597" y="244492"/>
                    </a:cubicBezTo>
                    <a:cubicBezTo>
                      <a:pt x="75836" y="248969"/>
                      <a:pt x="83170" y="251350"/>
                      <a:pt x="90694" y="251731"/>
                    </a:cubicBezTo>
                    <a:cubicBezTo>
                      <a:pt x="103839" y="252398"/>
                      <a:pt x="116698" y="247159"/>
                      <a:pt x="129748" y="235539"/>
                    </a:cubicBezTo>
                    <a:cubicBezTo>
                      <a:pt x="132890" y="248111"/>
                      <a:pt x="138415" y="259161"/>
                      <a:pt x="146226" y="267733"/>
                    </a:cubicBezTo>
                    <a:cubicBezTo>
                      <a:pt x="153465" y="275734"/>
                      <a:pt x="162036" y="281354"/>
                      <a:pt x="171372" y="284973"/>
                    </a:cubicBezTo>
                    <a:cubicBezTo>
                      <a:pt x="140416" y="337361"/>
                      <a:pt x="114697" y="392892"/>
                      <a:pt x="94981" y="450042"/>
                    </a:cubicBezTo>
                    <a:cubicBezTo>
                      <a:pt x="92791" y="456042"/>
                      <a:pt x="90790" y="462043"/>
                      <a:pt x="88885" y="468044"/>
                    </a:cubicBezTo>
                    <a:cubicBezTo>
                      <a:pt x="87837" y="471377"/>
                      <a:pt x="89647" y="474997"/>
                      <a:pt x="92980" y="476045"/>
                    </a:cubicBezTo>
                    <a:cubicBezTo>
                      <a:pt x="93648" y="476235"/>
                      <a:pt x="94314" y="476331"/>
                      <a:pt x="94981" y="476331"/>
                    </a:cubicBezTo>
                    <a:cubicBezTo>
                      <a:pt x="97648" y="476331"/>
                      <a:pt x="100124" y="474616"/>
                      <a:pt x="100982" y="471949"/>
                    </a:cubicBezTo>
                    <a:cubicBezTo>
                      <a:pt x="102982" y="465758"/>
                      <a:pt x="104982" y="459662"/>
                      <a:pt x="107268" y="453566"/>
                    </a:cubicBezTo>
                    <a:cubicBezTo>
                      <a:pt x="126985" y="396321"/>
                      <a:pt x="152893" y="340885"/>
                      <a:pt x="184040" y="288593"/>
                    </a:cubicBezTo>
                    <a:cubicBezTo>
                      <a:pt x="206423" y="292879"/>
                      <a:pt x="230808" y="287355"/>
                      <a:pt x="249000" y="276306"/>
                    </a:cubicBezTo>
                    <a:cubicBezTo>
                      <a:pt x="281576" y="256684"/>
                      <a:pt x="301198" y="222108"/>
                      <a:pt x="314722" y="194105"/>
                    </a:cubicBezTo>
                    <a:cubicBezTo>
                      <a:pt x="319485" y="184103"/>
                      <a:pt x="324152" y="173340"/>
                      <a:pt x="323581" y="161625"/>
                    </a:cubicBezTo>
                    <a:cubicBezTo>
                      <a:pt x="322914" y="149242"/>
                      <a:pt x="314627" y="135145"/>
                      <a:pt x="300435" y="133335"/>
                    </a:cubicBezTo>
                    <a:close/>
                    <a:moveTo>
                      <a:pt x="59358" y="202296"/>
                    </a:moveTo>
                    <a:cubicBezTo>
                      <a:pt x="58976" y="207726"/>
                      <a:pt x="58690" y="213060"/>
                      <a:pt x="58215" y="218394"/>
                    </a:cubicBezTo>
                    <a:cubicBezTo>
                      <a:pt x="57643" y="217727"/>
                      <a:pt x="57072" y="217060"/>
                      <a:pt x="56500" y="216393"/>
                    </a:cubicBezTo>
                    <a:cubicBezTo>
                      <a:pt x="23162" y="176007"/>
                      <a:pt x="7350" y="120953"/>
                      <a:pt x="14399" y="69042"/>
                    </a:cubicBezTo>
                    <a:cubicBezTo>
                      <a:pt x="14971" y="64469"/>
                      <a:pt x="16209" y="58183"/>
                      <a:pt x="19829" y="56183"/>
                    </a:cubicBezTo>
                    <a:cubicBezTo>
                      <a:pt x="20686" y="55707"/>
                      <a:pt x="21543" y="55516"/>
                      <a:pt x="22496" y="55516"/>
                    </a:cubicBezTo>
                    <a:cubicBezTo>
                      <a:pt x="27639" y="55516"/>
                      <a:pt x="33926" y="62088"/>
                      <a:pt x="37259" y="67708"/>
                    </a:cubicBezTo>
                    <a:cubicBezTo>
                      <a:pt x="61453" y="108189"/>
                      <a:pt x="62024" y="158481"/>
                      <a:pt x="59358" y="202296"/>
                    </a:cubicBezTo>
                    <a:close/>
                    <a:moveTo>
                      <a:pt x="149655" y="155243"/>
                    </a:moveTo>
                    <a:lnTo>
                      <a:pt x="179373" y="43705"/>
                    </a:lnTo>
                    <a:cubicBezTo>
                      <a:pt x="181658" y="35418"/>
                      <a:pt x="183944" y="26941"/>
                      <a:pt x="188898" y="20559"/>
                    </a:cubicBezTo>
                    <a:cubicBezTo>
                      <a:pt x="192136" y="16368"/>
                      <a:pt x="197755" y="12749"/>
                      <a:pt x="203090" y="12749"/>
                    </a:cubicBezTo>
                    <a:cubicBezTo>
                      <a:pt x="204137" y="12749"/>
                      <a:pt x="205185" y="12939"/>
                      <a:pt x="206233" y="13225"/>
                    </a:cubicBezTo>
                    <a:cubicBezTo>
                      <a:pt x="212710" y="15225"/>
                      <a:pt x="216044" y="22750"/>
                      <a:pt x="216520" y="28941"/>
                    </a:cubicBezTo>
                    <a:cubicBezTo>
                      <a:pt x="217091" y="37038"/>
                      <a:pt x="214234" y="45324"/>
                      <a:pt x="211472" y="53325"/>
                    </a:cubicBezTo>
                    <a:cubicBezTo>
                      <a:pt x="194231" y="103998"/>
                      <a:pt x="174801" y="160863"/>
                      <a:pt x="139844" y="205630"/>
                    </a:cubicBezTo>
                    <a:cubicBezTo>
                      <a:pt x="140700" y="188676"/>
                      <a:pt x="145273" y="171721"/>
                      <a:pt x="149655" y="155243"/>
                    </a:cubicBezTo>
                    <a:close/>
                    <a:moveTo>
                      <a:pt x="303198" y="188580"/>
                    </a:moveTo>
                    <a:cubicBezTo>
                      <a:pt x="290434" y="214965"/>
                      <a:pt x="272051" y="247540"/>
                      <a:pt x="242428" y="265447"/>
                    </a:cubicBezTo>
                    <a:cubicBezTo>
                      <a:pt x="227854" y="274210"/>
                      <a:pt x="208900" y="278687"/>
                      <a:pt x="191279" y="276591"/>
                    </a:cubicBezTo>
                    <a:cubicBezTo>
                      <a:pt x="216805" y="235158"/>
                      <a:pt x="245666" y="195819"/>
                      <a:pt x="277479" y="159339"/>
                    </a:cubicBezTo>
                    <a:cubicBezTo>
                      <a:pt x="283671" y="152195"/>
                      <a:pt x="291005" y="144956"/>
                      <a:pt x="298721" y="145908"/>
                    </a:cubicBezTo>
                    <a:cubicBezTo>
                      <a:pt x="305769" y="146861"/>
                      <a:pt x="310532" y="155148"/>
                      <a:pt x="310817" y="162196"/>
                    </a:cubicBezTo>
                    <a:cubicBezTo>
                      <a:pt x="311294" y="170959"/>
                      <a:pt x="307293" y="180008"/>
                      <a:pt x="303198" y="18858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764869" y="4673346"/>
                <a:ext cx="150018" cy="71649"/>
              </a:xfrm>
              <a:custGeom>
                <a:avLst/>
                <a:gdLst/>
                <a:ahLst/>
                <a:cxnLst/>
                <a:rect l="l" t="t" r="r" b="b"/>
                <a:pathLst>
                  <a:path w="150018" h="71649">
                    <a:moveTo>
                      <a:pt x="0" y="0"/>
                    </a:moveTo>
                    <a:lnTo>
                      <a:pt x="26574" y="42291"/>
                    </a:lnTo>
                    <a:cubicBezTo>
                      <a:pt x="30575" y="48577"/>
                      <a:pt x="36576" y="53340"/>
                      <a:pt x="43624" y="55721"/>
                    </a:cubicBezTo>
                    <a:lnTo>
                      <a:pt x="86487" y="70009"/>
                    </a:lnTo>
                    <a:cubicBezTo>
                      <a:pt x="96584" y="73342"/>
                      <a:pt x="107632" y="71533"/>
                      <a:pt x="116109" y="65151"/>
                    </a:cubicBezTo>
                    <a:lnTo>
                      <a:pt x="150019" y="395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681525" y="4400931"/>
                <a:ext cx="456818" cy="332708"/>
              </a:xfrm>
              <a:custGeom>
                <a:avLst/>
                <a:gdLst/>
                <a:ahLst/>
                <a:cxnLst/>
                <a:rect l="l" t="t" r="r" b="b"/>
                <a:pathLst>
                  <a:path w="456818" h="332708">
                    <a:moveTo>
                      <a:pt x="6190" y="0"/>
                    </a:moveTo>
                    <a:lnTo>
                      <a:pt x="456819" y="118777"/>
                    </a:lnTo>
                    <a:lnTo>
                      <a:pt x="358615" y="298323"/>
                    </a:lnTo>
                    <a:lnTo>
                      <a:pt x="279463" y="332708"/>
                    </a:lnTo>
                    <a:lnTo>
                      <a:pt x="44005" y="270605"/>
                    </a:lnTo>
                    <a:lnTo>
                      <a:pt x="0" y="216598"/>
                    </a:lnTo>
                    <a:lnTo>
                      <a:pt x="619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  <a:lumMod val="75000"/>
                  <a:lumOff val="2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657640" y="4363907"/>
                <a:ext cx="514971" cy="192158"/>
              </a:xfrm>
              <a:custGeom>
                <a:avLst/>
                <a:gdLst/>
                <a:ahLst/>
                <a:cxnLst/>
                <a:rect l="l" t="t" r="r" b="b"/>
                <a:pathLst>
                  <a:path w="514971" h="192158">
                    <a:moveTo>
                      <a:pt x="493658" y="132941"/>
                    </a:moveTo>
                    <a:cubicBezTo>
                      <a:pt x="341258" y="89030"/>
                      <a:pt x="188953" y="45120"/>
                      <a:pt x="36553" y="1305"/>
                    </a:cubicBezTo>
                    <a:cubicBezTo>
                      <a:pt x="-499" y="-9363"/>
                      <a:pt x="-15739" y="48549"/>
                      <a:pt x="21313" y="59217"/>
                    </a:cubicBezTo>
                    <a:cubicBezTo>
                      <a:pt x="173714" y="103128"/>
                      <a:pt x="326018" y="147038"/>
                      <a:pt x="478418" y="190853"/>
                    </a:cubicBezTo>
                    <a:cubicBezTo>
                      <a:pt x="515471" y="201521"/>
                      <a:pt x="530710" y="143609"/>
                      <a:pt x="493658" y="132941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55665" y="4450890"/>
                <a:ext cx="460723" cy="156542"/>
              </a:xfrm>
              <a:custGeom>
                <a:avLst/>
                <a:gdLst/>
                <a:ahLst/>
                <a:cxnLst/>
                <a:rect l="l" t="t" r="r" b="b"/>
                <a:pathLst>
                  <a:path w="460723" h="156542">
                    <a:moveTo>
                      <a:pt x="454295" y="156543"/>
                    </a:moveTo>
                    <a:cubicBezTo>
                      <a:pt x="453627" y="156543"/>
                      <a:pt x="452961" y="156543"/>
                      <a:pt x="452389" y="156257"/>
                    </a:cubicBezTo>
                    <a:lnTo>
                      <a:pt x="4429" y="12430"/>
                    </a:lnTo>
                    <a:cubicBezTo>
                      <a:pt x="1095" y="11382"/>
                      <a:pt x="-810" y="7763"/>
                      <a:pt x="333" y="4429"/>
                    </a:cubicBezTo>
                    <a:cubicBezTo>
                      <a:pt x="1381" y="1095"/>
                      <a:pt x="5000" y="-810"/>
                      <a:pt x="8334" y="333"/>
                    </a:cubicBezTo>
                    <a:lnTo>
                      <a:pt x="456295" y="144161"/>
                    </a:lnTo>
                    <a:cubicBezTo>
                      <a:pt x="459628" y="145208"/>
                      <a:pt x="461534" y="148828"/>
                      <a:pt x="460391" y="152162"/>
                    </a:cubicBezTo>
                    <a:cubicBezTo>
                      <a:pt x="459533" y="154829"/>
                      <a:pt x="457056" y="156543"/>
                      <a:pt x="454295" y="156543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654610" y="4529559"/>
                <a:ext cx="436544" cy="132451"/>
              </a:xfrm>
              <a:custGeom>
                <a:avLst/>
                <a:gdLst/>
                <a:ahLst/>
                <a:cxnLst/>
                <a:rect l="l" t="t" r="r" b="b"/>
                <a:pathLst>
                  <a:path w="436544" h="132451">
                    <a:moveTo>
                      <a:pt x="430108" y="132452"/>
                    </a:moveTo>
                    <a:cubicBezTo>
                      <a:pt x="429536" y="132452"/>
                      <a:pt x="428965" y="132452"/>
                      <a:pt x="428393" y="132166"/>
                    </a:cubicBezTo>
                    <a:lnTo>
                      <a:pt x="4626" y="12532"/>
                    </a:lnTo>
                    <a:cubicBezTo>
                      <a:pt x="1197" y="11579"/>
                      <a:pt x="-708" y="8055"/>
                      <a:pt x="245" y="4626"/>
                    </a:cubicBezTo>
                    <a:cubicBezTo>
                      <a:pt x="1197" y="1197"/>
                      <a:pt x="4721" y="-708"/>
                      <a:pt x="8150" y="245"/>
                    </a:cubicBezTo>
                    <a:lnTo>
                      <a:pt x="431917" y="119879"/>
                    </a:lnTo>
                    <a:cubicBezTo>
                      <a:pt x="435347" y="120831"/>
                      <a:pt x="437252" y="124355"/>
                      <a:pt x="436299" y="127784"/>
                    </a:cubicBezTo>
                    <a:cubicBezTo>
                      <a:pt x="435537" y="130547"/>
                      <a:pt x="432966" y="132452"/>
                      <a:pt x="430203" y="132452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650389" y="4609634"/>
                <a:ext cx="422031" cy="82190"/>
              </a:xfrm>
              <a:custGeom>
                <a:avLst/>
                <a:gdLst/>
                <a:ahLst/>
                <a:cxnLst/>
                <a:rect l="l" t="t" r="r" b="b"/>
                <a:pathLst>
                  <a:path w="422031" h="82190">
                    <a:moveTo>
                      <a:pt x="415661" y="82095"/>
                    </a:moveTo>
                    <a:cubicBezTo>
                      <a:pt x="415661" y="82095"/>
                      <a:pt x="414898" y="82095"/>
                      <a:pt x="414613" y="82095"/>
                    </a:cubicBezTo>
                    <a:lnTo>
                      <a:pt x="5323" y="12658"/>
                    </a:lnTo>
                    <a:cubicBezTo>
                      <a:pt x="1894" y="12086"/>
                      <a:pt x="-487" y="8753"/>
                      <a:pt x="85" y="5324"/>
                    </a:cubicBezTo>
                    <a:cubicBezTo>
                      <a:pt x="656" y="1895"/>
                      <a:pt x="3895" y="-487"/>
                      <a:pt x="7419" y="85"/>
                    </a:cubicBezTo>
                    <a:lnTo>
                      <a:pt x="416708" y="69522"/>
                    </a:lnTo>
                    <a:cubicBezTo>
                      <a:pt x="420137" y="70094"/>
                      <a:pt x="422518" y="73427"/>
                      <a:pt x="421946" y="76856"/>
                    </a:cubicBezTo>
                    <a:cubicBezTo>
                      <a:pt x="421471" y="80000"/>
                      <a:pt x="418708" y="82190"/>
                      <a:pt x="415661" y="8219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0736083" y="3735808"/>
                <a:ext cx="301604" cy="144104"/>
              </a:xfrm>
              <a:custGeom>
                <a:avLst/>
                <a:gdLst/>
                <a:ahLst/>
                <a:cxnLst/>
                <a:rect l="l" t="t" r="r" b="b"/>
                <a:pathLst>
                  <a:path w="301604" h="144104">
                    <a:moveTo>
                      <a:pt x="6402" y="144105"/>
                    </a:moveTo>
                    <a:cubicBezTo>
                      <a:pt x="5069" y="144105"/>
                      <a:pt x="3736" y="143724"/>
                      <a:pt x="2593" y="142866"/>
                    </a:cubicBezTo>
                    <a:cubicBezTo>
                      <a:pt x="-265" y="140771"/>
                      <a:pt x="-836" y="136771"/>
                      <a:pt x="1259" y="133913"/>
                    </a:cubicBezTo>
                    <a:cubicBezTo>
                      <a:pt x="68220" y="43711"/>
                      <a:pt x="183757" y="-8486"/>
                      <a:pt x="295771" y="1134"/>
                    </a:cubicBezTo>
                    <a:cubicBezTo>
                      <a:pt x="299295" y="1420"/>
                      <a:pt x="301867" y="4468"/>
                      <a:pt x="301582" y="7992"/>
                    </a:cubicBezTo>
                    <a:cubicBezTo>
                      <a:pt x="301296" y="11517"/>
                      <a:pt x="298248" y="13993"/>
                      <a:pt x="294724" y="13803"/>
                    </a:cubicBezTo>
                    <a:cubicBezTo>
                      <a:pt x="187092" y="4563"/>
                      <a:pt x="75935" y="54760"/>
                      <a:pt x="11546" y="141533"/>
                    </a:cubicBezTo>
                    <a:cubicBezTo>
                      <a:pt x="10307" y="143247"/>
                      <a:pt x="8403" y="144105"/>
                      <a:pt x="6402" y="1441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0676932" y="3908937"/>
                <a:ext cx="50149" cy="96896"/>
              </a:xfrm>
              <a:custGeom>
                <a:avLst/>
                <a:gdLst/>
                <a:ahLst/>
                <a:cxnLst/>
                <a:rect l="l" t="t" r="r" b="b"/>
                <a:pathLst>
                  <a:path w="50149" h="96896">
                    <a:moveTo>
                      <a:pt x="6307" y="96896"/>
                    </a:moveTo>
                    <a:cubicBezTo>
                      <a:pt x="6307" y="96896"/>
                      <a:pt x="5545" y="96896"/>
                      <a:pt x="5164" y="96801"/>
                    </a:cubicBezTo>
                    <a:cubicBezTo>
                      <a:pt x="1735" y="96135"/>
                      <a:pt x="-551" y="92801"/>
                      <a:pt x="116" y="89372"/>
                    </a:cubicBezTo>
                    <a:cubicBezTo>
                      <a:pt x="6021" y="57939"/>
                      <a:pt x="19261" y="27936"/>
                      <a:pt x="38692" y="2504"/>
                    </a:cubicBezTo>
                    <a:cubicBezTo>
                      <a:pt x="40787" y="-259"/>
                      <a:pt x="44788" y="-830"/>
                      <a:pt x="47645" y="1265"/>
                    </a:cubicBezTo>
                    <a:cubicBezTo>
                      <a:pt x="50408" y="3361"/>
                      <a:pt x="50980" y="7362"/>
                      <a:pt x="48883" y="10219"/>
                    </a:cubicBezTo>
                    <a:cubicBezTo>
                      <a:pt x="30692" y="34031"/>
                      <a:pt x="18213" y="62226"/>
                      <a:pt x="12689" y="91658"/>
                    </a:cubicBezTo>
                    <a:cubicBezTo>
                      <a:pt x="12117" y="94706"/>
                      <a:pt x="9451" y="96896"/>
                      <a:pt x="6402" y="9689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0896823" y="5402252"/>
              <a:ext cx="995954" cy="1212434"/>
              <a:chOff x="8672523" y="960337"/>
              <a:chExt cx="989909" cy="1205075"/>
            </a:xfrm>
          </p:grpSpPr>
          <p:sp>
            <p:nvSpPr>
              <p:cNvPr id="19" name="AutoShape 19"/>
              <p:cNvSpPr/>
              <p:nvPr/>
            </p:nvSpPr>
            <p:spPr>
              <a:xfrm>
                <a:off x="8680799" y="1194625"/>
                <a:ext cx="807815" cy="956481"/>
              </a:xfrm>
              <a:custGeom>
                <a:avLst/>
                <a:gdLst/>
                <a:ahLst/>
                <a:cxnLst/>
                <a:rect l="l" t="t" r="r" b="b"/>
                <a:pathLst>
                  <a:path w="807815" h="956481">
                    <a:moveTo>
                      <a:pt x="223742" y="927354"/>
                    </a:moveTo>
                    <a:lnTo>
                      <a:pt x="56007" y="955834"/>
                    </a:lnTo>
                    <a:cubicBezTo>
                      <a:pt x="29242" y="960406"/>
                      <a:pt x="4763" y="940213"/>
                      <a:pt x="4096" y="913067"/>
                    </a:cubicBezTo>
                    <a:lnTo>
                      <a:pt x="0" y="749999"/>
                    </a:lnTo>
                    <a:lnTo>
                      <a:pt x="591598" y="0"/>
                    </a:lnTo>
                    <a:lnTo>
                      <a:pt x="807815" y="175641"/>
                    </a:lnTo>
                    <a:lnTo>
                      <a:pt x="223647" y="927259"/>
                    </a:lnTo>
                    <a:close/>
                  </a:path>
                </a:pathLst>
              </a:custGeom>
              <a:solidFill>
                <a:srgbClr val="FF6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8712993" y="1224819"/>
                <a:ext cx="726185" cy="881349"/>
              </a:xfrm>
              <a:custGeom>
                <a:avLst/>
                <a:gdLst/>
                <a:ahLst/>
                <a:cxnLst/>
                <a:rect l="l" t="t" r="r" b="b"/>
                <a:pathLst>
                  <a:path w="726185" h="881348">
                    <a:moveTo>
                      <a:pt x="587597" y="0"/>
                    </a:moveTo>
                    <a:lnTo>
                      <a:pt x="0" y="750380"/>
                    </a:lnTo>
                    <a:lnTo>
                      <a:pt x="54007" y="802958"/>
                    </a:lnTo>
                    <a:lnTo>
                      <a:pt x="645890" y="47339"/>
                    </a:lnTo>
                    <a:lnTo>
                      <a:pt x="671989" y="68485"/>
                    </a:lnTo>
                    <a:lnTo>
                      <a:pt x="77724" y="856107"/>
                    </a:lnTo>
                    <a:lnTo>
                      <a:pt x="134302" y="881348"/>
                    </a:lnTo>
                    <a:lnTo>
                      <a:pt x="726186" y="90678"/>
                    </a:lnTo>
                    <a:lnTo>
                      <a:pt x="587597" y="0"/>
                    </a:lnTo>
                    <a:close/>
                  </a:path>
                </a:pathLst>
              </a:custGeom>
              <a:solidFill>
                <a:srgbClr val="FF6000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8680799" y="1941024"/>
                <a:ext cx="223742" cy="210082"/>
              </a:xfrm>
              <a:custGeom>
                <a:avLst/>
                <a:gdLst/>
                <a:ahLst/>
                <a:cxnLst/>
                <a:rect l="l" t="t" r="r" b="b"/>
                <a:pathLst>
                  <a:path w="223742" h="210082">
                    <a:moveTo>
                      <a:pt x="223742" y="180955"/>
                    </a:moveTo>
                    <a:lnTo>
                      <a:pt x="56007" y="209435"/>
                    </a:lnTo>
                    <a:cubicBezTo>
                      <a:pt x="29242" y="214007"/>
                      <a:pt x="4763" y="193814"/>
                      <a:pt x="4096" y="166668"/>
                    </a:cubicBezTo>
                    <a:lnTo>
                      <a:pt x="0" y="3600"/>
                    </a:lnTo>
                    <a:cubicBezTo>
                      <a:pt x="64294" y="-16307"/>
                      <a:pt x="60674" y="52844"/>
                      <a:pt x="60674" y="52844"/>
                    </a:cubicBezTo>
                    <a:cubicBezTo>
                      <a:pt x="146304" y="17411"/>
                      <a:pt x="142399" y="119233"/>
                      <a:pt x="142399" y="119233"/>
                    </a:cubicBezTo>
                    <a:cubicBezTo>
                      <a:pt x="220694" y="117233"/>
                      <a:pt x="223647" y="180860"/>
                      <a:pt x="223647" y="18086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8672523" y="2062937"/>
                <a:ext cx="107868" cy="102475"/>
              </a:xfrm>
              <a:custGeom>
                <a:avLst/>
                <a:gdLst/>
                <a:ahLst/>
                <a:cxnLst/>
                <a:rect l="l" t="t" r="r" b="b"/>
                <a:pathLst>
                  <a:path w="107868" h="102475">
                    <a:moveTo>
                      <a:pt x="101431" y="102476"/>
                    </a:moveTo>
                    <a:cubicBezTo>
                      <a:pt x="98478" y="102476"/>
                      <a:pt x="95811" y="100380"/>
                      <a:pt x="95239" y="97428"/>
                    </a:cubicBezTo>
                    <a:cubicBezTo>
                      <a:pt x="86190" y="54851"/>
                      <a:pt x="48472" y="19228"/>
                      <a:pt x="5419" y="12655"/>
                    </a:cubicBezTo>
                    <a:cubicBezTo>
                      <a:pt x="1894" y="12084"/>
                      <a:pt x="-487" y="8845"/>
                      <a:pt x="85" y="5416"/>
                    </a:cubicBezTo>
                    <a:cubicBezTo>
                      <a:pt x="656" y="1987"/>
                      <a:pt x="3800" y="-489"/>
                      <a:pt x="7324" y="82"/>
                    </a:cubicBezTo>
                    <a:cubicBezTo>
                      <a:pt x="55425" y="7416"/>
                      <a:pt x="97621" y="47231"/>
                      <a:pt x="107717" y="94856"/>
                    </a:cubicBezTo>
                    <a:cubicBezTo>
                      <a:pt x="108479" y="98285"/>
                      <a:pt x="106288" y="101714"/>
                      <a:pt x="102764" y="102381"/>
                    </a:cubicBezTo>
                    <a:cubicBezTo>
                      <a:pt x="102288" y="102476"/>
                      <a:pt x="101907" y="102476"/>
                      <a:pt x="101431" y="102476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8744059" y="1231977"/>
                <a:ext cx="606524" cy="749317"/>
              </a:xfrm>
              <a:custGeom>
                <a:avLst/>
                <a:gdLst/>
                <a:ahLst/>
                <a:cxnLst/>
                <a:rect l="l" t="t" r="r" b="b"/>
                <a:pathLst>
                  <a:path w="606524" h="749317">
                    <a:moveTo>
                      <a:pt x="6368" y="749318"/>
                    </a:moveTo>
                    <a:cubicBezTo>
                      <a:pt x="4939" y="749318"/>
                      <a:pt x="3510" y="748842"/>
                      <a:pt x="2367" y="747889"/>
                    </a:cubicBezTo>
                    <a:cubicBezTo>
                      <a:pt x="-395" y="745698"/>
                      <a:pt x="-776" y="741698"/>
                      <a:pt x="1415" y="738935"/>
                    </a:cubicBezTo>
                    <a:lnTo>
                      <a:pt x="595203" y="2367"/>
                    </a:lnTo>
                    <a:cubicBezTo>
                      <a:pt x="597394" y="-395"/>
                      <a:pt x="601395" y="-776"/>
                      <a:pt x="604157" y="1415"/>
                    </a:cubicBezTo>
                    <a:cubicBezTo>
                      <a:pt x="606919" y="3605"/>
                      <a:pt x="607300" y="7606"/>
                      <a:pt x="605109" y="10368"/>
                    </a:cubicBezTo>
                    <a:lnTo>
                      <a:pt x="11321" y="746936"/>
                    </a:lnTo>
                    <a:cubicBezTo>
                      <a:pt x="10083" y="748460"/>
                      <a:pt x="8178" y="749318"/>
                      <a:pt x="6368" y="749318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8810693" y="1330424"/>
                <a:ext cx="580317" cy="757455"/>
              </a:xfrm>
              <a:custGeom>
                <a:avLst/>
                <a:gdLst/>
                <a:ahLst/>
                <a:cxnLst/>
                <a:rect l="l" t="t" r="r" b="b"/>
                <a:pathLst>
                  <a:path w="580317" h="757455">
                    <a:moveTo>
                      <a:pt x="6314" y="757455"/>
                    </a:moveTo>
                    <a:cubicBezTo>
                      <a:pt x="4980" y="757455"/>
                      <a:pt x="3647" y="757074"/>
                      <a:pt x="2504" y="756122"/>
                    </a:cubicBezTo>
                    <a:cubicBezTo>
                      <a:pt x="-259" y="754026"/>
                      <a:pt x="-830" y="750026"/>
                      <a:pt x="1266" y="747168"/>
                    </a:cubicBezTo>
                    <a:lnTo>
                      <a:pt x="568860" y="2504"/>
                    </a:lnTo>
                    <a:cubicBezTo>
                      <a:pt x="570956" y="-259"/>
                      <a:pt x="574956" y="-830"/>
                      <a:pt x="577814" y="1265"/>
                    </a:cubicBezTo>
                    <a:cubicBezTo>
                      <a:pt x="580576" y="3361"/>
                      <a:pt x="581148" y="7361"/>
                      <a:pt x="579052" y="10219"/>
                    </a:cubicBezTo>
                    <a:lnTo>
                      <a:pt x="11457" y="754883"/>
                    </a:lnTo>
                    <a:cubicBezTo>
                      <a:pt x="10219" y="756503"/>
                      <a:pt x="8314" y="757360"/>
                      <a:pt x="6409" y="75736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>
                <a:off x="9380601" y="960337"/>
                <a:ext cx="281831" cy="274483"/>
              </a:xfrm>
              <a:custGeom>
                <a:avLst/>
                <a:gdLst/>
                <a:ahLst/>
                <a:cxnLst/>
                <a:rect l="l" t="t" r="r" b="b"/>
                <a:pathLst>
                  <a:path w="281831" h="274483">
                    <a:moveTo>
                      <a:pt x="258508" y="81793"/>
                    </a:moveTo>
                    <a:lnTo>
                      <a:pt x="168687" y="12451"/>
                    </a:lnTo>
                    <a:cubicBezTo>
                      <a:pt x="142970" y="-7361"/>
                      <a:pt x="106108" y="-3075"/>
                      <a:pt x="85630" y="22071"/>
                    </a:cubicBezTo>
                    <a:lnTo>
                      <a:pt x="0" y="127513"/>
                    </a:lnTo>
                    <a:lnTo>
                      <a:pt x="180975" y="274484"/>
                    </a:lnTo>
                    <a:lnTo>
                      <a:pt x="268414" y="166851"/>
                    </a:lnTo>
                    <a:cubicBezTo>
                      <a:pt x="289655" y="140753"/>
                      <a:pt x="285179" y="102272"/>
                      <a:pt x="258508" y="81793"/>
                    </a:cubicBezTo>
                    <a:close/>
                  </a:path>
                </a:pathLst>
              </a:custGeom>
              <a:solidFill>
                <a:srgbClr val="D84C4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>
                <a:off x="9248012" y="1055655"/>
                <a:ext cx="345471" cy="338518"/>
              </a:xfrm>
              <a:custGeom>
                <a:avLst/>
                <a:gdLst/>
                <a:ahLst/>
                <a:cxnLst/>
                <a:rect l="l" t="t" r="r" b="b"/>
                <a:pathLst>
                  <a:path w="345471" h="338518">
                    <a:moveTo>
                      <a:pt x="116110" y="0"/>
                    </a:moveTo>
                    <a:lnTo>
                      <a:pt x="0" y="142875"/>
                    </a:lnTo>
                    <a:lnTo>
                      <a:pt x="235839" y="338519"/>
                    </a:lnTo>
                    <a:lnTo>
                      <a:pt x="345472" y="186309"/>
                    </a:lnTo>
                    <a:lnTo>
                      <a:pt x="11611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  <a:lumMod val="75000"/>
                  <a:lumOff val="2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>
                <a:off x="9320862" y="1073545"/>
                <a:ext cx="259685" cy="224807"/>
              </a:xfrm>
              <a:custGeom>
                <a:avLst/>
                <a:gdLst/>
                <a:ahLst/>
                <a:cxnLst/>
                <a:rect l="l" t="t" r="r" b="b"/>
                <a:pathLst>
                  <a:path w="259685" h="224807">
                    <a:moveTo>
                      <a:pt x="253382" y="224807"/>
                    </a:moveTo>
                    <a:cubicBezTo>
                      <a:pt x="251954" y="224807"/>
                      <a:pt x="250429" y="224331"/>
                      <a:pt x="249191" y="223283"/>
                    </a:cubicBezTo>
                    <a:lnTo>
                      <a:pt x="2208" y="11161"/>
                    </a:lnTo>
                    <a:cubicBezTo>
                      <a:pt x="-459" y="8875"/>
                      <a:pt x="-745" y="4875"/>
                      <a:pt x="1541" y="2208"/>
                    </a:cubicBezTo>
                    <a:cubicBezTo>
                      <a:pt x="3827" y="-459"/>
                      <a:pt x="7828" y="-745"/>
                      <a:pt x="10495" y="1541"/>
                    </a:cubicBezTo>
                    <a:lnTo>
                      <a:pt x="257478" y="213663"/>
                    </a:lnTo>
                    <a:cubicBezTo>
                      <a:pt x="260145" y="215949"/>
                      <a:pt x="260430" y="219949"/>
                      <a:pt x="258145" y="222616"/>
                    </a:cubicBezTo>
                    <a:cubicBezTo>
                      <a:pt x="256906" y="224045"/>
                      <a:pt x="255096" y="224807"/>
                      <a:pt x="253287" y="224807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>
                <a:off x="9280905" y="1125670"/>
                <a:ext cx="262827" cy="219068"/>
              </a:xfrm>
              <a:custGeom>
                <a:avLst/>
                <a:gdLst/>
                <a:ahLst/>
                <a:cxnLst/>
                <a:rect l="l" t="t" r="r" b="b"/>
                <a:pathLst>
                  <a:path w="262827" h="219068">
                    <a:moveTo>
                      <a:pt x="256477" y="219069"/>
                    </a:moveTo>
                    <a:cubicBezTo>
                      <a:pt x="255049" y="219069"/>
                      <a:pt x="253620" y="218593"/>
                      <a:pt x="252381" y="217640"/>
                    </a:cubicBezTo>
                    <a:lnTo>
                      <a:pt x="2350" y="11233"/>
                    </a:lnTo>
                    <a:cubicBezTo>
                      <a:pt x="-412" y="8947"/>
                      <a:pt x="-793" y="4947"/>
                      <a:pt x="1493" y="2280"/>
                    </a:cubicBezTo>
                    <a:cubicBezTo>
                      <a:pt x="3779" y="-387"/>
                      <a:pt x="7779" y="-768"/>
                      <a:pt x="10446" y="1423"/>
                    </a:cubicBezTo>
                    <a:lnTo>
                      <a:pt x="260477" y="207829"/>
                    </a:lnTo>
                    <a:cubicBezTo>
                      <a:pt x="263240" y="210115"/>
                      <a:pt x="263621" y="214116"/>
                      <a:pt x="261335" y="216783"/>
                    </a:cubicBezTo>
                    <a:cubicBezTo>
                      <a:pt x="260097" y="218307"/>
                      <a:pt x="258287" y="219069"/>
                      <a:pt x="256382" y="219069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>
                <a:off x="9135426" y="1527741"/>
                <a:ext cx="169832" cy="222286"/>
              </a:xfrm>
              <a:custGeom>
                <a:avLst/>
                <a:gdLst/>
                <a:ahLst/>
                <a:cxnLst/>
                <a:rect l="l" t="t" r="r" b="b"/>
                <a:pathLst>
                  <a:path w="169832" h="222286">
                    <a:moveTo>
                      <a:pt x="6383" y="222191"/>
                    </a:moveTo>
                    <a:cubicBezTo>
                      <a:pt x="5049" y="222191"/>
                      <a:pt x="3716" y="221810"/>
                      <a:pt x="2573" y="220953"/>
                    </a:cubicBezTo>
                    <a:cubicBezTo>
                      <a:pt x="-285" y="218857"/>
                      <a:pt x="-856" y="214857"/>
                      <a:pt x="1334" y="211999"/>
                    </a:cubicBezTo>
                    <a:lnTo>
                      <a:pt x="158306" y="2545"/>
                    </a:lnTo>
                    <a:cubicBezTo>
                      <a:pt x="160402" y="-218"/>
                      <a:pt x="164402" y="-884"/>
                      <a:pt x="167260" y="1306"/>
                    </a:cubicBezTo>
                    <a:cubicBezTo>
                      <a:pt x="170118" y="3402"/>
                      <a:pt x="170689" y="7402"/>
                      <a:pt x="168498" y="10260"/>
                    </a:cubicBezTo>
                    <a:lnTo>
                      <a:pt x="11526" y="219715"/>
                    </a:lnTo>
                    <a:cubicBezTo>
                      <a:pt x="10288" y="221429"/>
                      <a:pt x="8383" y="222286"/>
                      <a:pt x="6383" y="22228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>
                <a:off x="9084060" y="1764669"/>
                <a:ext cx="44088" cy="54033"/>
              </a:xfrm>
              <a:custGeom>
                <a:avLst/>
                <a:gdLst/>
                <a:ahLst/>
                <a:cxnLst/>
                <a:rect l="l" t="t" r="r" b="b"/>
                <a:pathLst>
                  <a:path w="44088" h="54033">
                    <a:moveTo>
                      <a:pt x="6314" y="54034"/>
                    </a:moveTo>
                    <a:cubicBezTo>
                      <a:pt x="4980" y="54034"/>
                      <a:pt x="3647" y="53653"/>
                      <a:pt x="2503" y="52700"/>
                    </a:cubicBezTo>
                    <a:cubicBezTo>
                      <a:pt x="-259" y="50605"/>
                      <a:pt x="-830" y="46604"/>
                      <a:pt x="1266" y="43747"/>
                    </a:cubicBezTo>
                    <a:lnTo>
                      <a:pt x="32603" y="2504"/>
                    </a:lnTo>
                    <a:cubicBezTo>
                      <a:pt x="34698" y="-259"/>
                      <a:pt x="38699" y="-830"/>
                      <a:pt x="41556" y="1265"/>
                    </a:cubicBezTo>
                    <a:cubicBezTo>
                      <a:pt x="44414" y="3361"/>
                      <a:pt x="44890" y="7361"/>
                      <a:pt x="42794" y="10219"/>
                    </a:cubicBezTo>
                    <a:lnTo>
                      <a:pt x="11457" y="51462"/>
                    </a:lnTo>
                    <a:cubicBezTo>
                      <a:pt x="10219" y="53081"/>
                      <a:pt x="8314" y="53939"/>
                      <a:pt x="6409" y="5393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D05C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9038122" y="4651441"/>
              <a:ext cx="3153878" cy="2202930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rot="10800000">
              <a:off x="0" y="2218"/>
              <a:ext cx="3558454" cy="2459955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5226715"/>
              <a:ext cx="1245392" cy="1631285"/>
            </a:xfrm>
            <a:custGeom>
              <a:avLst/>
              <a:gdLst/>
              <a:ahLst/>
              <a:cxnLst/>
              <a:rect l="l" t="t" r="r" b="b"/>
              <a:pathLst>
                <a:path w="1166907" h="1528481">
                  <a:moveTo>
                    <a:pt x="1039463" y="982413"/>
                  </a:moveTo>
                  <a:cubicBezTo>
                    <a:pt x="1104995" y="956124"/>
                    <a:pt x="1166908" y="931359"/>
                    <a:pt x="1166908" y="893926"/>
                  </a:cubicBezTo>
                  <a:cubicBezTo>
                    <a:pt x="1166908" y="856493"/>
                    <a:pt x="1104995" y="831727"/>
                    <a:pt x="1039463" y="805439"/>
                  </a:cubicBezTo>
                  <a:cubicBezTo>
                    <a:pt x="989171" y="785341"/>
                    <a:pt x="932212" y="762481"/>
                    <a:pt x="926973" y="739525"/>
                  </a:cubicBezTo>
                  <a:cubicBezTo>
                    <a:pt x="921449" y="715141"/>
                    <a:pt x="963930" y="668755"/>
                    <a:pt x="1001459" y="627702"/>
                  </a:cubicBezTo>
                  <a:cubicBezTo>
                    <a:pt x="1047940" y="576839"/>
                    <a:pt x="1091946" y="528737"/>
                    <a:pt x="1076325" y="496352"/>
                  </a:cubicBezTo>
                  <a:cubicBezTo>
                    <a:pt x="1060418" y="463300"/>
                    <a:pt x="994601" y="467873"/>
                    <a:pt x="924878" y="472635"/>
                  </a:cubicBezTo>
                  <a:cubicBezTo>
                    <a:pt x="870204" y="476445"/>
                    <a:pt x="808196" y="480636"/>
                    <a:pt x="793052" y="461777"/>
                  </a:cubicBezTo>
                  <a:cubicBezTo>
                    <a:pt x="777812" y="442631"/>
                    <a:pt x="795719" y="382814"/>
                    <a:pt x="811625" y="330141"/>
                  </a:cubicBezTo>
                  <a:cubicBezTo>
                    <a:pt x="831723" y="263466"/>
                    <a:pt x="850583" y="200601"/>
                    <a:pt x="822103" y="177836"/>
                  </a:cubicBezTo>
                  <a:cubicBezTo>
                    <a:pt x="793813" y="155262"/>
                    <a:pt x="736854" y="187456"/>
                    <a:pt x="676561" y="221747"/>
                  </a:cubicBezTo>
                  <a:cubicBezTo>
                    <a:pt x="628460" y="248988"/>
                    <a:pt x="573977" y="279849"/>
                    <a:pt x="551783" y="269181"/>
                  </a:cubicBezTo>
                  <a:cubicBezTo>
                    <a:pt x="530162" y="258704"/>
                    <a:pt x="520541" y="197648"/>
                    <a:pt x="512064" y="143737"/>
                  </a:cubicBezTo>
                  <a:cubicBezTo>
                    <a:pt x="501110" y="74395"/>
                    <a:pt x="490823" y="8958"/>
                    <a:pt x="454724" y="766"/>
                  </a:cubicBezTo>
                  <a:cubicBezTo>
                    <a:pt x="420053" y="-7044"/>
                    <a:pt x="383286" y="46106"/>
                    <a:pt x="344234" y="102494"/>
                  </a:cubicBezTo>
                  <a:cubicBezTo>
                    <a:pt x="312420" y="148499"/>
                    <a:pt x="276320" y="200696"/>
                    <a:pt x="250984" y="200696"/>
                  </a:cubicBezTo>
                  <a:cubicBezTo>
                    <a:pt x="225647" y="200696"/>
                    <a:pt x="189452" y="148499"/>
                    <a:pt x="157639" y="102494"/>
                  </a:cubicBezTo>
                  <a:cubicBezTo>
                    <a:pt x="118682" y="46106"/>
                    <a:pt x="81820" y="-7044"/>
                    <a:pt x="47149" y="766"/>
                  </a:cubicBezTo>
                  <a:cubicBezTo>
                    <a:pt x="21717" y="6577"/>
                    <a:pt x="9049" y="40772"/>
                    <a:pt x="0" y="84777"/>
                  </a:cubicBezTo>
                  <a:lnTo>
                    <a:pt x="0" y="186695"/>
                  </a:lnTo>
                  <a:cubicBezTo>
                    <a:pt x="2381" y="173740"/>
                    <a:pt x="4477" y="160120"/>
                    <a:pt x="6668" y="146404"/>
                  </a:cubicBezTo>
                  <a:cubicBezTo>
                    <a:pt x="15716" y="88587"/>
                    <a:pt x="26099" y="22960"/>
                    <a:pt x="50959" y="17340"/>
                  </a:cubicBezTo>
                  <a:cubicBezTo>
                    <a:pt x="74295" y="11911"/>
                    <a:pt x="111252" y="65156"/>
                    <a:pt x="143732" y="112114"/>
                  </a:cubicBezTo>
                  <a:cubicBezTo>
                    <a:pt x="181166" y="166406"/>
                    <a:pt x="216694" y="217651"/>
                    <a:pt x="250984" y="217651"/>
                  </a:cubicBezTo>
                  <a:cubicBezTo>
                    <a:pt x="285274" y="217651"/>
                    <a:pt x="320707" y="166406"/>
                    <a:pt x="358235" y="112114"/>
                  </a:cubicBezTo>
                  <a:cubicBezTo>
                    <a:pt x="390716" y="65156"/>
                    <a:pt x="427577" y="12006"/>
                    <a:pt x="450914" y="17340"/>
                  </a:cubicBezTo>
                  <a:cubicBezTo>
                    <a:pt x="475869" y="22960"/>
                    <a:pt x="486156" y="88587"/>
                    <a:pt x="495300" y="146404"/>
                  </a:cubicBezTo>
                  <a:cubicBezTo>
                    <a:pt x="505301" y="210031"/>
                    <a:pt x="514826" y="270134"/>
                    <a:pt x="544354" y="284421"/>
                  </a:cubicBezTo>
                  <a:cubicBezTo>
                    <a:pt x="574643" y="298994"/>
                    <a:pt x="628174" y="268610"/>
                    <a:pt x="684943" y="236510"/>
                  </a:cubicBezTo>
                  <a:cubicBezTo>
                    <a:pt x="735235" y="207935"/>
                    <a:pt x="792194" y="175646"/>
                    <a:pt x="811530" y="191076"/>
                  </a:cubicBezTo>
                  <a:cubicBezTo>
                    <a:pt x="831056" y="206697"/>
                    <a:pt x="812102" y="269657"/>
                    <a:pt x="795338" y="325188"/>
                  </a:cubicBezTo>
                  <a:cubicBezTo>
                    <a:pt x="776669" y="387481"/>
                    <a:pt x="758952" y="446251"/>
                    <a:pt x="779717" y="472349"/>
                  </a:cubicBezTo>
                  <a:cubicBezTo>
                    <a:pt x="800386" y="498258"/>
                    <a:pt x="861441" y="494067"/>
                    <a:pt x="926116" y="489589"/>
                  </a:cubicBezTo>
                  <a:cubicBezTo>
                    <a:pt x="984218" y="485589"/>
                    <a:pt x="1050131" y="481112"/>
                    <a:pt x="1061085" y="503782"/>
                  </a:cubicBezTo>
                  <a:cubicBezTo>
                    <a:pt x="1071658" y="525784"/>
                    <a:pt x="1027652" y="573886"/>
                    <a:pt x="988886" y="616272"/>
                  </a:cubicBezTo>
                  <a:cubicBezTo>
                    <a:pt x="944690" y="664659"/>
                    <a:pt x="902875" y="710284"/>
                    <a:pt x="910400" y="743336"/>
                  </a:cubicBezTo>
                  <a:cubicBezTo>
                    <a:pt x="917638" y="774959"/>
                    <a:pt x="973741" y="797438"/>
                    <a:pt x="1033177" y="821250"/>
                  </a:cubicBezTo>
                  <a:cubicBezTo>
                    <a:pt x="1087946" y="843157"/>
                    <a:pt x="1149953" y="868018"/>
                    <a:pt x="1149953" y="893926"/>
                  </a:cubicBezTo>
                  <a:cubicBezTo>
                    <a:pt x="1149953" y="919834"/>
                    <a:pt x="1087946" y="944694"/>
                    <a:pt x="1033177" y="966602"/>
                  </a:cubicBezTo>
                  <a:cubicBezTo>
                    <a:pt x="973741" y="990414"/>
                    <a:pt x="917638" y="1012893"/>
                    <a:pt x="910400" y="1044611"/>
                  </a:cubicBezTo>
                  <a:cubicBezTo>
                    <a:pt x="902875" y="1077568"/>
                    <a:pt x="944690" y="1123288"/>
                    <a:pt x="988886" y="1171580"/>
                  </a:cubicBezTo>
                  <a:cubicBezTo>
                    <a:pt x="1027652" y="1214061"/>
                    <a:pt x="1071658" y="1262067"/>
                    <a:pt x="1061085" y="1284165"/>
                  </a:cubicBezTo>
                  <a:cubicBezTo>
                    <a:pt x="1050131" y="1306834"/>
                    <a:pt x="984218" y="1302263"/>
                    <a:pt x="926116" y="1298262"/>
                  </a:cubicBezTo>
                  <a:cubicBezTo>
                    <a:pt x="861441" y="1293881"/>
                    <a:pt x="800386" y="1289594"/>
                    <a:pt x="779717" y="1315503"/>
                  </a:cubicBezTo>
                  <a:cubicBezTo>
                    <a:pt x="758952" y="1341601"/>
                    <a:pt x="776669" y="1400370"/>
                    <a:pt x="795338" y="1462664"/>
                  </a:cubicBezTo>
                  <a:cubicBezTo>
                    <a:pt x="801910" y="1484571"/>
                    <a:pt x="808863" y="1507622"/>
                    <a:pt x="813626" y="1528481"/>
                  </a:cubicBezTo>
                  <a:lnTo>
                    <a:pt x="831056" y="1528481"/>
                  </a:lnTo>
                  <a:cubicBezTo>
                    <a:pt x="826294" y="1506669"/>
                    <a:pt x="819055" y="1482380"/>
                    <a:pt x="811625" y="1457711"/>
                  </a:cubicBezTo>
                  <a:cubicBezTo>
                    <a:pt x="795719" y="1405037"/>
                    <a:pt x="777812" y="1345220"/>
                    <a:pt x="793052" y="1326170"/>
                  </a:cubicBezTo>
                  <a:cubicBezTo>
                    <a:pt x="808196" y="1307216"/>
                    <a:pt x="870204" y="1311502"/>
                    <a:pt x="924878" y="1315216"/>
                  </a:cubicBezTo>
                  <a:cubicBezTo>
                    <a:pt x="994601" y="1319979"/>
                    <a:pt x="1060418" y="1324551"/>
                    <a:pt x="1076325" y="1291499"/>
                  </a:cubicBezTo>
                  <a:cubicBezTo>
                    <a:pt x="1091946" y="1259114"/>
                    <a:pt x="1047940" y="1211013"/>
                    <a:pt x="1001459" y="1160150"/>
                  </a:cubicBezTo>
                  <a:cubicBezTo>
                    <a:pt x="963930" y="1119097"/>
                    <a:pt x="921449" y="1072710"/>
                    <a:pt x="926973" y="1048326"/>
                  </a:cubicBezTo>
                  <a:cubicBezTo>
                    <a:pt x="932212" y="1025371"/>
                    <a:pt x="989171" y="1002511"/>
                    <a:pt x="1039463" y="982413"/>
                  </a:cubicBezTo>
                  <a:close/>
                  <a:moveTo>
                    <a:pt x="544354" y="1503431"/>
                  </a:moveTo>
                  <a:cubicBezTo>
                    <a:pt x="535210" y="1507812"/>
                    <a:pt x="528066" y="1516575"/>
                    <a:pt x="522256" y="1528481"/>
                  </a:cubicBezTo>
                  <a:lnTo>
                    <a:pt x="541592" y="1528481"/>
                  </a:lnTo>
                  <a:cubicBezTo>
                    <a:pt x="544640" y="1523910"/>
                    <a:pt x="548069" y="1520575"/>
                    <a:pt x="551783" y="1518766"/>
                  </a:cubicBezTo>
                  <a:cubicBezTo>
                    <a:pt x="563023" y="1513336"/>
                    <a:pt x="582454" y="1518480"/>
                    <a:pt x="605123" y="1528481"/>
                  </a:cubicBezTo>
                  <a:lnTo>
                    <a:pt x="643604" y="1528481"/>
                  </a:lnTo>
                  <a:cubicBezTo>
                    <a:pt x="603028" y="1506955"/>
                    <a:pt x="567119" y="1492477"/>
                    <a:pt x="544354" y="1503431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412270" y="0"/>
              <a:ext cx="1955156" cy="1008657"/>
            </a:xfrm>
            <a:custGeom>
              <a:avLst/>
              <a:gdLst/>
              <a:ahLst/>
              <a:cxnLst/>
              <a:rect l="l" t="t" r="r" b="b"/>
              <a:pathLst>
                <a:path w="1831942" h="945091">
                  <a:moveTo>
                    <a:pt x="1704498" y="139637"/>
                  </a:moveTo>
                  <a:cubicBezTo>
                    <a:pt x="1770030" y="113348"/>
                    <a:pt x="1831943" y="88583"/>
                    <a:pt x="1831943" y="51149"/>
                  </a:cubicBezTo>
                  <a:cubicBezTo>
                    <a:pt x="1831943" y="31242"/>
                    <a:pt x="1814322" y="14859"/>
                    <a:pt x="1788033" y="0"/>
                  </a:cubicBezTo>
                  <a:lnTo>
                    <a:pt x="1749837" y="0"/>
                  </a:lnTo>
                  <a:cubicBezTo>
                    <a:pt x="1785842" y="16097"/>
                    <a:pt x="1814989" y="33433"/>
                    <a:pt x="1814989" y="51149"/>
                  </a:cubicBezTo>
                  <a:cubicBezTo>
                    <a:pt x="1814989" y="77057"/>
                    <a:pt x="1752886" y="101918"/>
                    <a:pt x="1698212" y="123825"/>
                  </a:cubicBezTo>
                  <a:cubicBezTo>
                    <a:pt x="1638776" y="147638"/>
                    <a:pt x="1582578" y="170117"/>
                    <a:pt x="1575435" y="201740"/>
                  </a:cubicBezTo>
                  <a:cubicBezTo>
                    <a:pt x="1567910" y="234791"/>
                    <a:pt x="1609630" y="280416"/>
                    <a:pt x="1653921" y="328803"/>
                  </a:cubicBezTo>
                  <a:cubicBezTo>
                    <a:pt x="1692687" y="371189"/>
                    <a:pt x="1736693" y="419291"/>
                    <a:pt x="1726025" y="441293"/>
                  </a:cubicBezTo>
                  <a:cubicBezTo>
                    <a:pt x="1715072" y="463963"/>
                    <a:pt x="1649253" y="459486"/>
                    <a:pt x="1591056" y="455486"/>
                  </a:cubicBezTo>
                  <a:cubicBezTo>
                    <a:pt x="1526477" y="451009"/>
                    <a:pt x="1465421" y="446818"/>
                    <a:pt x="1444752" y="472726"/>
                  </a:cubicBezTo>
                  <a:cubicBezTo>
                    <a:pt x="1423988" y="498824"/>
                    <a:pt x="1441609" y="557594"/>
                    <a:pt x="1460373" y="619887"/>
                  </a:cubicBezTo>
                  <a:cubicBezTo>
                    <a:pt x="1477042" y="675418"/>
                    <a:pt x="1495997" y="738378"/>
                    <a:pt x="1476565" y="753999"/>
                  </a:cubicBezTo>
                  <a:cubicBezTo>
                    <a:pt x="1458849" y="768001"/>
                    <a:pt x="1410176" y="742569"/>
                    <a:pt x="1363694" y="716375"/>
                  </a:cubicBezTo>
                  <a:cubicBezTo>
                    <a:pt x="1359122" y="713708"/>
                    <a:pt x="1354550" y="711137"/>
                    <a:pt x="1349978" y="708565"/>
                  </a:cubicBezTo>
                  <a:cubicBezTo>
                    <a:pt x="1293209" y="676465"/>
                    <a:pt x="1239583" y="646081"/>
                    <a:pt x="1209389" y="660654"/>
                  </a:cubicBezTo>
                  <a:cubicBezTo>
                    <a:pt x="1199959" y="665226"/>
                    <a:pt x="1192530" y="674465"/>
                    <a:pt x="1186529" y="687038"/>
                  </a:cubicBezTo>
                  <a:cubicBezTo>
                    <a:pt x="1184434" y="691325"/>
                    <a:pt x="1182528" y="696087"/>
                    <a:pt x="1180719" y="701135"/>
                  </a:cubicBezTo>
                  <a:cubicBezTo>
                    <a:pt x="1177957" y="709041"/>
                    <a:pt x="1175480" y="717804"/>
                    <a:pt x="1173289" y="727138"/>
                  </a:cubicBezTo>
                  <a:cubicBezTo>
                    <a:pt x="1172147" y="731711"/>
                    <a:pt x="1171098" y="736378"/>
                    <a:pt x="1170146" y="741236"/>
                  </a:cubicBezTo>
                  <a:cubicBezTo>
                    <a:pt x="1166527" y="758952"/>
                    <a:pt x="1163478" y="778288"/>
                    <a:pt x="1160336" y="798005"/>
                  </a:cubicBezTo>
                  <a:cubicBezTo>
                    <a:pt x="1160336" y="798195"/>
                    <a:pt x="1160240" y="798481"/>
                    <a:pt x="1160240" y="798671"/>
                  </a:cubicBezTo>
                  <a:cubicBezTo>
                    <a:pt x="1159573" y="803243"/>
                    <a:pt x="1158811" y="807911"/>
                    <a:pt x="1158049" y="812578"/>
                  </a:cubicBezTo>
                  <a:cubicBezTo>
                    <a:pt x="1155478" y="828675"/>
                    <a:pt x="1152715" y="844963"/>
                    <a:pt x="1149572" y="860012"/>
                  </a:cubicBezTo>
                  <a:cubicBezTo>
                    <a:pt x="1148906" y="863060"/>
                    <a:pt x="1148239" y="866013"/>
                    <a:pt x="1147572" y="868871"/>
                  </a:cubicBezTo>
                  <a:cubicBezTo>
                    <a:pt x="1145762" y="876586"/>
                    <a:pt x="1143857" y="883825"/>
                    <a:pt x="1141762" y="890492"/>
                  </a:cubicBezTo>
                  <a:cubicBezTo>
                    <a:pt x="1135189" y="910876"/>
                    <a:pt x="1126998" y="925163"/>
                    <a:pt x="1115949" y="927735"/>
                  </a:cubicBezTo>
                  <a:cubicBezTo>
                    <a:pt x="1113282" y="928307"/>
                    <a:pt x="1110519" y="928211"/>
                    <a:pt x="1107567" y="927449"/>
                  </a:cubicBezTo>
                  <a:cubicBezTo>
                    <a:pt x="1103947" y="926497"/>
                    <a:pt x="1100042" y="924497"/>
                    <a:pt x="1096042" y="921639"/>
                  </a:cubicBezTo>
                  <a:cubicBezTo>
                    <a:pt x="1091279" y="918496"/>
                    <a:pt x="1086326" y="914114"/>
                    <a:pt x="1081278" y="908971"/>
                  </a:cubicBezTo>
                  <a:cubicBezTo>
                    <a:pt x="1073848" y="901446"/>
                    <a:pt x="1066038" y="892112"/>
                    <a:pt x="1058227" y="881920"/>
                  </a:cubicBezTo>
                  <a:cubicBezTo>
                    <a:pt x="1052703" y="874681"/>
                    <a:pt x="1047179" y="867061"/>
                    <a:pt x="1041654" y="859346"/>
                  </a:cubicBezTo>
                  <a:cubicBezTo>
                    <a:pt x="1039082" y="855726"/>
                    <a:pt x="1036511" y="852107"/>
                    <a:pt x="1034034" y="848487"/>
                  </a:cubicBezTo>
                  <a:cubicBezTo>
                    <a:pt x="1030414" y="843248"/>
                    <a:pt x="1026795" y="838105"/>
                    <a:pt x="1023271" y="832961"/>
                  </a:cubicBezTo>
                  <a:cubicBezTo>
                    <a:pt x="1019842" y="828008"/>
                    <a:pt x="1016412" y="822960"/>
                    <a:pt x="1012888" y="818102"/>
                  </a:cubicBezTo>
                  <a:cubicBezTo>
                    <a:pt x="1004602" y="806006"/>
                    <a:pt x="996219" y="794385"/>
                    <a:pt x="988028" y="783622"/>
                  </a:cubicBezTo>
                  <a:cubicBezTo>
                    <a:pt x="963358" y="751237"/>
                    <a:pt x="939355" y="727424"/>
                    <a:pt x="915924" y="727424"/>
                  </a:cubicBezTo>
                  <a:cubicBezTo>
                    <a:pt x="881634" y="727424"/>
                    <a:pt x="846201" y="778669"/>
                    <a:pt x="808672" y="832961"/>
                  </a:cubicBezTo>
                  <a:cubicBezTo>
                    <a:pt x="776192" y="879920"/>
                    <a:pt x="739426" y="932974"/>
                    <a:pt x="715994" y="927735"/>
                  </a:cubicBezTo>
                  <a:cubicBezTo>
                    <a:pt x="691134" y="922115"/>
                    <a:pt x="680752" y="856488"/>
                    <a:pt x="671608" y="798671"/>
                  </a:cubicBezTo>
                  <a:cubicBezTo>
                    <a:pt x="661606" y="735044"/>
                    <a:pt x="652177" y="674942"/>
                    <a:pt x="622554" y="660654"/>
                  </a:cubicBezTo>
                  <a:cubicBezTo>
                    <a:pt x="617220" y="658082"/>
                    <a:pt x="611124" y="656844"/>
                    <a:pt x="604361" y="656844"/>
                  </a:cubicBezTo>
                  <a:cubicBezTo>
                    <a:pt x="573214" y="656844"/>
                    <a:pt x="528638" y="682085"/>
                    <a:pt x="481965" y="708565"/>
                  </a:cubicBezTo>
                  <a:cubicBezTo>
                    <a:pt x="431673" y="737140"/>
                    <a:pt x="374713" y="769430"/>
                    <a:pt x="355378" y="753999"/>
                  </a:cubicBezTo>
                  <a:cubicBezTo>
                    <a:pt x="335852" y="738378"/>
                    <a:pt x="354806" y="675418"/>
                    <a:pt x="371570" y="619887"/>
                  </a:cubicBezTo>
                  <a:cubicBezTo>
                    <a:pt x="390334" y="557594"/>
                    <a:pt x="407955" y="498824"/>
                    <a:pt x="387191" y="472726"/>
                  </a:cubicBezTo>
                  <a:cubicBezTo>
                    <a:pt x="366522" y="446818"/>
                    <a:pt x="305467" y="451009"/>
                    <a:pt x="240792" y="455486"/>
                  </a:cubicBezTo>
                  <a:cubicBezTo>
                    <a:pt x="182689" y="459486"/>
                    <a:pt x="116777" y="464058"/>
                    <a:pt x="105823" y="441293"/>
                  </a:cubicBezTo>
                  <a:cubicBezTo>
                    <a:pt x="95250" y="419291"/>
                    <a:pt x="139255" y="371189"/>
                    <a:pt x="178022" y="328803"/>
                  </a:cubicBezTo>
                  <a:cubicBezTo>
                    <a:pt x="222218" y="280416"/>
                    <a:pt x="264033" y="234791"/>
                    <a:pt x="256508" y="201740"/>
                  </a:cubicBezTo>
                  <a:cubicBezTo>
                    <a:pt x="249269" y="170117"/>
                    <a:pt x="193167" y="147638"/>
                    <a:pt x="133731" y="123825"/>
                  </a:cubicBezTo>
                  <a:cubicBezTo>
                    <a:pt x="79057" y="101918"/>
                    <a:pt x="16954" y="77057"/>
                    <a:pt x="16954" y="51149"/>
                  </a:cubicBezTo>
                  <a:cubicBezTo>
                    <a:pt x="16954" y="33433"/>
                    <a:pt x="46101" y="16193"/>
                    <a:pt x="82010" y="0"/>
                  </a:cubicBezTo>
                  <a:lnTo>
                    <a:pt x="44005" y="0"/>
                  </a:lnTo>
                  <a:cubicBezTo>
                    <a:pt x="17621" y="14859"/>
                    <a:pt x="0" y="31147"/>
                    <a:pt x="0" y="51149"/>
                  </a:cubicBezTo>
                  <a:cubicBezTo>
                    <a:pt x="0" y="88583"/>
                    <a:pt x="61913" y="113348"/>
                    <a:pt x="127445" y="139637"/>
                  </a:cubicBezTo>
                  <a:cubicBezTo>
                    <a:pt x="177736" y="159734"/>
                    <a:pt x="234696" y="182594"/>
                    <a:pt x="239935" y="205550"/>
                  </a:cubicBezTo>
                  <a:cubicBezTo>
                    <a:pt x="245459" y="229934"/>
                    <a:pt x="202978" y="276320"/>
                    <a:pt x="165545" y="317373"/>
                  </a:cubicBezTo>
                  <a:cubicBezTo>
                    <a:pt x="118967" y="368237"/>
                    <a:pt x="74962" y="416338"/>
                    <a:pt x="90583" y="448723"/>
                  </a:cubicBezTo>
                  <a:cubicBezTo>
                    <a:pt x="106489" y="481775"/>
                    <a:pt x="172307" y="477203"/>
                    <a:pt x="242030" y="472440"/>
                  </a:cubicBezTo>
                  <a:cubicBezTo>
                    <a:pt x="296703" y="468630"/>
                    <a:pt x="358807" y="464439"/>
                    <a:pt x="373856" y="483299"/>
                  </a:cubicBezTo>
                  <a:cubicBezTo>
                    <a:pt x="389191" y="502444"/>
                    <a:pt x="371189" y="562261"/>
                    <a:pt x="355282" y="614934"/>
                  </a:cubicBezTo>
                  <a:cubicBezTo>
                    <a:pt x="335280" y="681609"/>
                    <a:pt x="316325" y="744474"/>
                    <a:pt x="344805" y="767239"/>
                  </a:cubicBezTo>
                  <a:cubicBezTo>
                    <a:pt x="373094" y="789908"/>
                    <a:pt x="430053" y="757523"/>
                    <a:pt x="490347" y="723329"/>
                  </a:cubicBezTo>
                  <a:cubicBezTo>
                    <a:pt x="538448" y="696087"/>
                    <a:pt x="592931" y="665226"/>
                    <a:pt x="615124" y="675894"/>
                  </a:cubicBezTo>
                  <a:cubicBezTo>
                    <a:pt x="636746" y="686372"/>
                    <a:pt x="646366" y="747427"/>
                    <a:pt x="654844" y="801338"/>
                  </a:cubicBezTo>
                  <a:cubicBezTo>
                    <a:pt x="665797" y="870680"/>
                    <a:pt x="676084" y="936117"/>
                    <a:pt x="712184" y="944309"/>
                  </a:cubicBezTo>
                  <a:cubicBezTo>
                    <a:pt x="746855" y="952214"/>
                    <a:pt x="783717" y="898970"/>
                    <a:pt x="822674" y="842582"/>
                  </a:cubicBezTo>
                  <a:cubicBezTo>
                    <a:pt x="854487" y="796576"/>
                    <a:pt x="890588" y="744379"/>
                    <a:pt x="915924" y="744379"/>
                  </a:cubicBezTo>
                  <a:cubicBezTo>
                    <a:pt x="932973" y="744379"/>
                    <a:pt x="954977" y="768001"/>
                    <a:pt x="977169" y="797433"/>
                  </a:cubicBezTo>
                  <a:cubicBezTo>
                    <a:pt x="985456" y="808387"/>
                    <a:pt x="993838" y="820198"/>
                    <a:pt x="1001935" y="832009"/>
                  </a:cubicBezTo>
                  <a:cubicBezTo>
                    <a:pt x="1004411" y="835533"/>
                    <a:pt x="1006887" y="839057"/>
                    <a:pt x="1009269" y="842582"/>
                  </a:cubicBezTo>
                  <a:cubicBezTo>
                    <a:pt x="1013841" y="849249"/>
                    <a:pt x="1018413" y="855821"/>
                    <a:pt x="1022889" y="862298"/>
                  </a:cubicBezTo>
                  <a:cubicBezTo>
                    <a:pt x="1025557" y="865918"/>
                    <a:pt x="1028033" y="869537"/>
                    <a:pt x="1030605" y="873062"/>
                  </a:cubicBezTo>
                  <a:cubicBezTo>
                    <a:pt x="1036320" y="880967"/>
                    <a:pt x="1041845" y="888587"/>
                    <a:pt x="1047464" y="895636"/>
                  </a:cubicBezTo>
                  <a:cubicBezTo>
                    <a:pt x="1055370" y="905828"/>
                    <a:pt x="1063276" y="914972"/>
                    <a:pt x="1070991" y="922592"/>
                  </a:cubicBezTo>
                  <a:cubicBezTo>
                    <a:pt x="1075944" y="927354"/>
                    <a:pt x="1080897" y="931640"/>
                    <a:pt x="1085755" y="935069"/>
                  </a:cubicBezTo>
                  <a:cubicBezTo>
                    <a:pt x="1089470" y="937641"/>
                    <a:pt x="1093184" y="939832"/>
                    <a:pt x="1096899" y="941451"/>
                  </a:cubicBezTo>
                  <a:cubicBezTo>
                    <a:pt x="1102233" y="943832"/>
                    <a:pt x="1107567" y="945071"/>
                    <a:pt x="1112805" y="945071"/>
                  </a:cubicBezTo>
                  <a:cubicBezTo>
                    <a:pt x="1115092" y="945071"/>
                    <a:pt x="1117378" y="944880"/>
                    <a:pt x="1119759" y="944309"/>
                  </a:cubicBezTo>
                  <a:cubicBezTo>
                    <a:pt x="1122807" y="943642"/>
                    <a:pt x="1125760" y="942499"/>
                    <a:pt x="1128427" y="940975"/>
                  </a:cubicBezTo>
                  <a:cubicBezTo>
                    <a:pt x="1139190" y="935069"/>
                    <a:pt x="1147286" y="923163"/>
                    <a:pt x="1153668" y="907256"/>
                  </a:cubicBezTo>
                  <a:cubicBezTo>
                    <a:pt x="1154335" y="905542"/>
                    <a:pt x="1155002" y="903827"/>
                    <a:pt x="1155668" y="902018"/>
                  </a:cubicBezTo>
                  <a:cubicBezTo>
                    <a:pt x="1158049" y="895445"/>
                    <a:pt x="1160240" y="888302"/>
                    <a:pt x="1162145" y="880682"/>
                  </a:cubicBezTo>
                  <a:cubicBezTo>
                    <a:pt x="1163098" y="877253"/>
                    <a:pt x="1163955" y="873633"/>
                    <a:pt x="1164812" y="870013"/>
                  </a:cubicBezTo>
                  <a:cubicBezTo>
                    <a:pt x="1167956" y="856012"/>
                    <a:pt x="1170718" y="840867"/>
                    <a:pt x="1173194" y="825151"/>
                  </a:cubicBezTo>
                  <a:cubicBezTo>
                    <a:pt x="1174052" y="820388"/>
                    <a:pt x="1174813" y="815435"/>
                    <a:pt x="1175575" y="810578"/>
                  </a:cubicBezTo>
                  <a:cubicBezTo>
                    <a:pt x="1176147" y="807530"/>
                    <a:pt x="1176623" y="804386"/>
                    <a:pt x="1177099" y="801338"/>
                  </a:cubicBezTo>
                  <a:cubicBezTo>
                    <a:pt x="1179576" y="785717"/>
                    <a:pt x="1182052" y="769430"/>
                    <a:pt x="1185005" y="753999"/>
                  </a:cubicBezTo>
                  <a:cubicBezTo>
                    <a:pt x="1185958" y="749141"/>
                    <a:pt x="1186910" y="744284"/>
                    <a:pt x="1187862" y="739712"/>
                  </a:cubicBezTo>
                  <a:cubicBezTo>
                    <a:pt x="1189958" y="729996"/>
                    <a:pt x="1192244" y="720852"/>
                    <a:pt x="1194816" y="712661"/>
                  </a:cubicBezTo>
                  <a:cubicBezTo>
                    <a:pt x="1196435" y="707327"/>
                    <a:pt x="1198150" y="702374"/>
                    <a:pt x="1200055" y="697992"/>
                  </a:cubicBezTo>
                  <a:cubicBezTo>
                    <a:pt x="1204722" y="687038"/>
                    <a:pt x="1210151" y="679133"/>
                    <a:pt x="1216723" y="675894"/>
                  </a:cubicBezTo>
                  <a:cubicBezTo>
                    <a:pt x="1238917" y="665226"/>
                    <a:pt x="1293495" y="696087"/>
                    <a:pt x="1341596" y="723424"/>
                  </a:cubicBezTo>
                  <a:cubicBezTo>
                    <a:pt x="1345311" y="725519"/>
                    <a:pt x="1349121" y="727710"/>
                    <a:pt x="1352836" y="729710"/>
                  </a:cubicBezTo>
                  <a:cubicBezTo>
                    <a:pt x="1408843" y="761333"/>
                    <a:pt x="1460563" y="788480"/>
                    <a:pt x="1487138" y="767239"/>
                  </a:cubicBezTo>
                  <a:cubicBezTo>
                    <a:pt x="1515618" y="744569"/>
                    <a:pt x="1496663" y="681609"/>
                    <a:pt x="1476661" y="614934"/>
                  </a:cubicBezTo>
                  <a:cubicBezTo>
                    <a:pt x="1460754" y="562261"/>
                    <a:pt x="1442752" y="502444"/>
                    <a:pt x="1457992" y="483299"/>
                  </a:cubicBezTo>
                  <a:cubicBezTo>
                    <a:pt x="1473136" y="464439"/>
                    <a:pt x="1535239" y="468630"/>
                    <a:pt x="1589913" y="472440"/>
                  </a:cubicBezTo>
                  <a:cubicBezTo>
                    <a:pt x="1659541" y="477203"/>
                    <a:pt x="1725453" y="481775"/>
                    <a:pt x="1741361" y="448723"/>
                  </a:cubicBezTo>
                  <a:cubicBezTo>
                    <a:pt x="1756981" y="416338"/>
                    <a:pt x="1712976" y="368237"/>
                    <a:pt x="1666398" y="317373"/>
                  </a:cubicBezTo>
                  <a:cubicBezTo>
                    <a:pt x="1628965" y="276320"/>
                    <a:pt x="1586484" y="229934"/>
                    <a:pt x="1592008" y="205550"/>
                  </a:cubicBezTo>
                  <a:cubicBezTo>
                    <a:pt x="1597247" y="182594"/>
                    <a:pt x="1654207" y="159734"/>
                    <a:pt x="1704498" y="139637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116486" y="441807"/>
              <a:ext cx="506210" cy="650564"/>
              <a:chOff x="10574885" y="3680443"/>
              <a:chExt cx="828337" cy="1064552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10574885" y="3680443"/>
                <a:ext cx="828337" cy="912416"/>
              </a:xfrm>
              <a:custGeom>
                <a:avLst/>
                <a:gdLst/>
                <a:ahLst/>
                <a:cxnLst/>
                <a:rect l="l" t="t" r="r" b="b"/>
                <a:pathLst>
                  <a:path w="828337" h="912416">
                    <a:moveTo>
                      <a:pt x="500022" y="912417"/>
                    </a:moveTo>
                    <a:lnTo>
                      <a:pt x="155979" y="831550"/>
                    </a:lnTo>
                    <a:lnTo>
                      <a:pt x="128261" y="644478"/>
                    </a:lnTo>
                    <a:cubicBezTo>
                      <a:pt x="128261" y="644478"/>
                      <a:pt x="-57761" y="508843"/>
                      <a:pt x="18248" y="289958"/>
                    </a:cubicBezTo>
                    <a:cubicBezTo>
                      <a:pt x="100067" y="54405"/>
                      <a:pt x="309617" y="-28653"/>
                      <a:pt x="532884" y="8494"/>
                    </a:cubicBezTo>
                    <a:cubicBezTo>
                      <a:pt x="769103" y="47833"/>
                      <a:pt x="858925" y="307770"/>
                      <a:pt x="819300" y="487983"/>
                    </a:cubicBezTo>
                    <a:cubicBezTo>
                      <a:pt x="782820" y="654099"/>
                      <a:pt x="572793" y="745825"/>
                      <a:pt x="572793" y="745825"/>
                    </a:cubicBezTo>
                    <a:lnTo>
                      <a:pt x="500022" y="912321"/>
                    </a:lnTo>
                    <a:close/>
                  </a:path>
                </a:pathLst>
              </a:custGeom>
              <a:solidFill>
                <a:srgbClr val="D84C4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10847148" y="3986512"/>
                <a:ext cx="323628" cy="476330"/>
              </a:xfrm>
              <a:custGeom>
                <a:avLst/>
                <a:gdLst/>
                <a:ahLst/>
                <a:cxnLst/>
                <a:rect l="l" t="t" r="r" b="b"/>
                <a:pathLst>
                  <a:path w="323628" h="476330">
                    <a:moveTo>
                      <a:pt x="300435" y="133335"/>
                    </a:moveTo>
                    <a:cubicBezTo>
                      <a:pt x="286624" y="131526"/>
                      <a:pt x="275861" y="141813"/>
                      <a:pt x="267860" y="150957"/>
                    </a:cubicBezTo>
                    <a:cubicBezTo>
                      <a:pt x="234712" y="189057"/>
                      <a:pt x="204614" y="230300"/>
                      <a:pt x="178134" y="273734"/>
                    </a:cubicBezTo>
                    <a:cubicBezTo>
                      <a:pt x="169657" y="270876"/>
                      <a:pt x="161847" y="266114"/>
                      <a:pt x="155655" y="259256"/>
                    </a:cubicBezTo>
                    <a:cubicBezTo>
                      <a:pt x="147749" y="250493"/>
                      <a:pt x="142606" y="238491"/>
                      <a:pt x="140605" y="224680"/>
                    </a:cubicBezTo>
                    <a:cubicBezTo>
                      <a:pt x="140796" y="224394"/>
                      <a:pt x="141082" y="224109"/>
                      <a:pt x="141273" y="223918"/>
                    </a:cubicBezTo>
                    <a:cubicBezTo>
                      <a:pt x="183183" y="175912"/>
                      <a:pt x="204614" y="112952"/>
                      <a:pt x="223569" y="57421"/>
                    </a:cubicBezTo>
                    <a:cubicBezTo>
                      <a:pt x="226521" y="48658"/>
                      <a:pt x="229950" y="38657"/>
                      <a:pt x="229188" y="28084"/>
                    </a:cubicBezTo>
                    <a:cubicBezTo>
                      <a:pt x="228427" y="17321"/>
                      <a:pt x="222235" y="4843"/>
                      <a:pt x="210043" y="1033"/>
                    </a:cubicBezTo>
                    <a:cubicBezTo>
                      <a:pt x="197755" y="-2682"/>
                      <a:pt x="185469" y="4176"/>
                      <a:pt x="178800" y="12749"/>
                    </a:cubicBezTo>
                    <a:cubicBezTo>
                      <a:pt x="172229" y="21131"/>
                      <a:pt x="169562" y="31418"/>
                      <a:pt x="167085" y="40467"/>
                    </a:cubicBezTo>
                    <a:lnTo>
                      <a:pt x="137367" y="152004"/>
                    </a:lnTo>
                    <a:cubicBezTo>
                      <a:pt x="132318" y="170673"/>
                      <a:pt x="127176" y="189914"/>
                      <a:pt x="126985" y="210011"/>
                    </a:cubicBezTo>
                    <a:cubicBezTo>
                      <a:pt x="126890" y="213536"/>
                      <a:pt x="126985" y="216965"/>
                      <a:pt x="127271" y="220299"/>
                    </a:cubicBezTo>
                    <a:cubicBezTo>
                      <a:pt x="114602" y="233538"/>
                      <a:pt x="103077" y="239730"/>
                      <a:pt x="91362" y="239063"/>
                    </a:cubicBezTo>
                    <a:cubicBezTo>
                      <a:pt x="84313" y="238682"/>
                      <a:pt x="77265" y="235634"/>
                      <a:pt x="70026" y="229919"/>
                    </a:cubicBezTo>
                    <a:cubicBezTo>
                      <a:pt x="70883" y="221061"/>
                      <a:pt x="71549" y="212012"/>
                      <a:pt x="72121" y="203058"/>
                    </a:cubicBezTo>
                    <a:cubicBezTo>
                      <a:pt x="74884" y="157338"/>
                      <a:pt x="74216" y="104665"/>
                      <a:pt x="48213" y="61136"/>
                    </a:cubicBezTo>
                    <a:cubicBezTo>
                      <a:pt x="46689" y="58564"/>
                      <a:pt x="44975" y="56183"/>
                      <a:pt x="42974" y="53992"/>
                    </a:cubicBezTo>
                    <a:lnTo>
                      <a:pt x="42974" y="53992"/>
                    </a:lnTo>
                    <a:cubicBezTo>
                      <a:pt x="35069" y="44943"/>
                      <a:pt x="24019" y="39419"/>
                      <a:pt x="13828" y="44943"/>
                    </a:cubicBezTo>
                    <a:cubicBezTo>
                      <a:pt x="13161" y="45324"/>
                      <a:pt x="12590" y="45705"/>
                      <a:pt x="12018" y="46182"/>
                    </a:cubicBezTo>
                    <a:cubicBezTo>
                      <a:pt x="4684" y="51230"/>
                      <a:pt x="2588" y="60564"/>
                      <a:pt x="1731" y="67327"/>
                    </a:cubicBezTo>
                    <a:cubicBezTo>
                      <a:pt x="-5699" y="122763"/>
                      <a:pt x="11065" y="181436"/>
                      <a:pt x="46689" y="224490"/>
                    </a:cubicBezTo>
                    <a:cubicBezTo>
                      <a:pt x="50023" y="228585"/>
                      <a:pt x="53357" y="232110"/>
                      <a:pt x="56690" y="235253"/>
                    </a:cubicBezTo>
                    <a:cubicBezTo>
                      <a:pt x="50308" y="300594"/>
                      <a:pt x="36879" y="365078"/>
                      <a:pt x="16495" y="427467"/>
                    </a:cubicBezTo>
                    <a:cubicBezTo>
                      <a:pt x="14590" y="433182"/>
                      <a:pt x="12685" y="438897"/>
                      <a:pt x="10685" y="444612"/>
                    </a:cubicBezTo>
                    <a:cubicBezTo>
                      <a:pt x="9542" y="447946"/>
                      <a:pt x="11256" y="451566"/>
                      <a:pt x="14590" y="452709"/>
                    </a:cubicBezTo>
                    <a:cubicBezTo>
                      <a:pt x="17923" y="453852"/>
                      <a:pt x="21543" y="452137"/>
                      <a:pt x="22686" y="448803"/>
                    </a:cubicBezTo>
                    <a:cubicBezTo>
                      <a:pt x="24782" y="442898"/>
                      <a:pt x="26782" y="436897"/>
                      <a:pt x="28592" y="430896"/>
                    </a:cubicBezTo>
                    <a:cubicBezTo>
                      <a:pt x="48404" y="370317"/>
                      <a:pt x="61834" y="307833"/>
                      <a:pt x="68597" y="244492"/>
                    </a:cubicBezTo>
                    <a:cubicBezTo>
                      <a:pt x="75836" y="248969"/>
                      <a:pt x="83170" y="251350"/>
                      <a:pt x="90694" y="251731"/>
                    </a:cubicBezTo>
                    <a:cubicBezTo>
                      <a:pt x="103839" y="252398"/>
                      <a:pt x="116698" y="247159"/>
                      <a:pt x="129748" y="235539"/>
                    </a:cubicBezTo>
                    <a:cubicBezTo>
                      <a:pt x="132890" y="248111"/>
                      <a:pt x="138415" y="259161"/>
                      <a:pt x="146226" y="267733"/>
                    </a:cubicBezTo>
                    <a:cubicBezTo>
                      <a:pt x="153465" y="275734"/>
                      <a:pt x="162036" y="281354"/>
                      <a:pt x="171372" y="284973"/>
                    </a:cubicBezTo>
                    <a:cubicBezTo>
                      <a:pt x="140416" y="337361"/>
                      <a:pt x="114697" y="392892"/>
                      <a:pt x="94981" y="450042"/>
                    </a:cubicBezTo>
                    <a:cubicBezTo>
                      <a:pt x="92791" y="456042"/>
                      <a:pt x="90790" y="462043"/>
                      <a:pt x="88885" y="468044"/>
                    </a:cubicBezTo>
                    <a:cubicBezTo>
                      <a:pt x="87837" y="471377"/>
                      <a:pt x="89647" y="474997"/>
                      <a:pt x="92980" y="476045"/>
                    </a:cubicBezTo>
                    <a:cubicBezTo>
                      <a:pt x="93648" y="476235"/>
                      <a:pt x="94314" y="476331"/>
                      <a:pt x="94981" y="476331"/>
                    </a:cubicBezTo>
                    <a:cubicBezTo>
                      <a:pt x="97648" y="476331"/>
                      <a:pt x="100124" y="474616"/>
                      <a:pt x="100982" y="471949"/>
                    </a:cubicBezTo>
                    <a:cubicBezTo>
                      <a:pt x="102982" y="465758"/>
                      <a:pt x="104982" y="459662"/>
                      <a:pt x="107268" y="453566"/>
                    </a:cubicBezTo>
                    <a:cubicBezTo>
                      <a:pt x="126985" y="396321"/>
                      <a:pt x="152893" y="340885"/>
                      <a:pt x="184040" y="288593"/>
                    </a:cubicBezTo>
                    <a:cubicBezTo>
                      <a:pt x="206423" y="292879"/>
                      <a:pt x="230808" y="287355"/>
                      <a:pt x="249000" y="276306"/>
                    </a:cubicBezTo>
                    <a:cubicBezTo>
                      <a:pt x="281576" y="256684"/>
                      <a:pt x="301198" y="222108"/>
                      <a:pt x="314722" y="194105"/>
                    </a:cubicBezTo>
                    <a:cubicBezTo>
                      <a:pt x="319485" y="184103"/>
                      <a:pt x="324152" y="173340"/>
                      <a:pt x="323581" y="161625"/>
                    </a:cubicBezTo>
                    <a:cubicBezTo>
                      <a:pt x="322914" y="149242"/>
                      <a:pt x="314627" y="135145"/>
                      <a:pt x="300435" y="133335"/>
                    </a:cubicBezTo>
                    <a:close/>
                    <a:moveTo>
                      <a:pt x="59358" y="202296"/>
                    </a:moveTo>
                    <a:cubicBezTo>
                      <a:pt x="58976" y="207726"/>
                      <a:pt x="58690" y="213060"/>
                      <a:pt x="58215" y="218394"/>
                    </a:cubicBezTo>
                    <a:cubicBezTo>
                      <a:pt x="57643" y="217727"/>
                      <a:pt x="57072" y="217060"/>
                      <a:pt x="56500" y="216393"/>
                    </a:cubicBezTo>
                    <a:cubicBezTo>
                      <a:pt x="23162" y="176007"/>
                      <a:pt x="7350" y="120953"/>
                      <a:pt x="14399" y="69042"/>
                    </a:cubicBezTo>
                    <a:cubicBezTo>
                      <a:pt x="14971" y="64469"/>
                      <a:pt x="16209" y="58183"/>
                      <a:pt x="19829" y="56183"/>
                    </a:cubicBezTo>
                    <a:cubicBezTo>
                      <a:pt x="20686" y="55707"/>
                      <a:pt x="21543" y="55516"/>
                      <a:pt x="22496" y="55516"/>
                    </a:cubicBezTo>
                    <a:cubicBezTo>
                      <a:pt x="27639" y="55516"/>
                      <a:pt x="33926" y="62088"/>
                      <a:pt x="37259" y="67708"/>
                    </a:cubicBezTo>
                    <a:cubicBezTo>
                      <a:pt x="61453" y="108189"/>
                      <a:pt x="62024" y="158481"/>
                      <a:pt x="59358" y="202296"/>
                    </a:cubicBezTo>
                    <a:close/>
                    <a:moveTo>
                      <a:pt x="149655" y="155243"/>
                    </a:moveTo>
                    <a:lnTo>
                      <a:pt x="179373" y="43705"/>
                    </a:lnTo>
                    <a:cubicBezTo>
                      <a:pt x="181658" y="35418"/>
                      <a:pt x="183944" y="26941"/>
                      <a:pt x="188898" y="20559"/>
                    </a:cubicBezTo>
                    <a:cubicBezTo>
                      <a:pt x="192136" y="16368"/>
                      <a:pt x="197755" y="12749"/>
                      <a:pt x="203090" y="12749"/>
                    </a:cubicBezTo>
                    <a:cubicBezTo>
                      <a:pt x="204137" y="12749"/>
                      <a:pt x="205185" y="12939"/>
                      <a:pt x="206233" y="13225"/>
                    </a:cubicBezTo>
                    <a:cubicBezTo>
                      <a:pt x="212710" y="15225"/>
                      <a:pt x="216044" y="22750"/>
                      <a:pt x="216520" y="28941"/>
                    </a:cubicBezTo>
                    <a:cubicBezTo>
                      <a:pt x="217091" y="37038"/>
                      <a:pt x="214234" y="45324"/>
                      <a:pt x="211472" y="53325"/>
                    </a:cubicBezTo>
                    <a:cubicBezTo>
                      <a:pt x="194231" y="103998"/>
                      <a:pt x="174801" y="160863"/>
                      <a:pt x="139844" y="205630"/>
                    </a:cubicBezTo>
                    <a:cubicBezTo>
                      <a:pt x="140700" y="188676"/>
                      <a:pt x="145273" y="171721"/>
                      <a:pt x="149655" y="155243"/>
                    </a:cubicBezTo>
                    <a:close/>
                    <a:moveTo>
                      <a:pt x="303198" y="188580"/>
                    </a:moveTo>
                    <a:cubicBezTo>
                      <a:pt x="290434" y="214965"/>
                      <a:pt x="272051" y="247540"/>
                      <a:pt x="242428" y="265447"/>
                    </a:cubicBezTo>
                    <a:cubicBezTo>
                      <a:pt x="227854" y="274210"/>
                      <a:pt x="208900" y="278687"/>
                      <a:pt x="191279" y="276591"/>
                    </a:cubicBezTo>
                    <a:cubicBezTo>
                      <a:pt x="216805" y="235158"/>
                      <a:pt x="245666" y="195819"/>
                      <a:pt x="277479" y="159339"/>
                    </a:cubicBezTo>
                    <a:cubicBezTo>
                      <a:pt x="283671" y="152195"/>
                      <a:pt x="291005" y="144956"/>
                      <a:pt x="298721" y="145908"/>
                    </a:cubicBezTo>
                    <a:cubicBezTo>
                      <a:pt x="305769" y="146861"/>
                      <a:pt x="310532" y="155148"/>
                      <a:pt x="310817" y="162196"/>
                    </a:cubicBezTo>
                    <a:cubicBezTo>
                      <a:pt x="311294" y="170959"/>
                      <a:pt x="307293" y="180008"/>
                      <a:pt x="303198" y="18858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764869" y="4673346"/>
                <a:ext cx="150018" cy="71649"/>
              </a:xfrm>
              <a:custGeom>
                <a:avLst/>
                <a:gdLst/>
                <a:ahLst/>
                <a:cxnLst/>
                <a:rect l="l" t="t" r="r" b="b"/>
                <a:pathLst>
                  <a:path w="150018" h="71649">
                    <a:moveTo>
                      <a:pt x="0" y="0"/>
                    </a:moveTo>
                    <a:lnTo>
                      <a:pt x="26574" y="42291"/>
                    </a:lnTo>
                    <a:cubicBezTo>
                      <a:pt x="30575" y="48577"/>
                      <a:pt x="36576" y="53340"/>
                      <a:pt x="43624" y="55721"/>
                    </a:cubicBezTo>
                    <a:lnTo>
                      <a:pt x="86487" y="70009"/>
                    </a:lnTo>
                    <a:cubicBezTo>
                      <a:pt x="96584" y="73342"/>
                      <a:pt x="107632" y="71533"/>
                      <a:pt x="116109" y="65151"/>
                    </a:cubicBezTo>
                    <a:lnTo>
                      <a:pt x="150019" y="395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681525" y="4400931"/>
                <a:ext cx="456818" cy="332708"/>
              </a:xfrm>
              <a:custGeom>
                <a:avLst/>
                <a:gdLst/>
                <a:ahLst/>
                <a:cxnLst/>
                <a:rect l="l" t="t" r="r" b="b"/>
                <a:pathLst>
                  <a:path w="456818" h="332708">
                    <a:moveTo>
                      <a:pt x="6190" y="0"/>
                    </a:moveTo>
                    <a:lnTo>
                      <a:pt x="456819" y="118777"/>
                    </a:lnTo>
                    <a:lnTo>
                      <a:pt x="358615" y="298323"/>
                    </a:lnTo>
                    <a:lnTo>
                      <a:pt x="279463" y="332708"/>
                    </a:lnTo>
                    <a:lnTo>
                      <a:pt x="44005" y="270605"/>
                    </a:lnTo>
                    <a:lnTo>
                      <a:pt x="0" y="216598"/>
                    </a:lnTo>
                    <a:lnTo>
                      <a:pt x="619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  <a:lumMod val="75000"/>
                  <a:lumOff val="2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657640" y="4363907"/>
                <a:ext cx="514971" cy="192158"/>
              </a:xfrm>
              <a:custGeom>
                <a:avLst/>
                <a:gdLst/>
                <a:ahLst/>
                <a:cxnLst/>
                <a:rect l="l" t="t" r="r" b="b"/>
                <a:pathLst>
                  <a:path w="514971" h="192158">
                    <a:moveTo>
                      <a:pt x="493658" y="132941"/>
                    </a:moveTo>
                    <a:cubicBezTo>
                      <a:pt x="341258" y="89030"/>
                      <a:pt x="188953" y="45120"/>
                      <a:pt x="36553" y="1305"/>
                    </a:cubicBezTo>
                    <a:cubicBezTo>
                      <a:pt x="-499" y="-9363"/>
                      <a:pt x="-15739" y="48549"/>
                      <a:pt x="21313" y="59217"/>
                    </a:cubicBezTo>
                    <a:cubicBezTo>
                      <a:pt x="173714" y="103128"/>
                      <a:pt x="326018" y="147038"/>
                      <a:pt x="478418" y="190853"/>
                    </a:cubicBezTo>
                    <a:cubicBezTo>
                      <a:pt x="515471" y="201521"/>
                      <a:pt x="530710" y="143609"/>
                      <a:pt x="493658" y="132941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55665" y="4450890"/>
                <a:ext cx="460723" cy="156542"/>
              </a:xfrm>
              <a:custGeom>
                <a:avLst/>
                <a:gdLst/>
                <a:ahLst/>
                <a:cxnLst/>
                <a:rect l="l" t="t" r="r" b="b"/>
                <a:pathLst>
                  <a:path w="460723" h="156542">
                    <a:moveTo>
                      <a:pt x="454295" y="156543"/>
                    </a:moveTo>
                    <a:cubicBezTo>
                      <a:pt x="453627" y="156543"/>
                      <a:pt x="452961" y="156543"/>
                      <a:pt x="452389" y="156257"/>
                    </a:cubicBezTo>
                    <a:lnTo>
                      <a:pt x="4429" y="12430"/>
                    </a:lnTo>
                    <a:cubicBezTo>
                      <a:pt x="1095" y="11382"/>
                      <a:pt x="-810" y="7763"/>
                      <a:pt x="333" y="4429"/>
                    </a:cubicBezTo>
                    <a:cubicBezTo>
                      <a:pt x="1381" y="1095"/>
                      <a:pt x="5000" y="-810"/>
                      <a:pt x="8334" y="333"/>
                    </a:cubicBezTo>
                    <a:lnTo>
                      <a:pt x="456295" y="144161"/>
                    </a:lnTo>
                    <a:cubicBezTo>
                      <a:pt x="459628" y="145208"/>
                      <a:pt x="461534" y="148828"/>
                      <a:pt x="460391" y="152162"/>
                    </a:cubicBezTo>
                    <a:cubicBezTo>
                      <a:pt x="459533" y="154829"/>
                      <a:pt x="457056" y="156543"/>
                      <a:pt x="454295" y="156543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654610" y="4529559"/>
                <a:ext cx="436544" cy="132451"/>
              </a:xfrm>
              <a:custGeom>
                <a:avLst/>
                <a:gdLst/>
                <a:ahLst/>
                <a:cxnLst/>
                <a:rect l="l" t="t" r="r" b="b"/>
                <a:pathLst>
                  <a:path w="436544" h="132451">
                    <a:moveTo>
                      <a:pt x="430108" y="132452"/>
                    </a:moveTo>
                    <a:cubicBezTo>
                      <a:pt x="429536" y="132452"/>
                      <a:pt x="428965" y="132452"/>
                      <a:pt x="428393" y="132166"/>
                    </a:cubicBezTo>
                    <a:lnTo>
                      <a:pt x="4626" y="12532"/>
                    </a:lnTo>
                    <a:cubicBezTo>
                      <a:pt x="1197" y="11579"/>
                      <a:pt x="-708" y="8055"/>
                      <a:pt x="245" y="4626"/>
                    </a:cubicBezTo>
                    <a:cubicBezTo>
                      <a:pt x="1197" y="1197"/>
                      <a:pt x="4721" y="-708"/>
                      <a:pt x="8150" y="245"/>
                    </a:cubicBezTo>
                    <a:lnTo>
                      <a:pt x="431917" y="119879"/>
                    </a:lnTo>
                    <a:cubicBezTo>
                      <a:pt x="435347" y="120831"/>
                      <a:pt x="437252" y="124355"/>
                      <a:pt x="436299" y="127784"/>
                    </a:cubicBezTo>
                    <a:cubicBezTo>
                      <a:pt x="435537" y="130547"/>
                      <a:pt x="432966" y="132452"/>
                      <a:pt x="430203" y="132452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650389" y="4609634"/>
                <a:ext cx="422031" cy="82190"/>
              </a:xfrm>
              <a:custGeom>
                <a:avLst/>
                <a:gdLst/>
                <a:ahLst/>
                <a:cxnLst/>
                <a:rect l="l" t="t" r="r" b="b"/>
                <a:pathLst>
                  <a:path w="422031" h="82190">
                    <a:moveTo>
                      <a:pt x="415661" y="82095"/>
                    </a:moveTo>
                    <a:cubicBezTo>
                      <a:pt x="415661" y="82095"/>
                      <a:pt x="414898" y="82095"/>
                      <a:pt x="414613" y="82095"/>
                    </a:cubicBezTo>
                    <a:lnTo>
                      <a:pt x="5323" y="12658"/>
                    </a:lnTo>
                    <a:cubicBezTo>
                      <a:pt x="1894" y="12086"/>
                      <a:pt x="-487" y="8753"/>
                      <a:pt x="85" y="5324"/>
                    </a:cubicBezTo>
                    <a:cubicBezTo>
                      <a:pt x="656" y="1895"/>
                      <a:pt x="3895" y="-487"/>
                      <a:pt x="7419" y="85"/>
                    </a:cubicBezTo>
                    <a:lnTo>
                      <a:pt x="416708" y="69522"/>
                    </a:lnTo>
                    <a:cubicBezTo>
                      <a:pt x="420137" y="70094"/>
                      <a:pt x="422518" y="73427"/>
                      <a:pt x="421946" y="76856"/>
                    </a:cubicBezTo>
                    <a:cubicBezTo>
                      <a:pt x="421471" y="80000"/>
                      <a:pt x="418708" y="82190"/>
                      <a:pt x="415661" y="8219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0736083" y="3735808"/>
                <a:ext cx="301604" cy="144104"/>
              </a:xfrm>
              <a:custGeom>
                <a:avLst/>
                <a:gdLst/>
                <a:ahLst/>
                <a:cxnLst/>
                <a:rect l="l" t="t" r="r" b="b"/>
                <a:pathLst>
                  <a:path w="301604" h="144104">
                    <a:moveTo>
                      <a:pt x="6402" y="144105"/>
                    </a:moveTo>
                    <a:cubicBezTo>
                      <a:pt x="5069" y="144105"/>
                      <a:pt x="3736" y="143724"/>
                      <a:pt x="2593" y="142866"/>
                    </a:cubicBezTo>
                    <a:cubicBezTo>
                      <a:pt x="-265" y="140771"/>
                      <a:pt x="-836" y="136771"/>
                      <a:pt x="1259" y="133913"/>
                    </a:cubicBezTo>
                    <a:cubicBezTo>
                      <a:pt x="68220" y="43711"/>
                      <a:pt x="183757" y="-8486"/>
                      <a:pt x="295771" y="1134"/>
                    </a:cubicBezTo>
                    <a:cubicBezTo>
                      <a:pt x="299295" y="1420"/>
                      <a:pt x="301867" y="4468"/>
                      <a:pt x="301582" y="7992"/>
                    </a:cubicBezTo>
                    <a:cubicBezTo>
                      <a:pt x="301296" y="11517"/>
                      <a:pt x="298248" y="13993"/>
                      <a:pt x="294724" y="13803"/>
                    </a:cubicBezTo>
                    <a:cubicBezTo>
                      <a:pt x="187092" y="4563"/>
                      <a:pt x="75935" y="54760"/>
                      <a:pt x="11546" y="141533"/>
                    </a:cubicBezTo>
                    <a:cubicBezTo>
                      <a:pt x="10307" y="143247"/>
                      <a:pt x="8403" y="144105"/>
                      <a:pt x="6402" y="1441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0676932" y="3908937"/>
                <a:ext cx="50149" cy="96896"/>
              </a:xfrm>
              <a:custGeom>
                <a:avLst/>
                <a:gdLst/>
                <a:ahLst/>
                <a:cxnLst/>
                <a:rect l="l" t="t" r="r" b="b"/>
                <a:pathLst>
                  <a:path w="50149" h="96896">
                    <a:moveTo>
                      <a:pt x="6307" y="96896"/>
                    </a:moveTo>
                    <a:cubicBezTo>
                      <a:pt x="6307" y="96896"/>
                      <a:pt x="5545" y="96896"/>
                      <a:pt x="5164" y="96801"/>
                    </a:cubicBezTo>
                    <a:cubicBezTo>
                      <a:pt x="1735" y="96135"/>
                      <a:pt x="-551" y="92801"/>
                      <a:pt x="116" y="89372"/>
                    </a:cubicBezTo>
                    <a:cubicBezTo>
                      <a:pt x="6021" y="57939"/>
                      <a:pt x="19261" y="27936"/>
                      <a:pt x="38692" y="2504"/>
                    </a:cubicBezTo>
                    <a:cubicBezTo>
                      <a:pt x="40787" y="-259"/>
                      <a:pt x="44788" y="-830"/>
                      <a:pt x="47645" y="1265"/>
                    </a:cubicBezTo>
                    <a:cubicBezTo>
                      <a:pt x="50408" y="3361"/>
                      <a:pt x="50980" y="7362"/>
                      <a:pt x="48883" y="10219"/>
                    </a:cubicBezTo>
                    <a:cubicBezTo>
                      <a:pt x="30692" y="34031"/>
                      <a:pt x="18213" y="62226"/>
                      <a:pt x="12689" y="91658"/>
                    </a:cubicBezTo>
                    <a:cubicBezTo>
                      <a:pt x="12117" y="94706"/>
                      <a:pt x="9451" y="96896"/>
                      <a:pt x="6402" y="9689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0896823" y="5402252"/>
              <a:ext cx="995954" cy="1212434"/>
              <a:chOff x="8672523" y="960337"/>
              <a:chExt cx="989909" cy="1205075"/>
            </a:xfrm>
          </p:grpSpPr>
          <p:sp>
            <p:nvSpPr>
              <p:cNvPr id="19" name="AutoShape 19"/>
              <p:cNvSpPr/>
              <p:nvPr/>
            </p:nvSpPr>
            <p:spPr>
              <a:xfrm>
                <a:off x="8680799" y="1194625"/>
                <a:ext cx="807815" cy="956481"/>
              </a:xfrm>
              <a:custGeom>
                <a:avLst/>
                <a:gdLst/>
                <a:ahLst/>
                <a:cxnLst/>
                <a:rect l="l" t="t" r="r" b="b"/>
                <a:pathLst>
                  <a:path w="807815" h="956481">
                    <a:moveTo>
                      <a:pt x="223742" y="927354"/>
                    </a:moveTo>
                    <a:lnTo>
                      <a:pt x="56007" y="955834"/>
                    </a:lnTo>
                    <a:cubicBezTo>
                      <a:pt x="29242" y="960406"/>
                      <a:pt x="4763" y="940213"/>
                      <a:pt x="4096" y="913067"/>
                    </a:cubicBezTo>
                    <a:lnTo>
                      <a:pt x="0" y="749999"/>
                    </a:lnTo>
                    <a:lnTo>
                      <a:pt x="591598" y="0"/>
                    </a:lnTo>
                    <a:lnTo>
                      <a:pt x="807815" y="175641"/>
                    </a:lnTo>
                    <a:lnTo>
                      <a:pt x="223647" y="927259"/>
                    </a:lnTo>
                    <a:close/>
                  </a:path>
                </a:pathLst>
              </a:custGeom>
              <a:solidFill>
                <a:srgbClr val="FF6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8712993" y="1224819"/>
                <a:ext cx="726185" cy="881349"/>
              </a:xfrm>
              <a:custGeom>
                <a:avLst/>
                <a:gdLst/>
                <a:ahLst/>
                <a:cxnLst/>
                <a:rect l="l" t="t" r="r" b="b"/>
                <a:pathLst>
                  <a:path w="726185" h="881348">
                    <a:moveTo>
                      <a:pt x="587597" y="0"/>
                    </a:moveTo>
                    <a:lnTo>
                      <a:pt x="0" y="750380"/>
                    </a:lnTo>
                    <a:lnTo>
                      <a:pt x="54007" y="802958"/>
                    </a:lnTo>
                    <a:lnTo>
                      <a:pt x="645890" y="47339"/>
                    </a:lnTo>
                    <a:lnTo>
                      <a:pt x="671989" y="68485"/>
                    </a:lnTo>
                    <a:lnTo>
                      <a:pt x="77724" y="856107"/>
                    </a:lnTo>
                    <a:lnTo>
                      <a:pt x="134302" y="881348"/>
                    </a:lnTo>
                    <a:lnTo>
                      <a:pt x="726186" y="90678"/>
                    </a:lnTo>
                    <a:lnTo>
                      <a:pt x="587597" y="0"/>
                    </a:lnTo>
                    <a:close/>
                  </a:path>
                </a:pathLst>
              </a:custGeom>
              <a:solidFill>
                <a:srgbClr val="FF6000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8680799" y="1941024"/>
                <a:ext cx="223742" cy="210082"/>
              </a:xfrm>
              <a:custGeom>
                <a:avLst/>
                <a:gdLst/>
                <a:ahLst/>
                <a:cxnLst/>
                <a:rect l="l" t="t" r="r" b="b"/>
                <a:pathLst>
                  <a:path w="223742" h="210082">
                    <a:moveTo>
                      <a:pt x="223742" y="180955"/>
                    </a:moveTo>
                    <a:lnTo>
                      <a:pt x="56007" y="209435"/>
                    </a:lnTo>
                    <a:cubicBezTo>
                      <a:pt x="29242" y="214007"/>
                      <a:pt x="4763" y="193814"/>
                      <a:pt x="4096" y="166668"/>
                    </a:cubicBezTo>
                    <a:lnTo>
                      <a:pt x="0" y="3600"/>
                    </a:lnTo>
                    <a:cubicBezTo>
                      <a:pt x="64294" y="-16307"/>
                      <a:pt x="60674" y="52844"/>
                      <a:pt x="60674" y="52844"/>
                    </a:cubicBezTo>
                    <a:cubicBezTo>
                      <a:pt x="146304" y="17411"/>
                      <a:pt x="142399" y="119233"/>
                      <a:pt x="142399" y="119233"/>
                    </a:cubicBezTo>
                    <a:cubicBezTo>
                      <a:pt x="220694" y="117233"/>
                      <a:pt x="223647" y="180860"/>
                      <a:pt x="223647" y="18086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8672523" y="2062937"/>
                <a:ext cx="107868" cy="102475"/>
              </a:xfrm>
              <a:custGeom>
                <a:avLst/>
                <a:gdLst/>
                <a:ahLst/>
                <a:cxnLst/>
                <a:rect l="l" t="t" r="r" b="b"/>
                <a:pathLst>
                  <a:path w="107868" h="102475">
                    <a:moveTo>
                      <a:pt x="101431" y="102476"/>
                    </a:moveTo>
                    <a:cubicBezTo>
                      <a:pt x="98478" y="102476"/>
                      <a:pt x="95811" y="100380"/>
                      <a:pt x="95239" y="97428"/>
                    </a:cubicBezTo>
                    <a:cubicBezTo>
                      <a:pt x="86190" y="54851"/>
                      <a:pt x="48472" y="19228"/>
                      <a:pt x="5419" y="12655"/>
                    </a:cubicBezTo>
                    <a:cubicBezTo>
                      <a:pt x="1894" y="12084"/>
                      <a:pt x="-487" y="8845"/>
                      <a:pt x="85" y="5416"/>
                    </a:cubicBezTo>
                    <a:cubicBezTo>
                      <a:pt x="656" y="1987"/>
                      <a:pt x="3800" y="-489"/>
                      <a:pt x="7324" y="82"/>
                    </a:cubicBezTo>
                    <a:cubicBezTo>
                      <a:pt x="55425" y="7416"/>
                      <a:pt x="97621" y="47231"/>
                      <a:pt x="107717" y="94856"/>
                    </a:cubicBezTo>
                    <a:cubicBezTo>
                      <a:pt x="108479" y="98285"/>
                      <a:pt x="106288" y="101714"/>
                      <a:pt x="102764" y="102381"/>
                    </a:cubicBezTo>
                    <a:cubicBezTo>
                      <a:pt x="102288" y="102476"/>
                      <a:pt x="101907" y="102476"/>
                      <a:pt x="101431" y="102476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8744059" y="1231977"/>
                <a:ext cx="606524" cy="749317"/>
              </a:xfrm>
              <a:custGeom>
                <a:avLst/>
                <a:gdLst/>
                <a:ahLst/>
                <a:cxnLst/>
                <a:rect l="l" t="t" r="r" b="b"/>
                <a:pathLst>
                  <a:path w="606524" h="749317">
                    <a:moveTo>
                      <a:pt x="6368" y="749318"/>
                    </a:moveTo>
                    <a:cubicBezTo>
                      <a:pt x="4939" y="749318"/>
                      <a:pt x="3510" y="748842"/>
                      <a:pt x="2367" y="747889"/>
                    </a:cubicBezTo>
                    <a:cubicBezTo>
                      <a:pt x="-395" y="745698"/>
                      <a:pt x="-776" y="741698"/>
                      <a:pt x="1415" y="738935"/>
                    </a:cubicBezTo>
                    <a:lnTo>
                      <a:pt x="595203" y="2367"/>
                    </a:lnTo>
                    <a:cubicBezTo>
                      <a:pt x="597394" y="-395"/>
                      <a:pt x="601395" y="-776"/>
                      <a:pt x="604157" y="1415"/>
                    </a:cubicBezTo>
                    <a:cubicBezTo>
                      <a:pt x="606919" y="3605"/>
                      <a:pt x="607300" y="7606"/>
                      <a:pt x="605109" y="10368"/>
                    </a:cubicBezTo>
                    <a:lnTo>
                      <a:pt x="11321" y="746936"/>
                    </a:lnTo>
                    <a:cubicBezTo>
                      <a:pt x="10083" y="748460"/>
                      <a:pt x="8178" y="749318"/>
                      <a:pt x="6368" y="749318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8810693" y="1330424"/>
                <a:ext cx="580317" cy="757455"/>
              </a:xfrm>
              <a:custGeom>
                <a:avLst/>
                <a:gdLst/>
                <a:ahLst/>
                <a:cxnLst/>
                <a:rect l="l" t="t" r="r" b="b"/>
                <a:pathLst>
                  <a:path w="580317" h="757455">
                    <a:moveTo>
                      <a:pt x="6314" y="757455"/>
                    </a:moveTo>
                    <a:cubicBezTo>
                      <a:pt x="4980" y="757455"/>
                      <a:pt x="3647" y="757074"/>
                      <a:pt x="2504" y="756122"/>
                    </a:cubicBezTo>
                    <a:cubicBezTo>
                      <a:pt x="-259" y="754026"/>
                      <a:pt x="-830" y="750026"/>
                      <a:pt x="1266" y="747168"/>
                    </a:cubicBezTo>
                    <a:lnTo>
                      <a:pt x="568860" y="2504"/>
                    </a:lnTo>
                    <a:cubicBezTo>
                      <a:pt x="570956" y="-259"/>
                      <a:pt x="574956" y="-830"/>
                      <a:pt x="577814" y="1265"/>
                    </a:cubicBezTo>
                    <a:cubicBezTo>
                      <a:pt x="580576" y="3361"/>
                      <a:pt x="581148" y="7361"/>
                      <a:pt x="579052" y="10219"/>
                    </a:cubicBezTo>
                    <a:lnTo>
                      <a:pt x="11457" y="754883"/>
                    </a:lnTo>
                    <a:cubicBezTo>
                      <a:pt x="10219" y="756503"/>
                      <a:pt x="8314" y="757360"/>
                      <a:pt x="6409" y="757360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>
                <a:off x="9380601" y="960337"/>
                <a:ext cx="281831" cy="274483"/>
              </a:xfrm>
              <a:custGeom>
                <a:avLst/>
                <a:gdLst/>
                <a:ahLst/>
                <a:cxnLst/>
                <a:rect l="l" t="t" r="r" b="b"/>
                <a:pathLst>
                  <a:path w="281831" h="274483">
                    <a:moveTo>
                      <a:pt x="258508" y="81793"/>
                    </a:moveTo>
                    <a:lnTo>
                      <a:pt x="168687" y="12451"/>
                    </a:lnTo>
                    <a:cubicBezTo>
                      <a:pt x="142970" y="-7361"/>
                      <a:pt x="106108" y="-3075"/>
                      <a:pt x="85630" y="22071"/>
                    </a:cubicBezTo>
                    <a:lnTo>
                      <a:pt x="0" y="127513"/>
                    </a:lnTo>
                    <a:lnTo>
                      <a:pt x="180975" y="274484"/>
                    </a:lnTo>
                    <a:lnTo>
                      <a:pt x="268414" y="166851"/>
                    </a:lnTo>
                    <a:cubicBezTo>
                      <a:pt x="289655" y="140753"/>
                      <a:pt x="285179" y="102272"/>
                      <a:pt x="258508" y="81793"/>
                    </a:cubicBezTo>
                    <a:close/>
                  </a:path>
                </a:pathLst>
              </a:custGeom>
              <a:solidFill>
                <a:srgbClr val="D84C4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>
                <a:off x="9248012" y="1055655"/>
                <a:ext cx="345471" cy="338518"/>
              </a:xfrm>
              <a:custGeom>
                <a:avLst/>
                <a:gdLst/>
                <a:ahLst/>
                <a:cxnLst/>
                <a:rect l="l" t="t" r="r" b="b"/>
                <a:pathLst>
                  <a:path w="345471" h="338518">
                    <a:moveTo>
                      <a:pt x="116110" y="0"/>
                    </a:moveTo>
                    <a:lnTo>
                      <a:pt x="0" y="142875"/>
                    </a:lnTo>
                    <a:lnTo>
                      <a:pt x="235839" y="338519"/>
                    </a:lnTo>
                    <a:lnTo>
                      <a:pt x="345472" y="186309"/>
                    </a:lnTo>
                    <a:lnTo>
                      <a:pt x="11611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  <a:lumMod val="75000"/>
                  <a:lumOff val="2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>
                <a:off x="9320862" y="1073545"/>
                <a:ext cx="259685" cy="224807"/>
              </a:xfrm>
              <a:custGeom>
                <a:avLst/>
                <a:gdLst/>
                <a:ahLst/>
                <a:cxnLst/>
                <a:rect l="l" t="t" r="r" b="b"/>
                <a:pathLst>
                  <a:path w="259685" h="224807">
                    <a:moveTo>
                      <a:pt x="253382" y="224807"/>
                    </a:moveTo>
                    <a:cubicBezTo>
                      <a:pt x="251954" y="224807"/>
                      <a:pt x="250429" y="224331"/>
                      <a:pt x="249191" y="223283"/>
                    </a:cubicBezTo>
                    <a:lnTo>
                      <a:pt x="2208" y="11161"/>
                    </a:lnTo>
                    <a:cubicBezTo>
                      <a:pt x="-459" y="8875"/>
                      <a:pt x="-745" y="4875"/>
                      <a:pt x="1541" y="2208"/>
                    </a:cubicBezTo>
                    <a:cubicBezTo>
                      <a:pt x="3827" y="-459"/>
                      <a:pt x="7828" y="-745"/>
                      <a:pt x="10495" y="1541"/>
                    </a:cubicBezTo>
                    <a:lnTo>
                      <a:pt x="257478" y="213663"/>
                    </a:lnTo>
                    <a:cubicBezTo>
                      <a:pt x="260145" y="215949"/>
                      <a:pt x="260430" y="219949"/>
                      <a:pt x="258145" y="222616"/>
                    </a:cubicBezTo>
                    <a:cubicBezTo>
                      <a:pt x="256906" y="224045"/>
                      <a:pt x="255096" y="224807"/>
                      <a:pt x="253287" y="224807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>
                <a:off x="9280905" y="1125670"/>
                <a:ext cx="262827" cy="219068"/>
              </a:xfrm>
              <a:custGeom>
                <a:avLst/>
                <a:gdLst/>
                <a:ahLst/>
                <a:cxnLst/>
                <a:rect l="l" t="t" r="r" b="b"/>
                <a:pathLst>
                  <a:path w="262827" h="219068">
                    <a:moveTo>
                      <a:pt x="256477" y="219069"/>
                    </a:moveTo>
                    <a:cubicBezTo>
                      <a:pt x="255049" y="219069"/>
                      <a:pt x="253620" y="218593"/>
                      <a:pt x="252381" y="217640"/>
                    </a:cubicBezTo>
                    <a:lnTo>
                      <a:pt x="2350" y="11233"/>
                    </a:lnTo>
                    <a:cubicBezTo>
                      <a:pt x="-412" y="8947"/>
                      <a:pt x="-793" y="4947"/>
                      <a:pt x="1493" y="2280"/>
                    </a:cubicBezTo>
                    <a:cubicBezTo>
                      <a:pt x="3779" y="-387"/>
                      <a:pt x="7779" y="-768"/>
                      <a:pt x="10446" y="1423"/>
                    </a:cubicBezTo>
                    <a:lnTo>
                      <a:pt x="260477" y="207829"/>
                    </a:lnTo>
                    <a:cubicBezTo>
                      <a:pt x="263240" y="210115"/>
                      <a:pt x="263621" y="214116"/>
                      <a:pt x="261335" y="216783"/>
                    </a:cubicBezTo>
                    <a:cubicBezTo>
                      <a:pt x="260097" y="218307"/>
                      <a:pt x="258287" y="219069"/>
                      <a:pt x="256382" y="219069"/>
                    </a:cubicBez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>
                <a:off x="9135426" y="1527741"/>
                <a:ext cx="169832" cy="222286"/>
              </a:xfrm>
              <a:custGeom>
                <a:avLst/>
                <a:gdLst/>
                <a:ahLst/>
                <a:cxnLst/>
                <a:rect l="l" t="t" r="r" b="b"/>
                <a:pathLst>
                  <a:path w="169832" h="222286">
                    <a:moveTo>
                      <a:pt x="6383" y="222191"/>
                    </a:moveTo>
                    <a:cubicBezTo>
                      <a:pt x="5049" y="222191"/>
                      <a:pt x="3716" y="221810"/>
                      <a:pt x="2573" y="220953"/>
                    </a:cubicBezTo>
                    <a:cubicBezTo>
                      <a:pt x="-285" y="218857"/>
                      <a:pt x="-856" y="214857"/>
                      <a:pt x="1334" y="211999"/>
                    </a:cubicBezTo>
                    <a:lnTo>
                      <a:pt x="158306" y="2545"/>
                    </a:lnTo>
                    <a:cubicBezTo>
                      <a:pt x="160402" y="-218"/>
                      <a:pt x="164402" y="-884"/>
                      <a:pt x="167260" y="1306"/>
                    </a:cubicBezTo>
                    <a:cubicBezTo>
                      <a:pt x="170118" y="3402"/>
                      <a:pt x="170689" y="7402"/>
                      <a:pt x="168498" y="10260"/>
                    </a:cubicBezTo>
                    <a:lnTo>
                      <a:pt x="11526" y="219715"/>
                    </a:lnTo>
                    <a:cubicBezTo>
                      <a:pt x="10288" y="221429"/>
                      <a:pt x="8383" y="222286"/>
                      <a:pt x="6383" y="22228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>
                <a:off x="9084060" y="1764669"/>
                <a:ext cx="44088" cy="54033"/>
              </a:xfrm>
              <a:custGeom>
                <a:avLst/>
                <a:gdLst/>
                <a:ahLst/>
                <a:cxnLst/>
                <a:rect l="l" t="t" r="r" b="b"/>
                <a:pathLst>
                  <a:path w="44088" h="54033">
                    <a:moveTo>
                      <a:pt x="6314" y="54034"/>
                    </a:moveTo>
                    <a:cubicBezTo>
                      <a:pt x="4980" y="54034"/>
                      <a:pt x="3647" y="53653"/>
                      <a:pt x="2503" y="52700"/>
                    </a:cubicBezTo>
                    <a:cubicBezTo>
                      <a:pt x="-259" y="50605"/>
                      <a:pt x="-830" y="46604"/>
                      <a:pt x="1266" y="43747"/>
                    </a:cubicBezTo>
                    <a:lnTo>
                      <a:pt x="32603" y="2504"/>
                    </a:lnTo>
                    <a:cubicBezTo>
                      <a:pt x="34698" y="-259"/>
                      <a:pt x="38699" y="-830"/>
                      <a:pt x="41556" y="1265"/>
                    </a:cubicBezTo>
                    <a:cubicBezTo>
                      <a:pt x="44414" y="3361"/>
                      <a:pt x="44890" y="7361"/>
                      <a:pt x="42794" y="10219"/>
                    </a:cubicBezTo>
                    <a:lnTo>
                      <a:pt x="11457" y="51462"/>
                    </a:lnTo>
                    <a:cubicBezTo>
                      <a:pt x="10219" y="53081"/>
                      <a:pt x="8314" y="53939"/>
                      <a:pt x="6409" y="5393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D05C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6429043" y="2829043"/>
              <a:ext cx="5762957" cy="4025328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rot="10800000">
              <a:off x="0" y="2218"/>
              <a:ext cx="3558454" cy="2459955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5226715"/>
              <a:ext cx="1245392" cy="1631285"/>
            </a:xfrm>
            <a:custGeom>
              <a:avLst/>
              <a:gdLst/>
              <a:ahLst/>
              <a:cxnLst/>
              <a:rect l="l" t="t" r="r" b="b"/>
              <a:pathLst>
                <a:path w="1166907" h="1528481">
                  <a:moveTo>
                    <a:pt x="1039463" y="982413"/>
                  </a:moveTo>
                  <a:cubicBezTo>
                    <a:pt x="1104995" y="956124"/>
                    <a:pt x="1166908" y="931359"/>
                    <a:pt x="1166908" y="893926"/>
                  </a:cubicBezTo>
                  <a:cubicBezTo>
                    <a:pt x="1166908" y="856493"/>
                    <a:pt x="1104995" y="831727"/>
                    <a:pt x="1039463" y="805439"/>
                  </a:cubicBezTo>
                  <a:cubicBezTo>
                    <a:pt x="989171" y="785341"/>
                    <a:pt x="932212" y="762481"/>
                    <a:pt x="926973" y="739525"/>
                  </a:cubicBezTo>
                  <a:cubicBezTo>
                    <a:pt x="921449" y="715141"/>
                    <a:pt x="963930" y="668755"/>
                    <a:pt x="1001459" y="627702"/>
                  </a:cubicBezTo>
                  <a:cubicBezTo>
                    <a:pt x="1047940" y="576839"/>
                    <a:pt x="1091946" y="528737"/>
                    <a:pt x="1076325" y="496352"/>
                  </a:cubicBezTo>
                  <a:cubicBezTo>
                    <a:pt x="1060418" y="463300"/>
                    <a:pt x="994601" y="467873"/>
                    <a:pt x="924878" y="472635"/>
                  </a:cubicBezTo>
                  <a:cubicBezTo>
                    <a:pt x="870204" y="476445"/>
                    <a:pt x="808196" y="480636"/>
                    <a:pt x="793052" y="461777"/>
                  </a:cubicBezTo>
                  <a:cubicBezTo>
                    <a:pt x="777812" y="442631"/>
                    <a:pt x="795719" y="382814"/>
                    <a:pt x="811625" y="330141"/>
                  </a:cubicBezTo>
                  <a:cubicBezTo>
                    <a:pt x="831723" y="263466"/>
                    <a:pt x="850583" y="200601"/>
                    <a:pt x="822103" y="177836"/>
                  </a:cubicBezTo>
                  <a:cubicBezTo>
                    <a:pt x="793813" y="155262"/>
                    <a:pt x="736854" y="187456"/>
                    <a:pt x="676561" y="221747"/>
                  </a:cubicBezTo>
                  <a:cubicBezTo>
                    <a:pt x="628460" y="248988"/>
                    <a:pt x="573977" y="279849"/>
                    <a:pt x="551783" y="269181"/>
                  </a:cubicBezTo>
                  <a:cubicBezTo>
                    <a:pt x="530162" y="258704"/>
                    <a:pt x="520541" y="197648"/>
                    <a:pt x="512064" y="143737"/>
                  </a:cubicBezTo>
                  <a:cubicBezTo>
                    <a:pt x="501110" y="74395"/>
                    <a:pt x="490823" y="8958"/>
                    <a:pt x="454724" y="766"/>
                  </a:cubicBezTo>
                  <a:cubicBezTo>
                    <a:pt x="420053" y="-7044"/>
                    <a:pt x="383286" y="46106"/>
                    <a:pt x="344234" y="102494"/>
                  </a:cubicBezTo>
                  <a:cubicBezTo>
                    <a:pt x="312420" y="148499"/>
                    <a:pt x="276320" y="200696"/>
                    <a:pt x="250984" y="200696"/>
                  </a:cubicBezTo>
                  <a:cubicBezTo>
                    <a:pt x="225647" y="200696"/>
                    <a:pt x="189452" y="148499"/>
                    <a:pt x="157639" y="102494"/>
                  </a:cubicBezTo>
                  <a:cubicBezTo>
                    <a:pt x="118682" y="46106"/>
                    <a:pt x="81820" y="-7044"/>
                    <a:pt x="47149" y="766"/>
                  </a:cubicBezTo>
                  <a:cubicBezTo>
                    <a:pt x="21717" y="6577"/>
                    <a:pt x="9049" y="40772"/>
                    <a:pt x="0" y="84777"/>
                  </a:cubicBezTo>
                  <a:lnTo>
                    <a:pt x="0" y="186695"/>
                  </a:lnTo>
                  <a:cubicBezTo>
                    <a:pt x="2381" y="173740"/>
                    <a:pt x="4477" y="160120"/>
                    <a:pt x="6668" y="146404"/>
                  </a:cubicBezTo>
                  <a:cubicBezTo>
                    <a:pt x="15716" y="88587"/>
                    <a:pt x="26099" y="22960"/>
                    <a:pt x="50959" y="17340"/>
                  </a:cubicBezTo>
                  <a:cubicBezTo>
                    <a:pt x="74295" y="11911"/>
                    <a:pt x="111252" y="65156"/>
                    <a:pt x="143732" y="112114"/>
                  </a:cubicBezTo>
                  <a:cubicBezTo>
                    <a:pt x="181166" y="166406"/>
                    <a:pt x="216694" y="217651"/>
                    <a:pt x="250984" y="217651"/>
                  </a:cubicBezTo>
                  <a:cubicBezTo>
                    <a:pt x="285274" y="217651"/>
                    <a:pt x="320707" y="166406"/>
                    <a:pt x="358235" y="112114"/>
                  </a:cubicBezTo>
                  <a:cubicBezTo>
                    <a:pt x="390716" y="65156"/>
                    <a:pt x="427577" y="12006"/>
                    <a:pt x="450914" y="17340"/>
                  </a:cubicBezTo>
                  <a:cubicBezTo>
                    <a:pt x="475869" y="22960"/>
                    <a:pt x="486156" y="88587"/>
                    <a:pt x="495300" y="146404"/>
                  </a:cubicBezTo>
                  <a:cubicBezTo>
                    <a:pt x="505301" y="210031"/>
                    <a:pt x="514826" y="270134"/>
                    <a:pt x="544354" y="284421"/>
                  </a:cubicBezTo>
                  <a:cubicBezTo>
                    <a:pt x="574643" y="298994"/>
                    <a:pt x="628174" y="268610"/>
                    <a:pt x="684943" y="236510"/>
                  </a:cubicBezTo>
                  <a:cubicBezTo>
                    <a:pt x="735235" y="207935"/>
                    <a:pt x="792194" y="175646"/>
                    <a:pt x="811530" y="191076"/>
                  </a:cubicBezTo>
                  <a:cubicBezTo>
                    <a:pt x="831056" y="206697"/>
                    <a:pt x="812102" y="269657"/>
                    <a:pt x="795338" y="325188"/>
                  </a:cubicBezTo>
                  <a:cubicBezTo>
                    <a:pt x="776669" y="387481"/>
                    <a:pt x="758952" y="446251"/>
                    <a:pt x="779717" y="472349"/>
                  </a:cubicBezTo>
                  <a:cubicBezTo>
                    <a:pt x="800386" y="498258"/>
                    <a:pt x="861441" y="494067"/>
                    <a:pt x="926116" y="489589"/>
                  </a:cubicBezTo>
                  <a:cubicBezTo>
                    <a:pt x="984218" y="485589"/>
                    <a:pt x="1050131" y="481112"/>
                    <a:pt x="1061085" y="503782"/>
                  </a:cubicBezTo>
                  <a:cubicBezTo>
                    <a:pt x="1071658" y="525784"/>
                    <a:pt x="1027652" y="573886"/>
                    <a:pt x="988886" y="616272"/>
                  </a:cubicBezTo>
                  <a:cubicBezTo>
                    <a:pt x="944690" y="664659"/>
                    <a:pt x="902875" y="710284"/>
                    <a:pt x="910400" y="743336"/>
                  </a:cubicBezTo>
                  <a:cubicBezTo>
                    <a:pt x="917638" y="774959"/>
                    <a:pt x="973741" y="797438"/>
                    <a:pt x="1033177" y="821250"/>
                  </a:cubicBezTo>
                  <a:cubicBezTo>
                    <a:pt x="1087946" y="843157"/>
                    <a:pt x="1149953" y="868018"/>
                    <a:pt x="1149953" y="893926"/>
                  </a:cubicBezTo>
                  <a:cubicBezTo>
                    <a:pt x="1149953" y="919834"/>
                    <a:pt x="1087946" y="944694"/>
                    <a:pt x="1033177" y="966602"/>
                  </a:cubicBezTo>
                  <a:cubicBezTo>
                    <a:pt x="973741" y="990414"/>
                    <a:pt x="917638" y="1012893"/>
                    <a:pt x="910400" y="1044611"/>
                  </a:cubicBezTo>
                  <a:cubicBezTo>
                    <a:pt x="902875" y="1077568"/>
                    <a:pt x="944690" y="1123288"/>
                    <a:pt x="988886" y="1171580"/>
                  </a:cubicBezTo>
                  <a:cubicBezTo>
                    <a:pt x="1027652" y="1214061"/>
                    <a:pt x="1071658" y="1262067"/>
                    <a:pt x="1061085" y="1284165"/>
                  </a:cubicBezTo>
                  <a:cubicBezTo>
                    <a:pt x="1050131" y="1306834"/>
                    <a:pt x="984218" y="1302263"/>
                    <a:pt x="926116" y="1298262"/>
                  </a:cubicBezTo>
                  <a:cubicBezTo>
                    <a:pt x="861441" y="1293881"/>
                    <a:pt x="800386" y="1289594"/>
                    <a:pt x="779717" y="1315503"/>
                  </a:cubicBezTo>
                  <a:cubicBezTo>
                    <a:pt x="758952" y="1341601"/>
                    <a:pt x="776669" y="1400370"/>
                    <a:pt x="795338" y="1462664"/>
                  </a:cubicBezTo>
                  <a:cubicBezTo>
                    <a:pt x="801910" y="1484571"/>
                    <a:pt x="808863" y="1507622"/>
                    <a:pt x="813626" y="1528481"/>
                  </a:cubicBezTo>
                  <a:lnTo>
                    <a:pt x="831056" y="1528481"/>
                  </a:lnTo>
                  <a:cubicBezTo>
                    <a:pt x="826294" y="1506669"/>
                    <a:pt x="819055" y="1482380"/>
                    <a:pt x="811625" y="1457711"/>
                  </a:cubicBezTo>
                  <a:cubicBezTo>
                    <a:pt x="795719" y="1405037"/>
                    <a:pt x="777812" y="1345220"/>
                    <a:pt x="793052" y="1326170"/>
                  </a:cubicBezTo>
                  <a:cubicBezTo>
                    <a:pt x="808196" y="1307216"/>
                    <a:pt x="870204" y="1311502"/>
                    <a:pt x="924878" y="1315216"/>
                  </a:cubicBezTo>
                  <a:cubicBezTo>
                    <a:pt x="994601" y="1319979"/>
                    <a:pt x="1060418" y="1324551"/>
                    <a:pt x="1076325" y="1291499"/>
                  </a:cubicBezTo>
                  <a:cubicBezTo>
                    <a:pt x="1091946" y="1259114"/>
                    <a:pt x="1047940" y="1211013"/>
                    <a:pt x="1001459" y="1160150"/>
                  </a:cubicBezTo>
                  <a:cubicBezTo>
                    <a:pt x="963930" y="1119097"/>
                    <a:pt x="921449" y="1072710"/>
                    <a:pt x="926973" y="1048326"/>
                  </a:cubicBezTo>
                  <a:cubicBezTo>
                    <a:pt x="932212" y="1025371"/>
                    <a:pt x="989171" y="1002511"/>
                    <a:pt x="1039463" y="982413"/>
                  </a:cubicBezTo>
                  <a:close/>
                  <a:moveTo>
                    <a:pt x="544354" y="1503431"/>
                  </a:moveTo>
                  <a:cubicBezTo>
                    <a:pt x="535210" y="1507812"/>
                    <a:pt x="528066" y="1516575"/>
                    <a:pt x="522256" y="1528481"/>
                  </a:cubicBezTo>
                  <a:lnTo>
                    <a:pt x="541592" y="1528481"/>
                  </a:lnTo>
                  <a:cubicBezTo>
                    <a:pt x="544640" y="1523910"/>
                    <a:pt x="548069" y="1520575"/>
                    <a:pt x="551783" y="1518766"/>
                  </a:cubicBezTo>
                  <a:cubicBezTo>
                    <a:pt x="563023" y="1513336"/>
                    <a:pt x="582454" y="1518480"/>
                    <a:pt x="605123" y="1528481"/>
                  </a:cubicBezTo>
                  <a:lnTo>
                    <a:pt x="643604" y="1528481"/>
                  </a:lnTo>
                  <a:cubicBezTo>
                    <a:pt x="603028" y="1506955"/>
                    <a:pt x="567119" y="1492477"/>
                    <a:pt x="544354" y="1503431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412270" y="0"/>
              <a:ext cx="1955156" cy="1008657"/>
            </a:xfrm>
            <a:custGeom>
              <a:avLst/>
              <a:gdLst/>
              <a:ahLst/>
              <a:cxnLst/>
              <a:rect l="l" t="t" r="r" b="b"/>
              <a:pathLst>
                <a:path w="1831942" h="945091">
                  <a:moveTo>
                    <a:pt x="1704498" y="139637"/>
                  </a:moveTo>
                  <a:cubicBezTo>
                    <a:pt x="1770030" y="113348"/>
                    <a:pt x="1831943" y="88583"/>
                    <a:pt x="1831943" y="51149"/>
                  </a:cubicBezTo>
                  <a:cubicBezTo>
                    <a:pt x="1831943" y="31242"/>
                    <a:pt x="1814322" y="14859"/>
                    <a:pt x="1788033" y="0"/>
                  </a:cubicBezTo>
                  <a:lnTo>
                    <a:pt x="1749837" y="0"/>
                  </a:lnTo>
                  <a:cubicBezTo>
                    <a:pt x="1785842" y="16097"/>
                    <a:pt x="1814989" y="33433"/>
                    <a:pt x="1814989" y="51149"/>
                  </a:cubicBezTo>
                  <a:cubicBezTo>
                    <a:pt x="1814989" y="77057"/>
                    <a:pt x="1752886" y="101918"/>
                    <a:pt x="1698212" y="123825"/>
                  </a:cubicBezTo>
                  <a:cubicBezTo>
                    <a:pt x="1638776" y="147638"/>
                    <a:pt x="1582578" y="170117"/>
                    <a:pt x="1575435" y="201740"/>
                  </a:cubicBezTo>
                  <a:cubicBezTo>
                    <a:pt x="1567910" y="234791"/>
                    <a:pt x="1609630" y="280416"/>
                    <a:pt x="1653921" y="328803"/>
                  </a:cubicBezTo>
                  <a:cubicBezTo>
                    <a:pt x="1692687" y="371189"/>
                    <a:pt x="1736693" y="419291"/>
                    <a:pt x="1726025" y="441293"/>
                  </a:cubicBezTo>
                  <a:cubicBezTo>
                    <a:pt x="1715072" y="463963"/>
                    <a:pt x="1649253" y="459486"/>
                    <a:pt x="1591056" y="455486"/>
                  </a:cubicBezTo>
                  <a:cubicBezTo>
                    <a:pt x="1526477" y="451009"/>
                    <a:pt x="1465421" y="446818"/>
                    <a:pt x="1444752" y="472726"/>
                  </a:cubicBezTo>
                  <a:cubicBezTo>
                    <a:pt x="1423988" y="498824"/>
                    <a:pt x="1441609" y="557594"/>
                    <a:pt x="1460373" y="619887"/>
                  </a:cubicBezTo>
                  <a:cubicBezTo>
                    <a:pt x="1477042" y="675418"/>
                    <a:pt x="1495997" y="738378"/>
                    <a:pt x="1476565" y="753999"/>
                  </a:cubicBezTo>
                  <a:cubicBezTo>
                    <a:pt x="1458849" y="768001"/>
                    <a:pt x="1410176" y="742569"/>
                    <a:pt x="1363694" y="716375"/>
                  </a:cubicBezTo>
                  <a:cubicBezTo>
                    <a:pt x="1359122" y="713708"/>
                    <a:pt x="1354550" y="711137"/>
                    <a:pt x="1349978" y="708565"/>
                  </a:cubicBezTo>
                  <a:cubicBezTo>
                    <a:pt x="1293209" y="676465"/>
                    <a:pt x="1239583" y="646081"/>
                    <a:pt x="1209389" y="660654"/>
                  </a:cubicBezTo>
                  <a:cubicBezTo>
                    <a:pt x="1199959" y="665226"/>
                    <a:pt x="1192530" y="674465"/>
                    <a:pt x="1186529" y="687038"/>
                  </a:cubicBezTo>
                  <a:cubicBezTo>
                    <a:pt x="1184434" y="691325"/>
                    <a:pt x="1182528" y="696087"/>
                    <a:pt x="1180719" y="701135"/>
                  </a:cubicBezTo>
                  <a:cubicBezTo>
                    <a:pt x="1177957" y="709041"/>
                    <a:pt x="1175480" y="717804"/>
                    <a:pt x="1173289" y="727138"/>
                  </a:cubicBezTo>
                  <a:cubicBezTo>
                    <a:pt x="1172147" y="731711"/>
                    <a:pt x="1171098" y="736378"/>
                    <a:pt x="1170146" y="741236"/>
                  </a:cubicBezTo>
                  <a:cubicBezTo>
                    <a:pt x="1166527" y="758952"/>
                    <a:pt x="1163478" y="778288"/>
                    <a:pt x="1160336" y="798005"/>
                  </a:cubicBezTo>
                  <a:cubicBezTo>
                    <a:pt x="1160336" y="798195"/>
                    <a:pt x="1160240" y="798481"/>
                    <a:pt x="1160240" y="798671"/>
                  </a:cubicBezTo>
                  <a:cubicBezTo>
                    <a:pt x="1159573" y="803243"/>
                    <a:pt x="1158811" y="807911"/>
                    <a:pt x="1158049" y="812578"/>
                  </a:cubicBezTo>
                  <a:cubicBezTo>
                    <a:pt x="1155478" y="828675"/>
                    <a:pt x="1152715" y="844963"/>
                    <a:pt x="1149572" y="860012"/>
                  </a:cubicBezTo>
                  <a:cubicBezTo>
                    <a:pt x="1148906" y="863060"/>
                    <a:pt x="1148239" y="866013"/>
                    <a:pt x="1147572" y="868871"/>
                  </a:cubicBezTo>
                  <a:cubicBezTo>
                    <a:pt x="1145762" y="876586"/>
                    <a:pt x="1143857" y="883825"/>
                    <a:pt x="1141762" y="890492"/>
                  </a:cubicBezTo>
                  <a:cubicBezTo>
                    <a:pt x="1135189" y="910876"/>
                    <a:pt x="1126998" y="925163"/>
                    <a:pt x="1115949" y="927735"/>
                  </a:cubicBezTo>
                  <a:cubicBezTo>
                    <a:pt x="1113282" y="928307"/>
                    <a:pt x="1110519" y="928211"/>
                    <a:pt x="1107567" y="927449"/>
                  </a:cubicBezTo>
                  <a:cubicBezTo>
                    <a:pt x="1103947" y="926497"/>
                    <a:pt x="1100042" y="924497"/>
                    <a:pt x="1096042" y="921639"/>
                  </a:cubicBezTo>
                  <a:cubicBezTo>
                    <a:pt x="1091279" y="918496"/>
                    <a:pt x="1086326" y="914114"/>
                    <a:pt x="1081278" y="908971"/>
                  </a:cubicBezTo>
                  <a:cubicBezTo>
                    <a:pt x="1073848" y="901446"/>
                    <a:pt x="1066038" y="892112"/>
                    <a:pt x="1058227" y="881920"/>
                  </a:cubicBezTo>
                  <a:cubicBezTo>
                    <a:pt x="1052703" y="874681"/>
                    <a:pt x="1047179" y="867061"/>
                    <a:pt x="1041654" y="859346"/>
                  </a:cubicBezTo>
                  <a:cubicBezTo>
                    <a:pt x="1039082" y="855726"/>
                    <a:pt x="1036511" y="852107"/>
                    <a:pt x="1034034" y="848487"/>
                  </a:cubicBezTo>
                  <a:cubicBezTo>
                    <a:pt x="1030414" y="843248"/>
                    <a:pt x="1026795" y="838105"/>
                    <a:pt x="1023271" y="832961"/>
                  </a:cubicBezTo>
                  <a:cubicBezTo>
                    <a:pt x="1019842" y="828008"/>
                    <a:pt x="1016412" y="822960"/>
                    <a:pt x="1012888" y="818102"/>
                  </a:cubicBezTo>
                  <a:cubicBezTo>
                    <a:pt x="1004602" y="806006"/>
                    <a:pt x="996219" y="794385"/>
                    <a:pt x="988028" y="783622"/>
                  </a:cubicBezTo>
                  <a:cubicBezTo>
                    <a:pt x="963358" y="751237"/>
                    <a:pt x="939355" y="727424"/>
                    <a:pt x="915924" y="727424"/>
                  </a:cubicBezTo>
                  <a:cubicBezTo>
                    <a:pt x="881634" y="727424"/>
                    <a:pt x="846201" y="778669"/>
                    <a:pt x="808672" y="832961"/>
                  </a:cubicBezTo>
                  <a:cubicBezTo>
                    <a:pt x="776192" y="879920"/>
                    <a:pt x="739426" y="932974"/>
                    <a:pt x="715994" y="927735"/>
                  </a:cubicBezTo>
                  <a:cubicBezTo>
                    <a:pt x="691134" y="922115"/>
                    <a:pt x="680752" y="856488"/>
                    <a:pt x="671608" y="798671"/>
                  </a:cubicBezTo>
                  <a:cubicBezTo>
                    <a:pt x="661606" y="735044"/>
                    <a:pt x="652177" y="674942"/>
                    <a:pt x="622554" y="660654"/>
                  </a:cubicBezTo>
                  <a:cubicBezTo>
                    <a:pt x="617220" y="658082"/>
                    <a:pt x="611124" y="656844"/>
                    <a:pt x="604361" y="656844"/>
                  </a:cubicBezTo>
                  <a:cubicBezTo>
                    <a:pt x="573214" y="656844"/>
                    <a:pt x="528638" y="682085"/>
                    <a:pt x="481965" y="708565"/>
                  </a:cubicBezTo>
                  <a:cubicBezTo>
                    <a:pt x="431673" y="737140"/>
                    <a:pt x="374713" y="769430"/>
                    <a:pt x="355378" y="753999"/>
                  </a:cubicBezTo>
                  <a:cubicBezTo>
                    <a:pt x="335852" y="738378"/>
                    <a:pt x="354806" y="675418"/>
                    <a:pt x="371570" y="619887"/>
                  </a:cubicBezTo>
                  <a:cubicBezTo>
                    <a:pt x="390334" y="557594"/>
                    <a:pt x="407955" y="498824"/>
                    <a:pt x="387191" y="472726"/>
                  </a:cubicBezTo>
                  <a:cubicBezTo>
                    <a:pt x="366522" y="446818"/>
                    <a:pt x="305467" y="451009"/>
                    <a:pt x="240792" y="455486"/>
                  </a:cubicBezTo>
                  <a:cubicBezTo>
                    <a:pt x="182689" y="459486"/>
                    <a:pt x="116777" y="464058"/>
                    <a:pt x="105823" y="441293"/>
                  </a:cubicBezTo>
                  <a:cubicBezTo>
                    <a:pt x="95250" y="419291"/>
                    <a:pt x="139255" y="371189"/>
                    <a:pt x="178022" y="328803"/>
                  </a:cubicBezTo>
                  <a:cubicBezTo>
                    <a:pt x="222218" y="280416"/>
                    <a:pt x="264033" y="234791"/>
                    <a:pt x="256508" y="201740"/>
                  </a:cubicBezTo>
                  <a:cubicBezTo>
                    <a:pt x="249269" y="170117"/>
                    <a:pt x="193167" y="147638"/>
                    <a:pt x="133731" y="123825"/>
                  </a:cubicBezTo>
                  <a:cubicBezTo>
                    <a:pt x="79057" y="101918"/>
                    <a:pt x="16954" y="77057"/>
                    <a:pt x="16954" y="51149"/>
                  </a:cubicBezTo>
                  <a:cubicBezTo>
                    <a:pt x="16954" y="33433"/>
                    <a:pt x="46101" y="16193"/>
                    <a:pt x="82010" y="0"/>
                  </a:cubicBezTo>
                  <a:lnTo>
                    <a:pt x="44005" y="0"/>
                  </a:lnTo>
                  <a:cubicBezTo>
                    <a:pt x="17621" y="14859"/>
                    <a:pt x="0" y="31147"/>
                    <a:pt x="0" y="51149"/>
                  </a:cubicBezTo>
                  <a:cubicBezTo>
                    <a:pt x="0" y="88583"/>
                    <a:pt x="61913" y="113348"/>
                    <a:pt x="127445" y="139637"/>
                  </a:cubicBezTo>
                  <a:cubicBezTo>
                    <a:pt x="177736" y="159734"/>
                    <a:pt x="234696" y="182594"/>
                    <a:pt x="239935" y="205550"/>
                  </a:cubicBezTo>
                  <a:cubicBezTo>
                    <a:pt x="245459" y="229934"/>
                    <a:pt x="202978" y="276320"/>
                    <a:pt x="165545" y="317373"/>
                  </a:cubicBezTo>
                  <a:cubicBezTo>
                    <a:pt x="118967" y="368237"/>
                    <a:pt x="74962" y="416338"/>
                    <a:pt x="90583" y="448723"/>
                  </a:cubicBezTo>
                  <a:cubicBezTo>
                    <a:pt x="106489" y="481775"/>
                    <a:pt x="172307" y="477203"/>
                    <a:pt x="242030" y="472440"/>
                  </a:cubicBezTo>
                  <a:cubicBezTo>
                    <a:pt x="296703" y="468630"/>
                    <a:pt x="358807" y="464439"/>
                    <a:pt x="373856" y="483299"/>
                  </a:cubicBezTo>
                  <a:cubicBezTo>
                    <a:pt x="389191" y="502444"/>
                    <a:pt x="371189" y="562261"/>
                    <a:pt x="355282" y="614934"/>
                  </a:cubicBezTo>
                  <a:cubicBezTo>
                    <a:pt x="335280" y="681609"/>
                    <a:pt x="316325" y="744474"/>
                    <a:pt x="344805" y="767239"/>
                  </a:cubicBezTo>
                  <a:cubicBezTo>
                    <a:pt x="373094" y="789908"/>
                    <a:pt x="430053" y="757523"/>
                    <a:pt x="490347" y="723329"/>
                  </a:cubicBezTo>
                  <a:cubicBezTo>
                    <a:pt x="538448" y="696087"/>
                    <a:pt x="592931" y="665226"/>
                    <a:pt x="615124" y="675894"/>
                  </a:cubicBezTo>
                  <a:cubicBezTo>
                    <a:pt x="636746" y="686372"/>
                    <a:pt x="646366" y="747427"/>
                    <a:pt x="654844" y="801338"/>
                  </a:cubicBezTo>
                  <a:cubicBezTo>
                    <a:pt x="665797" y="870680"/>
                    <a:pt x="676084" y="936117"/>
                    <a:pt x="712184" y="944309"/>
                  </a:cubicBezTo>
                  <a:cubicBezTo>
                    <a:pt x="746855" y="952214"/>
                    <a:pt x="783717" y="898970"/>
                    <a:pt x="822674" y="842582"/>
                  </a:cubicBezTo>
                  <a:cubicBezTo>
                    <a:pt x="854487" y="796576"/>
                    <a:pt x="890588" y="744379"/>
                    <a:pt x="915924" y="744379"/>
                  </a:cubicBezTo>
                  <a:cubicBezTo>
                    <a:pt x="932973" y="744379"/>
                    <a:pt x="954977" y="768001"/>
                    <a:pt x="977169" y="797433"/>
                  </a:cubicBezTo>
                  <a:cubicBezTo>
                    <a:pt x="985456" y="808387"/>
                    <a:pt x="993838" y="820198"/>
                    <a:pt x="1001935" y="832009"/>
                  </a:cubicBezTo>
                  <a:cubicBezTo>
                    <a:pt x="1004411" y="835533"/>
                    <a:pt x="1006887" y="839057"/>
                    <a:pt x="1009269" y="842582"/>
                  </a:cubicBezTo>
                  <a:cubicBezTo>
                    <a:pt x="1013841" y="849249"/>
                    <a:pt x="1018413" y="855821"/>
                    <a:pt x="1022889" y="862298"/>
                  </a:cubicBezTo>
                  <a:cubicBezTo>
                    <a:pt x="1025557" y="865918"/>
                    <a:pt x="1028033" y="869537"/>
                    <a:pt x="1030605" y="873062"/>
                  </a:cubicBezTo>
                  <a:cubicBezTo>
                    <a:pt x="1036320" y="880967"/>
                    <a:pt x="1041845" y="888587"/>
                    <a:pt x="1047464" y="895636"/>
                  </a:cubicBezTo>
                  <a:cubicBezTo>
                    <a:pt x="1055370" y="905828"/>
                    <a:pt x="1063276" y="914972"/>
                    <a:pt x="1070991" y="922592"/>
                  </a:cubicBezTo>
                  <a:cubicBezTo>
                    <a:pt x="1075944" y="927354"/>
                    <a:pt x="1080897" y="931640"/>
                    <a:pt x="1085755" y="935069"/>
                  </a:cubicBezTo>
                  <a:cubicBezTo>
                    <a:pt x="1089470" y="937641"/>
                    <a:pt x="1093184" y="939832"/>
                    <a:pt x="1096899" y="941451"/>
                  </a:cubicBezTo>
                  <a:cubicBezTo>
                    <a:pt x="1102233" y="943832"/>
                    <a:pt x="1107567" y="945071"/>
                    <a:pt x="1112805" y="945071"/>
                  </a:cubicBezTo>
                  <a:cubicBezTo>
                    <a:pt x="1115092" y="945071"/>
                    <a:pt x="1117378" y="944880"/>
                    <a:pt x="1119759" y="944309"/>
                  </a:cubicBezTo>
                  <a:cubicBezTo>
                    <a:pt x="1122807" y="943642"/>
                    <a:pt x="1125760" y="942499"/>
                    <a:pt x="1128427" y="940975"/>
                  </a:cubicBezTo>
                  <a:cubicBezTo>
                    <a:pt x="1139190" y="935069"/>
                    <a:pt x="1147286" y="923163"/>
                    <a:pt x="1153668" y="907256"/>
                  </a:cubicBezTo>
                  <a:cubicBezTo>
                    <a:pt x="1154335" y="905542"/>
                    <a:pt x="1155002" y="903827"/>
                    <a:pt x="1155668" y="902018"/>
                  </a:cubicBezTo>
                  <a:cubicBezTo>
                    <a:pt x="1158049" y="895445"/>
                    <a:pt x="1160240" y="888302"/>
                    <a:pt x="1162145" y="880682"/>
                  </a:cubicBezTo>
                  <a:cubicBezTo>
                    <a:pt x="1163098" y="877253"/>
                    <a:pt x="1163955" y="873633"/>
                    <a:pt x="1164812" y="870013"/>
                  </a:cubicBezTo>
                  <a:cubicBezTo>
                    <a:pt x="1167956" y="856012"/>
                    <a:pt x="1170718" y="840867"/>
                    <a:pt x="1173194" y="825151"/>
                  </a:cubicBezTo>
                  <a:cubicBezTo>
                    <a:pt x="1174052" y="820388"/>
                    <a:pt x="1174813" y="815435"/>
                    <a:pt x="1175575" y="810578"/>
                  </a:cubicBezTo>
                  <a:cubicBezTo>
                    <a:pt x="1176147" y="807530"/>
                    <a:pt x="1176623" y="804386"/>
                    <a:pt x="1177099" y="801338"/>
                  </a:cubicBezTo>
                  <a:cubicBezTo>
                    <a:pt x="1179576" y="785717"/>
                    <a:pt x="1182052" y="769430"/>
                    <a:pt x="1185005" y="753999"/>
                  </a:cubicBezTo>
                  <a:cubicBezTo>
                    <a:pt x="1185958" y="749141"/>
                    <a:pt x="1186910" y="744284"/>
                    <a:pt x="1187862" y="739712"/>
                  </a:cubicBezTo>
                  <a:cubicBezTo>
                    <a:pt x="1189958" y="729996"/>
                    <a:pt x="1192244" y="720852"/>
                    <a:pt x="1194816" y="712661"/>
                  </a:cubicBezTo>
                  <a:cubicBezTo>
                    <a:pt x="1196435" y="707327"/>
                    <a:pt x="1198150" y="702374"/>
                    <a:pt x="1200055" y="697992"/>
                  </a:cubicBezTo>
                  <a:cubicBezTo>
                    <a:pt x="1204722" y="687038"/>
                    <a:pt x="1210151" y="679133"/>
                    <a:pt x="1216723" y="675894"/>
                  </a:cubicBezTo>
                  <a:cubicBezTo>
                    <a:pt x="1238917" y="665226"/>
                    <a:pt x="1293495" y="696087"/>
                    <a:pt x="1341596" y="723424"/>
                  </a:cubicBezTo>
                  <a:cubicBezTo>
                    <a:pt x="1345311" y="725519"/>
                    <a:pt x="1349121" y="727710"/>
                    <a:pt x="1352836" y="729710"/>
                  </a:cubicBezTo>
                  <a:cubicBezTo>
                    <a:pt x="1408843" y="761333"/>
                    <a:pt x="1460563" y="788480"/>
                    <a:pt x="1487138" y="767239"/>
                  </a:cubicBezTo>
                  <a:cubicBezTo>
                    <a:pt x="1515618" y="744569"/>
                    <a:pt x="1496663" y="681609"/>
                    <a:pt x="1476661" y="614934"/>
                  </a:cubicBezTo>
                  <a:cubicBezTo>
                    <a:pt x="1460754" y="562261"/>
                    <a:pt x="1442752" y="502444"/>
                    <a:pt x="1457992" y="483299"/>
                  </a:cubicBezTo>
                  <a:cubicBezTo>
                    <a:pt x="1473136" y="464439"/>
                    <a:pt x="1535239" y="468630"/>
                    <a:pt x="1589913" y="472440"/>
                  </a:cubicBezTo>
                  <a:cubicBezTo>
                    <a:pt x="1659541" y="477203"/>
                    <a:pt x="1725453" y="481775"/>
                    <a:pt x="1741361" y="448723"/>
                  </a:cubicBezTo>
                  <a:cubicBezTo>
                    <a:pt x="1756981" y="416338"/>
                    <a:pt x="1712976" y="368237"/>
                    <a:pt x="1666398" y="317373"/>
                  </a:cubicBezTo>
                  <a:cubicBezTo>
                    <a:pt x="1628965" y="276320"/>
                    <a:pt x="1586484" y="229934"/>
                    <a:pt x="1592008" y="205550"/>
                  </a:cubicBezTo>
                  <a:cubicBezTo>
                    <a:pt x="1597247" y="182594"/>
                    <a:pt x="1654207" y="159734"/>
                    <a:pt x="1704498" y="139637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906416" y="3010948"/>
              <a:ext cx="2450020" cy="3661518"/>
              <a:chOff x="294226" y="452879"/>
              <a:chExt cx="3837623" cy="5735270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948353" y="2201400"/>
                <a:ext cx="2812832" cy="2744254"/>
              </a:xfrm>
              <a:custGeom>
                <a:avLst/>
                <a:gdLst/>
                <a:ahLst/>
                <a:cxnLst/>
                <a:rect l="l" t="t" r="r" b="b"/>
                <a:pathLst>
                  <a:path w="2635567" h="2571311">
                    <a:moveTo>
                      <a:pt x="2635568" y="1285656"/>
                    </a:moveTo>
                    <a:cubicBezTo>
                      <a:pt x="2635568" y="1374048"/>
                      <a:pt x="2306288" y="1424340"/>
                      <a:pt x="2287429" y="1507112"/>
                    </a:cubicBezTo>
                    <a:cubicBezTo>
                      <a:pt x="2267998" y="1592551"/>
                      <a:pt x="2542413" y="1780479"/>
                      <a:pt x="2505266" y="1857537"/>
                    </a:cubicBezTo>
                    <a:cubicBezTo>
                      <a:pt x="2467451" y="1935927"/>
                      <a:pt x="2149126" y="1838201"/>
                      <a:pt x="2095309" y="1905447"/>
                    </a:cubicBezTo>
                    <a:cubicBezTo>
                      <a:pt x="2041303" y="1973075"/>
                      <a:pt x="2207133" y="2261778"/>
                      <a:pt x="2139506" y="2315784"/>
                    </a:cubicBezTo>
                    <a:cubicBezTo>
                      <a:pt x="2072164" y="2369505"/>
                      <a:pt x="1827562" y="2143954"/>
                      <a:pt x="1749266" y="2181672"/>
                    </a:cubicBezTo>
                    <a:cubicBezTo>
                      <a:pt x="1672209" y="2218820"/>
                      <a:pt x="1696403" y="2551052"/>
                      <a:pt x="1610963" y="2570483"/>
                    </a:cubicBezTo>
                    <a:cubicBezTo>
                      <a:pt x="1528191" y="2589247"/>
                      <a:pt x="1406271" y="2279875"/>
                      <a:pt x="1317784" y="2279875"/>
                    </a:cubicBezTo>
                    <a:cubicBezTo>
                      <a:pt x="1229297" y="2279875"/>
                      <a:pt x="1107377" y="2589342"/>
                      <a:pt x="1024604" y="2570483"/>
                    </a:cubicBezTo>
                    <a:cubicBezTo>
                      <a:pt x="939165" y="2551052"/>
                      <a:pt x="963454" y="2218820"/>
                      <a:pt x="886301" y="2181672"/>
                    </a:cubicBezTo>
                    <a:cubicBezTo>
                      <a:pt x="807911" y="2143858"/>
                      <a:pt x="563308" y="2369505"/>
                      <a:pt x="496062" y="2315784"/>
                    </a:cubicBezTo>
                    <a:cubicBezTo>
                      <a:pt x="428435" y="2261778"/>
                      <a:pt x="594265" y="1973075"/>
                      <a:pt x="540258" y="1905447"/>
                    </a:cubicBezTo>
                    <a:cubicBezTo>
                      <a:pt x="486537" y="1838106"/>
                      <a:pt x="168116" y="1935832"/>
                      <a:pt x="130302" y="1857537"/>
                    </a:cubicBezTo>
                    <a:cubicBezTo>
                      <a:pt x="93154" y="1780479"/>
                      <a:pt x="367570" y="1592551"/>
                      <a:pt x="348139" y="1507112"/>
                    </a:cubicBezTo>
                    <a:cubicBezTo>
                      <a:pt x="329375" y="1424340"/>
                      <a:pt x="0" y="1374048"/>
                      <a:pt x="0" y="1285656"/>
                    </a:cubicBezTo>
                    <a:cubicBezTo>
                      <a:pt x="0" y="1197264"/>
                      <a:pt x="329279" y="1146972"/>
                      <a:pt x="348139" y="1064199"/>
                    </a:cubicBezTo>
                    <a:cubicBezTo>
                      <a:pt x="367570" y="978760"/>
                      <a:pt x="93154" y="790832"/>
                      <a:pt x="130302" y="713774"/>
                    </a:cubicBezTo>
                    <a:cubicBezTo>
                      <a:pt x="168116" y="635384"/>
                      <a:pt x="486442" y="733110"/>
                      <a:pt x="540258" y="665864"/>
                    </a:cubicBezTo>
                    <a:cubicBezTo>
                      <a:pt x="594265" y="598236"/>
                      <a:pt x="428435" y="309534"/>
                      <a:pt x="496062" y="255527"/>
                    </a:cubicBezTo>
                    <a:cubicBezTo>
                      <a:pt x="563404" y="201806"/>
                      <a:pt x="808006" y="427358"/>
                      <a:pt x="886301" y="389639"/>
                    </a:cubicBezTo>
                    <a:cubicBezTo>
                      <a:pt x="963358" y="352491"/>
                      <a:pt x="939165" y="20259"/>
                      <a:pt x="1024604" y="828"/>
                    </a:cubicBezTo>
                    <a:cubicBezTo>
                      <a:pt x="1107377" y="-17936"/>
                      <a:pt x="1229297" y="291436"/>
                      <a:pt x="1317784" y="291436"/>
                    </a:cubicBezTo>
                    <a:cubicBezTo>
                      <a:pt x="1406271" y="291436"/>
                      <a:pt x="1528191" y="-18031"/>
                      <a:pt x="1610963" y="828"/>
                    </a:cubicBezTo>
                    <a:cubicBezTo>
                      <a:pt x="1696403" y="20259"/>
                      <a:pt x="1672114" y="352491"/>
                      <a:pt x="1749266" y="389639"/>
                    </a:cubicBezTo>
                    <a:cubicBezTo>
                      <a:pt x="1827657" y="427453"/>
                      <a:pt x="2072259" y="201806"/>
                      <a:pt x="2139506" y="255527"/>
                    </a:cubicBezTo>
                    <a:cubicBezTo>
                      <a:pt x="2207133" y="309534"/>
                      <a:pt x="2041303" y="598236"/>
                      <a:pt x="2095309" y="665864"/>
                    </a:cubicBezTo>
                    <a:cubicBezTo>
                      <a:pt x="2149031" y="733206"/>
                      <a:pt x="2467451" y="635479"/>
                      <a:pt x="2505266" y="713774"/>
                    </a:cubicBezTo>
                    <a:cubicBezTo>
                      <a:pt x="2542413" y="790832"/>
                      <a:pt x="2267998" y="978760"/>
                      <a:pt x="2287429" y="1064199"/>
                    </a:cubicBezTo>
                    <a:cubicBezTo>
                      <a:pt x="2306193" y="1146972"/>
                      <a:pt x="2635568" y="1197264"/>
                      <a:pt x="2635568" y="1285656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20000"/>
                  <a:lumOff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294226" y="452879"/>
                <a:ext cx="3837623" cy="5735270"/>
                <a:chOff x="656683" y="862488"/>
                <a:chExt cx="3595776" cy="5373833"/>
              </a:xfrm>
            </p:grpSpPr>
            <p:grpSp>
              <p:nvGrpSpPr>
                <p:cNvPr id="10" name="Group 10"/>
                <p:cNvGrpSpPr/>
                <p:nvPr/>
              </p:nvGrpSpPr>
              <p:grpSpPr>
                <a:xfrm>
                  <a:off x="656683" y="954359"/>
                  <a:ext cx="3300764" cy="5281962"/>
                  <a:chOff x="656683" y="954359"/>
                  <a:chExt cx="3300764" cy="5281962"/>
                </a:xfrm>
              </p:grpSpPr>
              <p:grpSp>
                <p:nvGrpSpPr>
                  <p:cNvPr id="11" name="Group 11"/>
                  <p:cNvGrpSpPr/>
                  <p:nvPr/>
                </p:nvGrpSpPr>
                <p:grpSpPr>
                  <a:xfrm>
                    <a:off x="656683" y="954359"/>
                    <a:ext cx="3154572" cy="5281962"/>
                    <a:chOff x="656683" y="954359"/>
                    <a:chExt cx="3154572" cy="5281962"/>
                  </a:xfrm>
                </p:grpSpPr>
                <p:grpSp>
                  <p:nvGrpSpPr>
                    <p:cNvPr id="12" name="Group 12"/>
                    <p:cNvGrpSpPr/>
                    <p:nvPr/>
                  </p:nvGrpSpPr>
                  <p:grpSpPr>
                    <a:xfrm>
                      <a:off x="2748081" y="954359"/>
                      <a:ext cx="1016663" cy="1127328"/>
                      <a:chOff x="2748081" y="954359"/>
                      <a:chExt cx="1016663" cy="1127328"/>
                    </a:xfrm>
                  </p:grpSpPr>
                  <p:grpSp>
                    <p:nvGrpSpPr>
                      <p:cNvPr id="13" name="Group 13"/>
                      <p:cNvGrpSpPr/>
                      <p:nvPr/>
                    </p:nvGrpSpPr>
                    <p:grpSpPr>
                      <a:xfrm>
                        <a:off x="2748081" y="954359"/>
                        <a:ext cx="1016663" cy="1127328"/>
                        <a:chOff x="2748081" y="954359"/>
                        <a:chExt cx="1016663" cy="1127328"/>
                      </a:xfrm>
                    </p:grpSpPr>
                    <p:grpSp>
                      <p:nvGrpSpPr>
                        <p:cNvPr id="14" name="Group 14"/>
                        <p:cNvGrpSpPr/>
                        <p:nvPr/>
                      </p:nvGrpSpPr>
                      <p:grpSpPr>
                        <a:xfrm>
                          <a:off x="2770869" y="992258"/>
                          <a:ext cx="993875" cy="1089429"/>
                          <a:chOff x="2770869" y="992258"/>
                          <a:chExt cx="993875" cy="1089429"/>
                        </a:xfrm>
                      </p:grpSpPr>
                      <p:sp>
                        <p:nvSpPr>
                          <p:cNvPr id="15" name="AutoShape 15"/>
                          <p:cNvSpPr/>
                          <p:nvPr/>
                        </p:nvSpPr>
                        <p:spPr>
                          <a:xfrm>
                            <a:off x="2777277" y="998651"/>
                            <a:ext cx="981075" cy="1076706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981075" h="1076706">
                                <a:moveTo>
                                  <a:pt x="336636" y="712"/>
                                </a:moveTo>
                                <a:cubicBezTo>
                                  <a:pt x="671820" y="98343"/>
                                  <a:pt x="913089" y="210452"/>
                                  <a:pt x="971096" y="238456"/>
                                </a:cubicBezTo>
                                <a:cubicBezTo>
                                  <a:pt x="978907" y="242171"/>
                                  <a:pt x="982812" y="251029"/>
                                  <a:pt x="980335" y="259316"/>
                                </a:cubicBezTo>
                                <a:cubicBezTo>
                                  <a:pt x="957380" y="338468"/>
                                  <a:pt x="839842" y="731565"/>
                                  <a:pt x="678202" y="1066750"/>
                                </a:cubicBezTo>
                                <a:cubicBezTo>
                                  <a:pt x="673916" y="1075608"/>
                                  <a:pt x="663153" y="1079228"/>
                                  <a:pt x="654390" y="1074846"/>
                                </a:cubicBezTo>
                                <a:cubicBezTo>
                                  <a:pt x="375403" y="936067"/>
                                  <a:pt x="87938" y="840912"/>
                                  <a:pt x="12310" y="816814"/>
                                </a:cubicBezTo>
                                <a:cubicBezTo>
                                  <a:pt x="2213" y="813575"/>
                                  <a:pt x="-2835" y="802145"/>
                                  <a:pt x="1642" y="792525"/>
                                </a:cubicBezTo>
                                <a:cubicBezTo>
                                  <a:pt x="183378" y="398095"/>
                                  <a:pt x="290630" y="85199"/>
                                  <a:pt x="314919" y="12142"/>
                                </a:cubicBezTo>
                                <a:cubicBezTo>
                                  <a:pt x="317872" y="3093"/>
                                  <a:pt x="327587" y="-1955"/>
                                  <a:pt x="336636" y="71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D05C">
                              <a:alpha val="100000"/>
                              <a:lumMod val="20000"/>
                              <a:lumOff val="8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16" name="AutoShape 16"/>
                          <p:cNvSpPr/>
                          <p:nvPr/>
                        </p:nvSpPr>
                        <p:spPr>
                          <a:xfrm>
                            <a:off x="2770869" y="992258"/>
                            <a:ext cx="993875" cy="10894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993875" h="1089429">
                                <a:moveTo>
                                  <a:pt x="980266" y="239038"/>
                                </a:moveTo>
                                <a:cubicBezTo>
                                  <a:pt x="974456" y="236180"/>
                                  <a:pt x="967217" y="232751"/>
                                  <a:pt x="958644" y="228751"/>
                                </a:cubicBezTo>
                                <a:cubicBezTo>
                                  <a:pt x="919401" y="210463"/>
                                  <a:pt x="852250" y="180269"/>
                                  <a:pt x="762620" y="144550"/>
                                </a:cubicBezTo>
                                <a:cubicBezTo>
                                  <a:pt x="653463" y="101021"/>
                                  <a:pt x="510874" y="49395"/>
                                  <a:pt x="344853" y="1008"/>
                                </a:cubicBezTo>
                                <a:cubicBezTo>
                                  <a:pt x="332375" y="-2707"/>
                                  <a:pt x="319422" y="4151"/>
                                  <a:pt x="315230" y="16534"/>
                                </a:cubicBezTo>
                                <a:cubicBezTo>
                                  <a:pt x="313421" y="22058"/>
                                  <a:pt x="311230" y="28440"/>
                                  <a:pt x="308754" y="35774"/>
                                </a:cubicBezTo>
                                <a:cubicBezTo>
                                  <a:pt x="305610" y="45109"/>
                                  <a:pt x="301896" y="55777"/>
                                  <a:pt x="297705" y="67969"/>
                                </a:cubicBezTo>
                                <a:cubicBezTo>
                                  <a:pt x="289037" y="93020"/>
                                  <a:pt x="278178" y="123881"/>
                                  <a:pt x="265034" y="159885"/>
                                </a:cubicBezTo>
                                <a:cubicBezTo>
                                  <a:pt x="261319" y="170172"/>
                                  <a:pt x="257414" y="180840"/>
                                  <a:pt x="253318" y="191984"/>
                                </a:cubicBezTo>
                                <a:cubicBezTo>
                                  <a:pt x="242936" y="219988"/>
                                  <a:pt x="231411" y="250468"/>
                                  <a:pt x="218838" y="283329"/>
                                </a:cubicBezTo>
                                <a:cubicBezTo>
                                  <a:pt x="214837" y="293711"/>
                                  <a:pt x="210741" y="304284"/>
                                  <a:pt x="206550" y="315238"/>
                                </a:cubicBezTo>
                                <a:cubicBezTo>
                                  <a:pt x="195311" y="344003"/>
                                  <a:pt x="183309" y="374293"/>
                                  <a:pt x="170546" y="406106"/>
                                </a:cubicBezTo>
                                <a:cubicBezTo>
                                  <a:pt x="166355" y="416489"/>
                                  <a:pt x="162069" y="427157"/>
                                  <a:pt x="157687" y="437920"/>
                                </a:cubicBezTo>
                                <a:cubicBezTo>
                                  <a:pt x="145781" y="466971"/>
                                  <a:pt x="133303" y="497165"/>
                                  <a:pt x="120254" y="528312"/>
                                </a:cubicBezTo>
                                <a:cubicBezTo>
                                  <a:pt x="115872" y="538694"/>
                                  <a:pt x="111396" y="549267"/>
                                  <a:pt x="106823" y="559935"/>
                                </a:cubicBezTo>
                                <a:cubicBezTo>
                                  <a:pt x="94441" y="589177"/>
                                  <a:pt x="81487" y="619181"/>
                                  <a:pt x="67962" y="649946"/>
                                </a:cubicBezTo>
                                <a:cubicBezTo>
                                  <a:pt x="63389" y="660329"/>
                                  <a:pt x="58817" y="670901"/>
                                  <a:pt x="54150" y="681474"/>
                                </a:cubicBezTo>
                                <a:cubicBezTo>
                                  <a:pt x="39291" y="714812"/>
                                  <a:pt x="23956" y="748911"/>
                                  <a:pt x="7954" y="783677"/>
                                </a:cubicBezTo>
                                <a:cubicBezTo>
                                  <a:pt x="6049" y="787868"/>
                                  <a:pt x="4144" y="791964"/>
                                  <a:pt x="2239" y="796155"/>
                                </a:cubicBezTo>
                                <a:cubicBezTo>
                                  <a:pt x="-714" y="802442"/>
                                  <a:pt x="-714" y="809681"/>
                                  <a:pt x="2048" y="815967"/>
                                </a:cubicBezTo>
                                <a:cubicBezTo>
                                  <a:pt x="4811" y="822349"/>
                                  <a:pt x="10145" y="827111"/>
                                  <a:pt x="16717" y="829207"/>
                                </a:cubicBezTo>
                                <a:cubicBezTo>
                                  <a:pt x="97203" y="854829"/>
                                  <a:pt x="381334" y="949222"/>
                                  <a:pt x="657940" y="1086858"/>
                                </a:cubicBezTo>
                                <a:cubicBezTo>
                                  <a:pt x="661369" y="1088573"/>
                                  <a:pt x="665084" y="1089430"/>
                                  <a:pt x="668703" y="1089430"/>
                                </a:cubicBezTo>
                                <a:cubicBezTo>
                                  <a:pt x="671370" y="1089430"/>
                                  <a:pt x="674037" y="1088954"/>
                                  <a:pt x="676609" y="1088096"/>
                                </a:cubicBezTo>
                                <a:cubicBezTo>
                                  <a:pt x="682705" y="1086001"/>
                                  <a:pt x="687563" y="1081619"/>
                                  <a:pt x="690420" y="1075809"/>
                                </a:cubicBezTo>
                                <a:cubicBezTo>
                                  <a:pt x="852631" y="739577"/>
                                  <a:pt x="970836" y="343432"/>
                                  <a:pt x="992934" y="267422"/>
                                </a:cubicBezTo>
                                <a:cubicBezTo>
                                  <a:pt x="996173" y="256088"/>
                                  <a:pt x="990839" y="244181"/>
                                  <a:pt x="980266" y="239038"/>
                                </a:cubicBezTo>
                                <a:close/>
                                <a:moveTo>
                                  <a:pt x="672418" y="1076000"/>
                                </a:moveTo>
                                <a:cubicBezTo>
                                  <a:pt x="669561" y="1077047"/>
                                  <a:pt x="666417" y="1076762"/>
                                  <a:pt x="663655" y="1075428"/>
                                </a:cubicBezTo>
                                <a:cubicBezTo>
                                  <a:pt x="386192" y="937411"/>
                                  <a:pt x="101299" y="842828"/>
                                  <a:pt x="20622" y="817110"/>
                                </a:cubicBezTo>
                                <a:cubicBezTo>
                                  <a:pt x="17479" y="816062"/>
                                  <a:pt x="15002" y="813872"/>
                                  <a:pt x="13669" y="810824"/>
                                </a:cubicBezTo>
                                <a:cubicBezTo>
                                  <a:pt x="12335" y="807871"/>
                                  <a:pt x="12431" y="804537"/>
                                  <a:pt x="13669" y="801489"/>
                                </a:cubicBezTo>
                                <a:cubicBezTo>
                                  <a:pt x="15764" y="796822"/>
                                  <a:pt x="17955" y="792250"/>
                                  <a:pt x="20051" y="787678"/>
                                </a:cubicBezTo>
                                <a:cubicBezTo>
                                  <a:pt x="36053" y="752721"/>
                                  <a:pt x="51483" y="718431"/>
                                  <a:pt x="66342" y="684998"/>
                                </a:cubicBezTo>
                                <a:cubicBezTo>
                                  <a:pt x="71009" y="674426"/>
                                  <a:pt x="75677" y="663948"/>
                                  <a:pt x="80249" y="653566"/>
                                </a:cubicBezTo>
                                <a:cubicBezTo>
                                  <a:pt x="93679" y="622800"/>
                                  <a:pt x="106633" y="592701"/>
                                  <a:pt x="119111" y="563459"/>
                                </a:cubicBezTo>
                                <a:cubicBezTo>
                                  <a:pt x="123588" y="552791"/>
                                  <a:pt x="128064" y="542314"/>
                                  <a:pt x="132446" y="531836"/>
                                </a:cubicBezTo>
                                <a:cubicBezTo>
                                  <a:pt x="145590" y="500690"/>
                                  <a:pt x="158068" y="470495"/>
                                  <a:pt x="169879" y="441444"/>
                                </a:cubicBezTo>
                                <a:cubicBezTo>
                                  <a:pt x="174261" y="430681"/>
                                  <a:pt x="178547" y="420013"/>
                                  <a:pt x="182738" y="409631"/>
                                </a:cubicBezTo>
                                <a:cubicBezTo>
                                  <a:pt x="195501" y="377817"/>
                                  <a:pt x="207503" y="347528"/>
                                  <a:pt x="218742" y="318762"/>
                                </a:cubicBezTo>
                                <a:cubicBezTo>
                                  <a:pt x="222933" y="307904"/>
                                  <a:pt x="227029" y="297236"/>
                                  <a:pt x="231030" y="286853"/>
                                </a:cubicBezTo>
                                <a:cubicBezTo>
                                  <a:pt x="243603" y="253992"/>
                                  <a:pt x="255128" y="223512"/>
                                  <a:pt x="265510" y="195509"/>
                                </a:cubicBezTo>
                                <a:cubicBezTo>
                                  <a:pt x="269606" y="184460"/>
                                  <a:pt x="273511" y="173696"/>
                                  <a:pt x="277226" y="163505"/>
                                </a:cubicBezTo>
                                <a:cubicBezTo>
                                  <a:pt x="290370" y="127405"/>
                                  <a:pt x="301229" y="96639"/>
                                  <a:pt x="309897" y="71588"/>
                                </a:cubicBezTo>
                                <a:cubicBezTo>
                                  <a:pt x="314088" y="59396"/>
                                  <a:pt x="317802" y="48633"/>
                                  <a:pt x="320946" y="39394"/>
                                </a:cubicBezTo>
                                <a:cubicBezTo>
                                  <a:pt x="323327" y="32250"/>
                                  <a:pt x="325422" y="25964"/>
                                  <a:pt x="327232" y="20534"/>
                                </a:cubicBezTo>
                                <a:cubicBezTo>
                                  <a:pt x="328851" y="15772"/>
                                  <a:pt x="333233" y="12724"/>
                                  <a:pt x="337995" y="12724"/>
                                </a:cubicBezTo>
                                <a:cubicBezTo>
                                  <a:pt x="339043" y="12724"/>
                                  <a:pt x="340091" y="12914"/>
                                  <a:pt x="341234" y="13200"/>
                                </a:cubicBezTo>
                                <a:cubicBezTo>
                                  <a:pt x="644796" y="101687"/>
                                  <a:pt x="869586" y="201128"/>
                                  <a:pt x="954930" y="241133"/>
                                </a:cubicBezTo>
                                <a:cubicBezTo>
                                  <a:pt x="962645" y="244848"/>
                                  <a:pt x="969217" y="247991"/>
                                  <a:pt x="974646" y="250563"/>
                                </a:cubicBezTo>
                                <a:cubicBezTo>
                                  <a:pt x="979599" y="252944"/>
                                  <a:pt x="982076" y="258564"/>
                                  <a:pt x="980552" y="263898"/>
                                </a:cubicBezTo>
                                <a:cubicBezTo>
                                  <a:pt x="958549" y="339717"/>
                                  <a:pt x="840630" y="734909"/>
                                  <a:pt x="678800" y="1070285"/>
                                </a:cubicBezTo>
                                <a:cubicBezTo>
                                  <a:pt x="677466" y="1073047"/>
                                  <a:pt x="675180" y="1075047"/>
                                  <a:pt x="672323" y="107600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</p:grpSp>
                    <p:sp>
                      <p:nvSpPr>
                        <p:cNvPr id="17" name="AutoShape 17"/>
                        <p:cNvSpPr/>
                        <p:nvPr/>
                      </p:nvSpPr>
                      <p:spPr>
                        <a:xfrm>
                          <a:off x="2751369" y="954359"/>
                          <a:ext cx="981075" cy="107670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81075" h="1076706">
                              <a:moveTo>
                                <a:pt x="336636" y="712"/>
                              </a:moveTo>
                              <a:cubicBezTo>
                                <a:pt x="671821" y="98343"/>
                                <a:pt x="913089" y="210452"/>
                                <a:pt x="971096" y="238456"/>
                              </a:cubicBezTo>
                              <a:cubicBezTo>
                                <a:pt x="978907" y="242171"/>
                                <a:pt x="982812" y="251029"/>
                                <a:pt x="980335" y="259316"/>
                              </a:cubicBezTo>
                              <a:cubicBezTo>
                                <a:pt x="957380" y="338468"/>
                                <a:pt x="839842" y="731565"/>
                                <a:pt x="678202" y="1066750"/>
                              </a:cubicBezTo>
                              <a:cubicBezTo>
                                <a:pt x="673916" y="1075608"/>
                                <a:pt x="663153" y="1079228"/>
                                <a:pt x="654390" y="1074846"/>
                              </a:cubicBezTo>
                              <a:cubicBezTo>
                                <a:pt x="375403" y="936067"/>
                                <a:pt x="87938" y="840912"/>
                                <a:pt x="12310" y="816814"/>
                              </a:cubicBezTo>
                              <a:cubicBezTo>
                                <a:pt x="2213" y="813575"/>
                                <a:pt x="-2835" y="802145"/>
                                <a:pt x="1642" y="792525"/>
                              </a:cubicBezTo>
                              <a:cubicBezTo>
                                <a:pt x="183378" y="398095"/>
                                <a:pt x="290630" y="85199"/>
                                <a:pt x="314919" y="12142"/>
                              </a:cubicBezTo>
                              <a:cubicBezTo>
                                <a:pt x="317872" y="3093"/>
                                <a:pt x="327587" y="-1955"/>
                                <a:pt x="336636" y="71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8" name="AutoShape 18"/>
                        <p:cNvSpPr/>
                        <p:nvPr/>
                      </p:nvSpPr>
                      <p:spPr>
                        <a:xfrm>
                          <a:off x="2979348" y="1004976"/>
                          <a:ext cx="126635" cy="6030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35" h="60305">
                              <a:moveTo>
                                <a:pt x="115610" y="27533"/>
                              </a:moveTo>
                              <a:cubicBezTo>
                                <a:pt x="84749" y="18580"/>
                                <a:pt x="53888" y="9722"/>
                                <a:pt x="23027" y="768"/>
                              </a:cubicBezTo>
                              <a:cubicBezTo>
                                <a:pt x="2072" y="-5328"/>
                                <a:pt x="-10120" y="26676"/>
                                <a:pt x="11025" y="32772"/>
                              </a:cubicBezTo>
                              <a:cubicBezTo>
                                <a:pt x="41886" y="41726"/>
                                <a:pt x="72747" y="50584"/>
                                <a:pt x="103608" y="59537"/>
                              </a:cubicBezTo>
                              <a:cubicBezTo>
                                <a:pt x="124563" y="65633"/>
                                <a:pt x="136755" y="33629"/>
                                <a:pt x="115610" y="2753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9" name="AutoShape 19"/>
                        <p:cNvSpPr/>
                        <p:nvPr/>
                      </p:nvSpPr>
                      <p:spPr>
                        <a:xfrm>
                          <a:off x="2933056" y="1128325"/>
                          <a:ext cx="126635" cy="6030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35" h="60305">
                              <a:moveTo>
                                <a:pt x="115610" y="27533"/>
                              </a:moveTo>
                              <a:cubicBezTo>
                                <a:pt x="84749" y="18580"/>
                                <a:pt x="53888" y="9722"/>
                                <a:pt x="23027" y="768"/>
                              </a:cubicBezTo>
                              <a:cubicBezTo>
                                <a:pt x="2072" y="-5328"/>
                                <a:pt x="-10120" y="26676"/>
                                <a:pt x="11025" y="32772"/>
                              </a:cubicBezTo>
                              <a:cubicBezTo>
                                <a:pt x="41886" y="41726"/>
                                <a:pt x="72747" y="50584"/>
                                <a:pt x="103608" y="59537"/>
                              </a:cubicBezTo>
                              <a:cubicBezTo>
                                <a:pt x="124563" y="65633"/>
                                <a:pt x="136755" y="33629"/>
                                <a:pt x="115610" y="2753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0" name="AutoShape 20"/>
                        <p:cNvSpPr/>
                        <p:nvPr/>
                      </p:nvSpPr>
                      <p:spPr>
                        <a:xfrm>
                          <a:off x="2886765" y="1251674"/>
                          <a:ext cx="126635" cy="6030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35" h="60305">
                              <a:moveTo>
                                <a:pt x="115610" y="27533"/>
                              </a:moveTo>
                              <a:cubicBezTo>
                                <a:pt x="84749" y="18580"/>
                                <a:pt x="53888" y="9722"/>
                                <a:pt x="23027" y="768"/>
                              </a:cubicBezTo>
                              <a:cubicBezTo>
                                <a:pt x="2072" y="-5328"/>
                                <a:pt x="-10120" y="26676"/>
                                <a:pt x="11025" y="32772"/>
                              </a:cubicBezTo>
                              <a:cubicBezTo>
                                <a:pt x="41886" y="41726"/>
                                <a:pt x="72747" y="50584"/>
                                <a:pt x="103608" y="59537"/>
                              </a:cubicBezTo>
                              <a:cubicBezTo>
                                <a:pt x="124563" y="65633"/>
                                <a:pt x="136755" y="33629"/>
                                <a:pt x="115610" y="2753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1" name="AutoShape 21"/>
                        <p:cNvSpPr/>
                        <p:nvPr/>
                      </p:nvSpPr>
                      <p:spPr>
                        <a:xfrm>
                          <a:off x="2840569" y="1375118"/>
                          <a:ext cx="126635" cy="6030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35" h="60305">
                              <a:moveTo>
                                <a:pt x="115610" y="27533"/>
                              </a:moveTo>
                              <a:cubicBezTo>
                                <a:pt x="84749" y="18580"/>
                                <a:pt x="53888" y="9722"/>
                                <a:pt x="23027" y="768"/>
                              </a:cubicBezTo>
                              <a:cubicBezTo>
                                <a:pt x="2072" y="-5328"/>
                                <a:pt x="-10120" y="26676"/>
                                <a:pt x="11025" y="32772"/>
                              </a:cubicBezTo>
                              <a:cubicBezTo>
                                <a:pt x="41886" y="41726"/>
                                <a:pt x="72747" y="50584"/>
                                <a:pt x="103608" y="59537"/>
                              </a:cubicBezTo>
                              <a:cubicBezTo>
                                <a:pt x="124563" y="65633"/>
                                <a:pt x="136755" y="33629"/>
                                <a:pt x="115610" y="2753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2" name="AutoShape 22"/>
                        <p:cNvSpPr/>
                        <p:nvPr/>
                      </p:nvSpPr>
                      <p:spPr>
                        <a:xfrm>
                          <a:off x="2794277" y="1498466"/>
                          <a:ext cx="126635" cy="6030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35" h="60305">
                              <a:moveTo>
                                <a:pt x="115610" y="27533"/>
                              </a:moveTo>
                              <a:cubicBezTo>
                                <a:pt x="84749" y="18580"/>
                                <a:pt x="53888" y="9722"/>
                                <a:pt x="23027" y="768"/>
                              </a:cubicBezTo>
                              <a:cubicBezTo>
                                <a:pt x="2072" y="-5328"/>
                                <a:pt x="-10120" y="26676"/>
                                <a:pt x="11025" y="32772"/>
                              </a:cubicBezTo>
                              <a:cubicBezTo>
                                <a:pt x="41886" y="41726"/>
                                <a:pt x="72747" y="50584"/>
                                <a:pt x="103608" y="59537"/>
                              </a:cubicBezTo>
                              <a:cubicBezTo>
                                <a:pt x="124563" y="65633"/>
                                <a:pt x="136755" y="33629"/>
                                <a:pt x="115610" y="2753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3" name="AutoShape 23"/>
                        <p:cNvSpPr/>
                        <p:nvPr/>
                      </p:nvSpPr>
                      <p:spPr>
                        <a:xfrm>
                          <a:off x="2748081" y="1621910"/>
                          <a:ext cx="126635" cy="6030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35" h="60305">
                              <a:moveTo>
                                <a:pt x="115610" y="27533"/>
                              </a:moveTo>
                              <a:cubicBezTo>
                                <a:pt x="84749" y="18580"/>
                                <a:pt x="53888" y="9722"/>
                                <a:pt x="23027" y="768"/>
                              </a:cubicBezTo>
                              <a:cubicBezTo>
                                <a:pt x="2072" y="-5328"/>
                                <a:pt x="-10120" y="26676"/>
                                <a:pt x="11025" y="32772"/>
                              </a:cubicBezTo>
                              <a:cubicBezTo>
                                <a:pt x="41886" y="41726"/>
                                <a:pt x="72747" y="50584"/>
                                <a:pt x="103609" y="59537"/>
                              </a:cubicBezTo>
                              <a:cubicBezTo>
                                <a:pt x="124563" y="65633"/>
                                <a:pt x="136755" y="33629"/>
                                <a:pt x="115610" y="2753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24" name="Group 24"/>
                      <p:cNvGrpSpPr/>
                      <p:nvPr/>
                    </p:nvGrpSpPr>
                    <p:grpSpPr>
                      <a:xfrm>
                        <a:off x="2912437" y="1076493"/>
                        <a:ext cx="754613" cy="829458"/>
                        <a:chOff x="2912437" y="1076493"/>
                        <a:chExt cx="754613" cy="829458"/>
                      </a:xfrm>
                      <a:solidFill>
                        <a:srgbClr val="282523">
                          <a:alpha val="100000"/>
                        </a:srgbClr>
                      </a:solidFill>
                    </p:grpSpPr>
                    <p:sp>
                      <p:nvSpPr>
                        <p:cNvPr id="25" name="AutoShape 25"/>
                        <p:cNvSpPr/>
                        <p:nvPr/>
                      </p:nvSpPr>
                      <p:spPr>
                        <a:xfrm>
                          <a:off x="3149609" y="1076493"/>
                          <a:ext cx="517441" cy="1966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441" h="196617">
                              <a:moveTo>
                                <a:pt x="511038" y="196618"/>
                              </a:moveTo>
                              <a:cubicBezTo>
                                <a:pt x="510276" y="196618"/>
                                <a:pt x="509609" y="196522"/>
                                <a:pt x="508847" y="196237"/>
                              </a:cubicBezTo>
                              <a:lnTo>
                                <a:pt x="4213" y="12404"/>
                              </a:lnTo>
                              <a:cubicBezTo>
                                <a:pt x="879" y="11166"/>
                                <a:pt x="-836" y="7546"/>
                                <a:pt x="403" y="4213"/>
                              </a:cubicBezTo>
                              <a:cubicBezTo>
                                <a:pt x="1641" y="879"/>
                                <a:pt x="5261" y="-836"/>
                                <a:pt x="8594" y="403"/>
                              </a:cubicBezTo>
                              <a:lnTo>
                                <a:pt x="513229" y="184235"/>
                              </a:lnTo>
                              <a:cubicBezTo>
                                <a:pt x="516562" y="185473"/>
                                <a:pt x="518277" y="189093"/>
                                <a:pt x="517039" y="192427"/>
                              </a:cubicBezTo>
                              <a:cubicBezTo>
                                <a:pt x="516086" y="194998"/>
                                <a:pt x="513610" y="196618"/>
                                <a:pt x="511038" y="1966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6" name="AutoShape 26"/>
                        <p:cNvSpPr/>
                        <p:nvPr/>
                      </p:nvSpPr>
                      <p:spPr>
                        <a:xfrm>
                          <a:off x="3110081" y="1181935"/>
                          <a:ext cx="517441" cy="1966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441" h="196617">
                              <a:moveTo>
                                <a:pt x="511038" y="196618"/>
                              </a:moveTo>
                              <a:cubicBezTo>
                                <a:pt x="510276" y="196618"/>
                                <a:pt x="509609" y="196522"/>
                                <a:pt x="508847" y="196237"/>
                              </a:cubicBezTo>
                              <a:lnTo>
                                <a:pt x="4213" y="12404"/>
                              </a:lnTo>
                              <a:cubicBezTo>
                                <a:pt x="879" y="11166"/>
                                <a:pt x="-836" y="7546"/>
                                <a:pt x="403" y="4213"/>
                              </a:cubicBezTo>
                              <a:cubicBezTo>
                                <a:pt x="1641" y="879"/>
                                <a:pt x="5261" y="-836"/>
                                <a:pt x="8594" y="403"/>
                              </a:cubicBezTo>
                              <a:lnTo>
                                <a:pt x="513229" y="184235"/>
                              </a:lnTo>
                              <a:cubicBezTo>
                                <a:pt x="516563" y="185473"/>
                                <a:pt x="518277" y="189093"/>
                                <a:pt x="517039" y="192427"/>
                              </a:cubicBezTo>
                              <a:cubicBezTo>
                                <a:pt x="516086" y="194998"/>
                                <a:pt x="513610" y="196618"/>
                                <a:pt x="511038" y="1966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7" name="AutoShape 27"/>
                        <p:cNvSpPr/>
                        <p:nvPr/>
                      </p:nvSpPr>
                      <p:spPr>
                        <a:xfrm>
                          <a:off x="3070552" y="1287472"/>
                          <a:ext cx="517441" cy="1966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441" h="196617">
                              <a:moveTo>
                                <a:pt x="511038" y="196618"/>
                              </a:moveTo>
                              <a:cubicBezTo>
                                <a:pt x="510276" y="196618"/>
                                <a:pt x="509609" y="196522"/>
                                <a:pt x="508847" y="196237"/>
                              </a:cubicBezTo>
                              <a:lnTo>
                                <a:pt x="4213" y="12404"/>
                              </a:lnTo>
                              <a:cubicBezTo>
                                <a:pt x="879" y="11166"/>
                                <a:pt x="-836" y="7546"/>
                                <a:pt x="403" y="4213"/>
                              </a:cubicBezTo>
                              <a:cubicBezTo>
                                <a:pt x="1641" y="879"/>
                                <a:pt x="5261" y="-836"/>
                                <a:pt x="8594" y="403"/>
                              </a:cubicBezTo>
                              <a:lnTo>
                                <a:pt x="513229" y="184235"/>
                              </a:lnTo>
                              <a:cubicBezTo>
                                <a:pt x="516563" y="185473"/>
                                <a:pt x="518277" y="189093"/>
                                <a:pt x="517039" y="192427"/>
                              </a:cubicBezTo>
                              <a:cubicBezTo>
                                <a:pt x="516086" y="194998"/>
                                <a:pt x="513610" y="196618"/>
                                <a:pt x="511038" y="1966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8" name="AutoShape 28"/>
                        <p:cNvSpPr/>
                        <p:nvPr/>
                      </p:nvSpPr>
                      <p:spPr>
                        <a:xfrm>
                          <a:off x="3031023" y="1392914"/>
                          <a:ext cx="517441" cy="1966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441" h="196617">
                              <a:moveTo>
                                <a:pt x="511038" y="196618"/>
                              </a:moveTo>
                              <a:cubicBezTo>
                                <a:pt x="510276" y="196618"/>
                                <a:pt x="509609" y="196522"/>
                                <a:pt x="508847" y="196237"/>
                              </a:cubicBezTo>
                              <a:lnTo>
                                <a:pt x="4213" y="12404"/>
                              </a:lnTo>
                              <a:cubicBezTo>
                                <a:pt x="879" y="11166"/>
                                <a:pt x="-836" y="7546"/>
                                <a:pt x="403" y="4213"/>
                              </a:cubicBezTo>
                              <a:cubicBezTo>
                                <a:pt x="1641" y="879"/>
                                <a:pt x="5260" y="-836"/>
                                <a:pt x="8594" y="403"/>
                              </a:cubicBezTo>
                              <a:lnTo>
                                <a:pt x="513229" y="184235"/>
                              </a:lnTo>
                              <a:cubicBezTo>
                                <a:pt x="516563" y="185473"/>
                                <a:pt x="518277" y="189093"/>
                                <a:pt x="517039" y="192427"/>
                              </a:cubicBezTo>
                              <a:cubicBezTo>
                                <a:pt x="516086" y="194998"/>
                                <a:pt x="513610" y="196618"/>
                                <a:pt x="511038" y="1966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29" name="AutoShape 29"/>
                        <p:cNvSpPr/>
                        <p:nvPr/>
                      </p:nvSpPr>
                      <p:spPr>
                        <a:xfrm>
                          <a:off x="2991495" y="1498356"/>
                          <a:ext cx="517441" cy="1966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441" h="196617">
                              <a:moveTo>
                                <a:pt x="511038" y="196618"/>
                              </a:moveTo>
                              <a:cubicBezTo>
                                <a:pt x="510276" y="196618"/>
                                <a:pt x="509609" y="196522"/>
                                <a:pt x="508847" y="196237"/>
                              </a:cubicBezTo>
                              <a:lnTo>
                                <a:pt x="4213" y="12404"/>
                              </a:lnTo>
                              <a:cubicBezTo>
                                <a:pt x="879" y="11166"/>
                                <a:pt x="-835" y="7546"/>
                                <a:pt x="403" y="4213"/>
                              </a:cubicBezTo>
                              <a:cubicBezTo>
                                <a:pt x="1641" y="879"/>
                                <a:pt x="5260" y="-836"/>
                                <a:pt x="8594" y="403"/>
                              </a:cubicBezTo>
                              <a:lnTo>
                                <a:pt x="513229" y="184235"/>
                              </a:lnTo>
                              <a:cubicBezTo>
                                <a:pt x="516562" y="185473"/>
                                <a:pt x="518277" y="189093"/>
                                <a:pt x="517039" y="192427"/>
                              </a:cubicBezTo>
                              <a:cubicBezTo>
                                <a:pt x="516086" y="194998"/>
                                <a:pt x="513610" y="196618"/>
                                <a:pt x="511038" y="1966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0" name="AutoShape 30"/>
                        <p:cNvSpPr/>
                        <p:nvPr/>
                      </p:nvSpPr>
                      <p:spPr>
                        <a:xfrm>
                          <a:off x="2951966" y="1603893"/>
                          <a:ext cx="517441" cy="1966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441" h="196617">
                              <a:moveTo>
                                <a:pt x="511038" y="196618"/>
                              </a:moveTo>
                              <a:cubicBezTo>
                                <a:pt x="510276" y="196618"/>
                                <a:pt x="509609" y="196522"/>
                                <a:pt x="508847" y="196237"/>
                              </a:cubicBezTo>
                              <a:lnTo>
                                <a:pt x="4213" y="12404"/>
                              </a:lnTo>
                              <a:cubicBezTo>
                                <a:pt x="879" y="11166"/>
                                <a:pt x="-836" y="7546"/>
                                <a:pt x="403" y="4213"/>
                              </a:cubicBezTo>
                              <a:cubicBezTo>
                                <a:pt x="1641" y="879"/>
                                <a:pt x="5261" y="-836"/>
                                <a:pt x="8594" y="403"/>
                              </a:cubicBezTo>
                              <a:lnTo>
                                <a:pt x="513229" y="184235"/>
                              </a:lnTo>
                              <a:cubicBezTo>
                                <a:pt x="516562" y="185473"/>
                                <a:pt x="518277" y="189093"/>
                                <a:pt x="517039" y="192427"/>
                              </a:cubicBezTo>
                              <a:cubicBezTo>
                                <a:pt x="516086" y="194998"/>
                                <a:pt x="513610" y="196618"/>
                                <a:pt x="511038" y="1966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1" name="AutoShape 31"/>
                        <p:cNvSpPr/>
                        <p:nvPr/>
                      </p:nvSpPr>
                      <p:spPr>
                        <a:xfrm>
                          <a:off x="2912437" y="1709334"/>
                          <a:ext cx="517441" cy="1966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441" h="196617">
                              <a:moveTo>
                                <a:pt x="511038" y="196618"/>
                              </a:moveTo>
                              <a:cubicBezTo>
                                <a:pt x="510276" y="196618"/>
                                <a:pt x="509609" y="196522"/>
                                <a:pt x="508847" y="196237"/>
                              </a:cubicBezTo>
                              <a:lnTo>
                                <a:pt x="4213" y="12404"/>
                              </a:lnTo>
                              <a:cubicBezTo>
                                <a:pt x="879" y="11166"/>
                                <a:pt x="-836" y="7546"/>
                                <a:pt x="403" y="4213"/>
                              </a:cubicBezTo>
                              <a:cubicBezTo>
                                <a:pt x="1641" y="879"/>
                                <a:pt x="5261" y="-836"/>
                                <a:pt x="8594" y="403"/>
                              </a:cubicBezTo>
                              <a:lnTo>
                                <a:pt x="513229" y="184235"/>
                              </a:lnTo>
                              <a:cubicBezTo>
                                <a:pt x="516563" y="185473"/>
                                <a:pt x="518277" y="189093"/>
                                <a:pt x="517039" y="192427"/>
                              </a:cubicBezTo>
                              <a:cubicBezTo>
                                <a:pt x="516086" y="194998"/>
                                <a:pt x="513610" y="196618"/>
                                <a:pt x="511038" y="1966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  <p:grpSp>
                  <p:nvGrpSpPr>
                    <p:cNvPr id="32" name="Group 32"/>
                    <p:cNvGrpSpPr/>
                    <p:nvPr/>
                  </p:nvGrpSpPr>
                  <p:grpSpPr>
                    <a:xfrm>
                      <a:off x="1087710" y="1689491"/>
                      <a:ext cx="1629499" cy="1620694"/>
                      <a:chOff x="1087710" y="1689491"/>
                      <a:chExt cx="1629499" cy="1620694"/>
                    </a:xfrm>
                  </p:grpSpPr>
                  <p:sp>
                    <p:nvSpPr>
                      <p:cNvPr id="33" name="AutoShape 33"/>
                      <p:cNvSpPr/>
                      <p:nvPr/>
                    </p:nvSpPr>
                    <p:spPr>
                      <a:xfrm>
                        <a:off x="1087710" y="1689491"/>
                        <a:ext cx="1629499" cy="162069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29499" h="1620694">
                            <a:moveTo>
                              <a:pt x="8712" y="687663"/>
                            </a:moveTo>
                            <a:lnTo>
                              <a:pt x="512966" y="1585870"/>
                            </a:lnTo>
                            <a:cubicBezTo>
                              <a:pt x="531254" y="1618541"/>
                              <a:pt x="572497" y="1630257"/>
                              <a:pt x="605263" y="1612255"/>
                            </a:cubicBezTo>
                            <a:lnTo>
                              <a:pt x="1594149" y="1068663"/>
                            </a:lnTo>
                            <a:cubicBezTo>
                              <a:pt x="1627200" y="1050470"/>
                              <a:pt x="1639202" y="1008941"/>
                              <a:pt x="1621009" y="975889"/>
                            </a:cubicBezTo>
                            <a:lnTo>
                              <a:pt x="1100658" y="35200"/>
                            </a:lnTo>
                            <a:cubicBezTo>
                              <a:pt x="1081989" y="1387"/>
                              <a:pt x="1038936" y="-10139"/>
                              <a:pt x="1005789" y="9768"/>
                            </a:cubicBezTo>
                            <a:lnTo>
                              <a:pt x="33001" y="595746"/>
                            </a:lnTo>
                            <a:cubicBezTo>
                              <a:pt x="1473" y="614796"/>
                              <a:pt x="-9290" y="655373"/>
                              <a:pt x="8712" y="687567"/>
                            </a:cubicBezTo>
                            <a:close/>
                          </a:path>
                        </a:pathLst>
                      </a:custGeom>
                      <a:solidFill>
                        <a:srgbClr val="FF6000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34" name="Group 34"/>
                      <p:cNvGrpSpPr/>
                      <p:nvPr/>
                    </p:nvGrpSpPr>
                    <p:grpSpPr>
                      <a:xfrm>
                        <a:off x="1526913" y="2108119"/>
                        <a:ext cx="775720" cy="797400"/>
                        <a:chOff x="1526913" y="2108119"/>
                        <a:chExt cx="775720" cy="797400"/>
                      </a:xfrm>
                    </p:grpSpPr>
                    <p:sp>
                      <p:nvSpPr>
                        <p:cNvPr id="35" name="AutoShape 35"/>
                        <p:cNvSpPr/>
                        <p:nvPr/>
                      </p:nvSpPr>
                      <p:spPr>
                        <a:xfrm>
                          <a:off x="2017204" y="2305907"/>
                          <a:ext cx="285429" cy="53511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85429" h="535114">
                              <a:moveTo>
                                <a:pt x="231362" y="1238"/>
                              </a:moveTo>
                              <a:cubicBezTo>
                                <a:pt x="231362" y="1238"/>
                                <a:pt x="230791" y="381"/>
                                <a:pt x="230505" y="0"/>
                              </a:cubicBezTo>
                              <a:cubicBezTo>
                                <a:pt x="182785" y="27051"/>
                                <a:pt x="133731" y="55245"/>
                                <a:pt x="87535" y="84201"/>
                              </a:cubicBezTo>
                              <a:cubicBezTo>
                                <a:pt x="153638" y="190024"/>
                                <a:pt x="106871" y="326231"/>
                                <a:pt x="953" y="392716"/>
                              </a:cubicBezTo>
                              <a:cubicBezTo>
                                <a:pt x="667" y="392906"/>
                                <a:pt x="286" y="393097"/>
                                <a:pt x="0" y="393287"/>
                              </a:cubicBezTo>
                              <a:cubicBezTo>
                                <a:pt x="29432" y="439198"/>
                                <a:pt x="61055" y="486061"/>
                                <a:pt x="85344" y="535115"/>
                              </a:cubicBezTo>
                              <a:cubicBezTo>
                                <a:pt x="267367" y="419100"/>
                                <a:pt x="346996" y="183737"/>
                                <a:pt x="231362" y="123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6" name="AutoShape 36"/>
                        <p:cNvSpPr/>
                        <p:nvPr/>
                      </p:nvSpPr>
                      <p:spPr>
                        <a:xfrm>
                          <a:off x="1566481" y="2609564"/>
                          <a:ext cx="535971" cy="2959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35971" h="295955">
                              <a:moveTo>
                                <a:pt x="533495" y="233077"/>
                              </a:moveTo>
                              <a:cubicBezTo>
                                <a:pt x="534353" y="232505"/>
                                <a:pt x="535210" y="232029"/>
                                <a:pt x="535972" y="231458"/>
                              </a:cubicBezTo>
                              <a:cubicBezTo>
                                <a:pt x="511683" y="182309"/>
                                <a:pt x="479965" y="135541"/>
                                <a:pt x="450628" y="89630"/>
                              </a:cubicBezTo>
                              <a:cubicBezTo>
                                <a:pt x="334518" y="161830"/>
                                <a:pt x="193072" y="120587"/>
                                <a:pt x="141923" y="3143"/>
                              </a:cubicBezTo>
                              <a:cubicBezTo>
                                <a:pt x="141446" y="2096"/>
                                <a:pt x="141065" y="1048"/>
                                <a:pt x="140589" y="0"/>
                              </a:cubicBezTo>
                              <a:cubicBezTo>
                                <a:pt x="95155" y="33623"/>
                                <a:pt x="48387" y="61531"/>
                                <a:pt x="0" y="89154"/>
                              </a:cubicBezTo>
                              <a:cubicBezTo>
                                <a:pt x="90297" y="289179"/>
                                <a:pt x="333851" y="358426"/>
                                <a:pt x="533400" y="23307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53AFA6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7" name="AutoShape 37"/>
                        <p:cNvSpPr/>
                        <p:nvPr/>
                      </p:nvSpPr>
                      <p:spPr>
                        <a:xfrm>
                          <a:off x="1526913" y="2155126"/>
                          <a:ext cx="269501" cy="54359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9501" h="543591">
                              <a:moveTo>
                                <a:pt x="186158" y="3524"/>
                              </a:moveTo>
                              <a:cubicBezTo>
                                <a:pt x="19470" y="110395"/>
                                <a:pt x="-49015" y="340043"/>
                                <a:pt x="37663" y="539020"/>
                              </a:cubicBezTo>
                              <a:cubicBezTo>
                                <a:pt x="38330" y="540544"/>
                                <a:pt x="38996" y="542068"/>
                                <a:pt x="39758" y="543592"/>
                              </a:cubicBezTo>
                              <a:cubicBezTo>
                                <a:pt x="88145" y="515969"/>
                                <a:pt x="134818" y="488156"/>
                                <a:pt x="180347" y="454438"/>
                              </a:cubicBezTo>
                              <a:cubicBezTo>
                                <a:pt x="132341" y="340138"/>
                                <a:pt x="171965" y="209169"/>
                                <a:pt x="267501" y="147923"/>
                              </a:cubicBezTo>
                              <a:cubicBezTo>
                                <a:pt x="268168" y="147542"/>
                                <a:pt x="268835" y="147066"/>
                                <a:pt x="269501" y="146685"/>
                              </a:cubicBezTo>
                              <a:cubicBezTo>
                                <a:pt x="246832" y="96965"/>
                                <a:pt x="217685" y="48482"/>
                                <a:pt x="191968" y="0"/>
                              </a:cubicBezTo>
                              <a:cubicBezTo>
                                <a:pt x="190063" y="1143"/>
                                <a:pt x="188063" y="2381"/>
                                <a:pt x="186158" y="362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8" name="AutoShape 38"/>
                        <p:cNvSpPr/>
                        <p:nvPr/>
                      </p:nvSpPr>
                      <p:spPr>
                        <a:xfrm>
                          <a:off x="1718786" y="2108119"/>
                          <a:ext cx="528923" cy="28189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28923" h="281893">
                              <a:moveTo>
                                <a:pt x="0" y="46912"/>
                              </a:moveTo>
                              <a:cubicBezTo>
                                <a:pt x="25717" y="95394"/>
                                <a:pt x="54769" y="143876"/>
                                <a:pt x="77533" y="193597"/>
                              </a:cubicBezTo>
                              <a:cubicBezTo>
                                <a:pt x="182975" y="127874"/>
                                <a:pt x="325660" y="186644"/>
                                <a:pt x="385286" y="280751"/>
                              </a:cubicBezTo>
                              <a:cubicBezTo>
                                <a:pt x="385572" y="281132"/>
                                <a:pt x="385763" y="281513"/>
                                <a:pt x="385953" y="281894"/>
                              </a:cubicBezTo>
                              <a:cubicBezTo>
                                <a:pt x="432149" y="252938"/>
                                <a:pt x="481203" y="224744"/>
                                <a:pt x="528923" y="197693"/>
                              </a:cubicBezTo>
                              <a:cubicBezTo>
                                <a:pt x="425767" y="36434"/>
                                <a:pt x="181737" y="-64150"/>
                                <a:pt x="0" y="4691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39" name="AutoShape 39"/>
                        <p:cNvSpPr/>
                        <p:nvPr/>
                      </p:nvSpPr>
                      <p:spPr>
                        <a:xfrm>
                          <a:off x="1528583" y="2595436"/>
                          <a:ext cx="200286" cy="12918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00286" h="129189">
                              <a:moveTo>
                                <a:pt x="6370" y="129189"/>
                              </a:moveTo>
                              <a:cubicBezTo>
                                <a:pt x="4274" y="129189"/>
                                <a:pt x="2179" y="128142"/>
                                <a:pt x="941" y="126141"/>
                              </a:cubicBezTo>
                              <a:cubicBezTo>
                                <a:pt x="-869" y="123189"/>
                                <a:pt x="-12" y="119188"/>
                                <a:pt x="3036" y="117378"/>
                              </a:cubicBezTo>
                              <a:lnTo>
                                <a:pt x="190583" y="983"/>
                              </a:lnTo>
                              <a:cubicBezTo>
                                <a:pt x="193536" y="-922"/>
                                <a:pt x="197537" y="30"/>
                                <a:pt x="199346" y="3078"/>
                              </a:cubicBezTo>
                              <a:cubicBezTo>
                                <a:pt x="201156" y="6031"/>
                                <a:pt x="200299" y="10031"/>
                                <a:pt x="197251" y="11841"/>
                              </a:cubicBezTo>
                              <a:lnTo>
                                <a:pt x="9704" y="128237"/>
                              </a:lnTo>
                              <a:cubicBezTo>
                                <a:pt x="8656" y="128904"/>
                                <a:pt x="7513" y="129189"/>
                                <a:pt x="6370" y="12918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40" name="AutoShape 40"/>
                        <p:cNvSpPr/>
                        <p:nvPr/>
                      </p:nvSpPr>
                      <p:spPr>
                        <a:xfrm>
                          <a:off x="2005454" y="2686438"/>
                          <a:ext cx="112749" cy="17353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2749" h="173537">
                              <a:moveTo>
                                <a:pt x="106429" y="173538"/>
                              </a:moveTo>
                              <a:cubicBezTo>
                                <a:pt x="104333" y="173538"/>
                                <a:pt x="102238" y="172490"/>
                                <a:pt x="100999" y="170490"/>
                              </a:cubicBezTo>
                              <a:lnTo>
                                <a:pt x="987" y="9708"/>
                              </a:lnTo>
                              <a:cubicBezTo>
                                <a:pt x="-918" y="6755"/>
                                <a:pt x="34" y="2754"/>
                                <a:pt x="2987" y="945"/>
                              </a:cubicBezTo>
                              <a:cubicBezTo>
                                <a:pt x="5940" y="-865"/>
                                <a:pt x="9940" y="-8"/>
                                <a:pt x="11750" y="2945"/>
                              </a:cubicBezTo>
                              <a:lnTo>
                                <a:pt x="111763" y="163727"/>
                              </a:lnTo>
                              <a:cubicBezTo>
                                <a:pt x="113668" y="166680"/>
                                <a:pt x="112715" y="170680"/>
                                <a:pt x="109762" y="172490"/>
                              </a:cubicBezTo>
                              <a:cubicBezTo>
                                <a:pt x="108715" y="173157"/>
                                <a:pt x="107572" y="173442"/>
                                <a:pt x="106429" y="17344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41" name="AutoShape 41"/>
                        <p:cNvSpPr/>
                        <p:nvPr/>
                      </p:nvSpPr>
                      <p:spPr>
                        <a:xfrm>
                          <a:off x="2091909" y="2289052"/>
                          <a:ext cx="176155" cy="1194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6155" h="119439">
                              <a:moveTo>
                                <a:pt x="6353" y="119439"/>
                              </a:moveTo>
                              <a:cubicBezTo>
                                <a:pt x="4258" y="119439"/>
                                <a:pt x="2257" y="118391"/>
                                <a:pt x="1019" y="116582"/>
                              </a:cubicBezTo>
                              <a:cubicBezTo>
                                <a:pt x="-886" y="113629"/>
                                <a:pt x="-29" y="109724"/>
                                <a:pt x="2829" y="107723"/>
                              </a:cubicBezTo>
                              <a:lnTo>
                                <a:pt x="166278" y="1043"/>
                              </a:lnTo>
                              <a:cubicBezTo>
                                <a:pt x="169231" y="-862"/>
                                <a:pt x="173136" y="-100"/>
                                <a:pt x="175136" y="2853"/>
                              </a:cubicBezTo>
                              <a:cubicBezTo>
                                <a:pt x="177041" y="5806"/>
                                <a:pt x="176184" y="9711"/>
                                <a:pt x="173326" y="11711"/>
                              </a:cubicBezTo>
                              <a:lnTo>
                                <a:pt x="9877" y="118391"/>
                              </a:lnTo>
                              <a:cubicBezTo>
                                <a:pt x="8830" y="119058"/>
                                <a:pt x="7591" y="119439"/>
                                <a:pt x="6448" y="1194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42" name="AutoShape 42"/>
                        <p:cNvSpPr/>
                        <p:nvPr/>
                      </p:nvSpPr>
                      <p:spPr>
                        <a:xfrm>
                          <a:off x="1703580" y="2136968"/>
                          <a:ext cx="104229" cy="1744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4229" h="174463">
                              <a:moveTo>
                                <a:pt x="97882" y="174463"/>
                              </a:moveTo>
                              <a:cubicBezTo>
                                <a:pt x="95691" y="174463"/>
                                <a:pt x="93501" y="173320"/>
                                <a:pt x="92358" y="171225"/>
                              </a:cubicBezTo>
                              <a:lnTo>
                                <a:pt x="823" y="9490"/>
                              </a:lnTo>
                              <a:cubicBezTo>
                                <a:pt x="-892" y="6442"/>
                                <a:pt x="156" y="2537"/>
                                <a:pt x="3204" y="823"/>
                              </a:cubicBezTo>
                              <a:cubicBezTo>
                                <a:pt x="6252" y="-892"/>
                                <a:pt x="10157" y="156"/>
                                <a:pt x="11872" y="3204"/>
                              </a:cubicBezTo>
                              <a:lnTo>
                                <a:pt x="103407" y="164938"/>
                              </a:lnTo>
                              <a:cubicBezTo>
                                <a:pt x="105121" y="167986"/>
                                <a:pt x="104074" y="171891"/>
                                <a:pt x="101026" y="173606"/>
                              </a:cubicBezTo>
                              <a:cubicBezTo>
                                <a:pt x="100073" y="174178"/>
                                <a:pt x="98930" y="174463"/>
                                <a:pt x="97882" y="17446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43" name="AutoShape 43"/>
                        <p:cNvSpPr/>
                        <p:nvPr/>
                      </p:nvSpPr>
                      <p:spPr>
                        <a:xfrm>
                          <a:off x="1878176" y="2141217"/>
                          <a:ext cx="139830" cy="3391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9830" h="33911">
                              <a:moveTo>
                                <a:pt x="133504" y="33911"/>
                              </a:moveTo>
                              <a:cubicBezTo>
                                <a:pt x="132647" y="33911"/>
                                <a:pt x="131694" y="33721"/>
                                <a:pt x="130837" y="33340"/>
                              </a:cubicBezTo>
                              <a:cubicBezTo>
                                <a:pt x="92165" y="15814"/>
                                <a:pt x="49398" y="9337"/>
                                <a:pt x="7202" y="14575"/>
                              </a:cubicBezTo>
                              <a:cubicBezTo>
                                <a:pt x="3678" y="15052"/>
                                <a:pt x="535" y="12575"/>
                                <a:pt x="59" y="9051"/>
                              </a:cubicBezTo>
                              <a:cubicBezTo>
                                <a:pt x="-418" y="5527"/>
                                <a:pt x="2059" y="2383"/>
                                <a:pt x="5583" y="1907"/>
                              </a:cubicBezTo>
                              <a:cubicBezTo>
                                <a:pt x="50065" y="-3713"/>
                                <a:pt x="95213" y="3145"/>
                                <a:pt x="136076" y="21719"/>
                              </a:cubicBezTo>
                              <a:cubicBezTo>
                                <a:pt x="139314" y="23148"/>
                                <a:pt x="140743" y="26958"/>
                                <a:pt x="139219" y="30196"/>
                              </a:cubicBezTo>
                              <a:cubicBezTo>
                                <a:pt x="138171" y="32578"/>
                                <a:pt x="135885" y="33911"/>
                                <a:pt x="133409" y="3391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44" name="AutoShape 44"/>
                        <p:cNvSpPr/>
                        <p:nvPr/>
                      </p:nvSpPr>
                      <p:spPr>
                        <a:xfrm>
                          <a:off x="2027811" y="2170305"/>
                          <a:ext cx="39746" cy="2454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9746" h="24540">
                              <a:moveTo>
                                <a:pt x="33399" y="24540"/>
                              </a:moveTo>
                              <a:cubicBezTo>
                                <a:pt x="32541" y="24540"/>
                                <a:pt x="31684" y="24350"/>
                                <a:pt x="30827" y="23969"/>
                              </a:cubicBezTo>
                              <a:lnTo>
                                <a:pt x="3871" y="12253"/>
                              </a:lnTo>
                              <a:cubicBezTo>
                                <a:pt x="633" y="10825"/>
                                <a:pt x="-891" y="7110"/>
                                <a:pt x="537" y="3871"/>
                              </a:cubicBezTo>
                              <a:cubicBezTo>
                                <a:pt x="1966" y="633"/>
                                <a:pt x="5681" y="-891"/>
                                <a:pt x="8920" y="538"/>
                              </a:cubicBezTo>
                              <a:lnTo>
                                <a:pt x="35875" y="12253"/>
                              </a:lnTo>
                              <a:cubicBezTo>
                                <a:pt x="39114" y="13682"/>
                                <a:pt x="40638" y="17397"/>
                                <a:pt x="39209" y="20635"/>
                              </a:cubicBezTo>
                              <a:cubicBezTo>
                                <a:pt x="38161" y="23017"/>
                                <a:pt x="35780" y="24445"/>
                                <a:pt x="33399" y="2444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45" name="AutoShape 45"/>
                        <p:cNvSpPr/>
                        <p:nvPr/>
                      </p:nvSpPr>
                      <p:spPr>
                        <a:xfrm>
                          <a:off x="1736404" y="2723861"/>
                          <a:ext cx="128421" cy="6410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8421" h="64105">
                              <a:moveTo>
                                <a:pt x="122113" y="64106"/>
                              </a:moveTo>
                              <a:cubicBezTo>
                                <a:pt x="122113" y="64106"/>
                                <a:pt x="121732" y="64106"/>
                                <a:pt x="121637" y="64106"/>
                              </a:cubicBezTo>
                              <a:cubicBezTo>
                                <a:pt x="77060" y="60582"/>
                                <a:pt x="34578" y="41722"/>
                                <a:pt x="2003" y="11052"/>
                              </a:cubicBezTo>
                              <a:cubicBezTo>
                                <a:pt x="-569" y="8671"/>
                                <a:pt x="-664" y="4575"/>
                                <a:pt x="1717" y="2003"/>
                              </a:cubicBezTo>
                              <a:cubicBezTo>
                                <a:pt x="4098" y="-569"/>
                                <a:pt x="8194" y="-664"/>
                                <a:pt x="10766" y="1717"/>
                              </a:cubicBezTo>
                              <a:cubicBezTo>
                                <a:pt x="41151" y="30483"/>
                                <a:pt x="80965" y="48104"/>
                                <a:pt x="122589" y="51343"/>
                              </a:cubicBezTo>
                              <a:cubicBezTo>
                                <a:pt x="126114" y="51628"/>
                                <a:pt x="128685" y="54676"/>
                                <a:pt x="128400" y="58201"/>
                              </a:cubicBezTo>
                              <a:cubicBezTo>
                                <a:pt x="128114" y="61534"/>
                                <a:pt x="125352" y="64106"/>
                                <a:pt x="122018" y="6410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46" name="AutoShape 46"/>
                        <p:cNvSpPr/>
                        <p:nvPr/>
                      </p:nvSpPr>
                      <p:spPr>
                        <a:xfrm>
                          <a:off x="1876234" y="2771481"/>
                          <a:ext cx="48204" cy="1753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8204" h="17533">
                              <a:moveTo>
                                <a:pt x="6382" y="17533"/>
                              </a:moveTo>
                              <a:cubicBezTo>
                                <a:pt x="2953" y="17533"/>
                                <a:pt x="95" y="14771"/>
                                <a:pt x="0" y="11247"/>
                              </a:cubicBezTo>
                              <a:cubicBezTo>
                                <a:pt x="0" y="7723"/>
                                <a:pt x="2762" y="4865"/>
                                <a:pt x="6287" y="4770"/>
                              </a:cubicBezTo>
                              <a:cubicBezTo>
                                <a:pt x="17717" y="4579"/>
                                <a:pt x="29242" y="2960"/>
                                <a:pt x="40291" y="198"/>
                              </a:cubicBezTo>
                              <a:cubicBezTo>
                                <a:pt x="43720" y="-659"/>
                                <a:pt x="47149" y="1341"/>
                                <a:pt x="48006" y="4770"/>
                              </a:cubicBezTo>
                              <a:cubicBezTo>
                                <a:pt x="48863" y="8199"/>
                                <a:pt x="46863" y="11628"/>
                                <a:pt x="43434" y="12485"/>
                              </a:cubicBezTo>
                              <a:cubicBezTo>
                                <a:pt x="31337" y="15533"/>
                                <a:pt x="18955" y="17248"/>
                                <a:pt x="6477" y="17533"/>
                              </a:cubicBezTo>
                              <a:lnTo>
                                <a:pt x="6382" y="1753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sp>
                    <p:nvSpPr>
                      <p:cNvPr id="47" name="AutoShape 47"/>
                      <p:cNvSpPr/>
                      <p:nvPr/>
                    </p:nvSpPr>
                    <p:spPr>
                      <a:xfrm>
                        <a:off x="2374186" y="2692649"/>
                        <a:ext cx="231869" cy="13075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1869" h="130751">
                            <a:moveTo>
                              <a:pt x="6397" y="130751"/>
                            </a:moveTo>
                            <a:cubicBezTo>
                              <a:pt x="4111" y="130751"/>
                              <a:pt x="1920" y="129513"/>
                              <a:pt x="777" y="127418"/>
                            </a:cubicBezTo>
                            <a:cubicBezTo>
                              <a:pt x="-937" y="124274"/>
                              <a:pt x="301" y="120464"/>
                              <a:pt x="3349" y="118750"/>
                            </a:cubicBezTo>
                            <a:lnTo>
                              <a:pt x="222424" y="735"/>
                            </a:lnTo>
                            <a:cubicBezTo>
                              <a:pt x="225567" y="-884"/>
                              <a:pt x="229377" y="259"/>
                              <a:pt x="231092" y="3307"/>
                            </a:cubicBezTo>
                            <a:cubicBezTo>
                              <a:pt x="232806" y="6450"/>
                              <a:pt x="231568" y="10260"/>
                              <a:pt x="228520" y="11975"/>
                            </a:cubicBezTo>
                            <a:lnTo>
                              <a:pt x="9445" y="129989"/>
                            </a:lnTo>
                            <a:cubicBezTo>
                              <a:pt x="8492" y="130466"/>
                              <a:pt x="7445" y="130751"/>
                              <a:pt x="6397" y="130751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48" name="AutoShape 48"/>
                      <p:cNvSpPr/>
                      <p:nvPr/>
                    </p:nvSpPr>
                    <p:spPr>
                      <a:xfrm>
                        <a:off x="2353212" y="2654487"/>
                        <a:ext cx="231240" cy="13195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31240" h="131955">
                            <a:moveTo>
                              <a:pt x="6416" y="131956"/>
                            </a:moveTo>
                            <a:cubicBezTo>
                              <a:pt x="4130" y="131956"/>
                              <a:pt x="1939" y="130717"/>
                              <a:pt x="796" y="128622"/>
                            </a:cubicBezTo>
                            <a:cubicBezTo>
                              <a:pt x="-918" y="125574"/>
                              <a:pt x="225" y="121669"/>
                              <a:pt x="3368" y="119954"/>
                            </a:cubicBezTo>
                            <a:lnTo>
                              <a:pt x="221776" y="796"/>
                            </a:lnTo>
                            <a:cubicBezTo>
                              <a:pt x="224824" y="-918"/>
                              <a:pt x="228730" y="225"/>
                              <a:pt x="230444" y="3368"/>
                            </a:cubicBezTo>
                            <a:cubicBezTo>
                              <a:pt x="232159" y="6416"/>
                              <a:pt x="231016" y="10321"/>
                              <a:pt x="227872" y="12036"/>
                            </a:cubicBezTo>
                            <a:lnTo>
                              <a:pt x="9464" y="131194"/>
                            </a:lnTo>
                            <a:cubicBezTo>
                              <a:pt x="8512" y="131765"/>
                              <a:pt x="7464" y="131956"/>
                              <a:pt x="6416" y="131956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49" name="AutoShape 49"/>
                      <p:cNvSpPr/>
                      <p:nvPr/>
                    </p:nvSpPr>
                    <p:spPr>
                      <a:xfrm>
                        <a:off x="2436334" y="2614946"/>
                        <a:ext cx="121193" cy="6967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21193" h="69675">
                            <a:moveTo>
                              <a:pt x="6352" y="69675"/>
                            </a:moveTo>
                            <a:cubicBezTo>
                              <a:pt x="4066" y="69675"/>
                              <a:pt x="1875" y="68437"/>
                              <a:pt x="732" y="66246"/>
                            </a:cubicBezTo>
                            <a:cubicBezTo>
                              <a:pt x="-887" y="63103"/>
                              <a:pt x="256" y="59293"/>
                              <a:pt x="3399" y="57674"/>
                            </a:cubicBezTo>
                            <a:lnTo>
                              <a:pt x="111889" y="714"/>
                            </a:lnTo>
                            <a:cubicBezTo>
                              <a:pt x="115032" y="-905"/>
                              <a:pt x="118842" y="333"/>
                              <a:pt x="120462" y="3381"/>
                            </a:cubicBezTo>
                            <a:cubicBezTo>
                              <a:pt x="122081" y="6524"/>
                              <a:pt x="120938" y="10334"/>
                              <a:pt x="117795" y="11954"/>
                            </a:cubicBezTo>
                            <a:lnTo>
                              <a:pt x="9305" y="68913"/>
                            </a:lnTo>
                            <a:cubicBezTo>
                              <a:pt x="8352" y="69389"/>
                              <a:pt x="7305" y="69675"/>
                              <a:pt x="6352" y="69675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50" name="AutoShape 50"/>
                      <p:cNvSpPr/>
                      <p:nvPr/>
                    </p:nvSpPr>
                    <p:spPr>
                      <a:xfrm>
                        <a:off x="1199636" y="2291582"/>
                        <a:ext cx="103706" cy="6280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03706" h="62807">
                            <a:moveTo>
                              <a:pt x="6419" y="62807"/>
                            </a:moveTo>
                            <a:cubicBezTo>
                              <a:pt x="4133" y="62807"/>
                              <a:pt x="2038" y="61664"/>
                              <a:pt x="799" y="59473"/>
                            </a:cubicBezTo>
                            <a:cubicBezTo>
                              <a:pt x="-915" y="56425"/>
                              <a:pt x="228" y="52520"/>
                              <a:pt x="3276" y="50806"/>
                            </a:cubicBezTo>
                            <a:lnTo>
                              <a:pt x="94240" y="799"/>
                            </a:lnTo>
                            <a:cubicBezTo>
                              <a:pt x="97288" y="-915"/>
                              <a:pt x="101193" y="228"/>
                              <a:pt x="102907" y="3276"/>
                            </a:cubicBezTo>
                            <a:cubicBezTo>
                              <a:pt x="104622" y="6324"/>
                              <a:pt x="103479" y="10229"/>
                              <a:pt x="100431" y="11944"/>
                            </a:cubicBezTo>
                            <a:lnTo>
                              <a:pt x="9467" y="61950"/>
                            </a:lnTo>
                            <a:cubicBezTo>
                              <a:pt x="8515" y="62521"/>
                              <a:pt x="7467" y="62712"/>
                              <a:pt x="6419" y="62712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51" name="AutoShape 51"/>
                      <p:cNvSpPr/>
                      <p:nvPr/>
                    </p:nvSpPr>
                    <p:spPr>
                      <a:xfrm>
                        <a:off x="1177515" y="2340422"/>
                        <a:ext cx="154807" cy="9388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807" h="93881">
                            <a:moveTo>
                              <a:pt x="6347" y="93882"/>
                            </a:moveTo>
                            <a:cubicBezTo>
                              <a:pt x="4156" y="93882"/>
                              <a:pt x="1966" y="92739"/>
                              <a:pt x="823" y="90643"/>
                            </a:cubicBezTo>
                            <a:cubicBezTo>
                              <a:pt x="-892" y="87595"/>
                              <a:pt x="156" y="83690"/>
                              <a:pt x="3204" y="81976"/>
                            </a:cubicBezTo>
                            <a:lnTo>
                              <a:pt x="145317" y="823"/>
                            </a:lnTo>
                            <a:cubicBezTo>
                              <a:pt x="148365" y="-892"/>
                              <a:pt x="152270" y="156"/>
                              <a:pt x="153985" y="3204"/>
                            </a:cubicBezTo>
                            <a:cubicBezTo>
                              <a:pt x="155699" y="6252"/>
                              <a:pt x="154651" y="10157"/>
                              <a:pt x="151603" y="11872"/>
                            </a:cubicBezTo>
                            <a:lnTo>
                              <a:pt x="9490" y="93024"/>
                            </a:lnTo>
                            <a:cubicBezTo>
                              <a:pt x="8538" y="93596"/>
                              <a:pt x="7395" y="93882"/>
                              <a:pt x="6347" y="93882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52" name="AutoShape 52"/>
                      <p:cNvSpPr/>
                      <p:nvPr/>
                    </p:nvSpPr>
                    <p:spPr>
                      <a:xfrm>
                        <a:off x="1202946" y="2392047"/>
                        <a:ext cx="146710" cy="8854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6710" h="88547">
                            <a:moveTo>
                              <a:pt x="6347" y="88548"/>
                            </a:moveTo>
                            <a:cubicBezTo>
                              <a:pt x="4156" y="88548"/>
                              <a:pt x="1966" y="87405"/>
                              <a:pt x="823" y="85309"/>
                            </a:cubicBezTo>
                            <a:cubicBezTo>
                              <a:pt x="-892" y="82261"/>
                              <a:pt x="156" y="78356"/>
                              <a:pt x="3204" y="76641"/>
                            </a:cubicBezTo>
                            <a:lnTo>
                              <a:pt x="137221" y="823"/>
                            </a:lnTo>
                            <a:cubicBezTo>
                              <a:pt x="140269" y="-892"/>
                              <a:pt x="144174" y="156"/>
                              <a:pt x="145888" y="3204"/>
                            </a:cubicBezTo>
                            <a:cubicBezTo>
                              <a:pt x="147603" y="6252"/>
                              <a:pt x="146555" y="10157"/>
                              <a:pt x="143507" y="11872"/>
                            </a:cubicBezTo>
                            <a:lnTo>
                              <a:pt x="9490" y="87691"/>
                            </a:lnTo>
                            <a:cubicBezTo>
                              <a:pt x="8538" y="88262"/>
                              <a:pt x="7395" y="88548"/>
                              <a:pt x="6347" y="88548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53" name="AutoShape 53"/>
                      <p:cNvSpPr/>
                      <p:nvPr/>
                    </p:nvSpPr>
                    <p:spPr>
                      <a:xfrm>
                        <a:off x="1353455" y="2381651"/>
                        <a:ext cx="255720" cy="6960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5720" h="69607">
                            <a:moveTo>
                              <a:pt x="249412" y="69512"/>
                            </a:moveTo>
                            <a:cubicBezTo>
                              <a:pt x="248650" y="69512"/>
                              <a:pt x="247983" y="69416"/>
                              <a:pt x="247221" y="69131"/>
                            </a:cubicBezTo>
                            <a:lnTo>
                              <a:pt x="92535" y="13219"/>
                            </a:lnTo>
                            <a:lnTo>
                              <a:pt x="9287" y="56748"/>
                            </a:lnTo>
                            <a:cubicBezTo>
                              <a:pt x="6143" y="58367"/>
                              <a:pt x="2333" y="57129"/>
                              <a:pt x="714" y="54081"/>
                            </a:cubicBezTo>
                            <a:cubicBezTo>
                              <a:pt x="-905" y="50938"/>
                              <a:pt x="333" y="47128"/>
                              <a:pt x="3381" y="45509"/>
                            </a:cubicBezTo>
                            <a:lnTo>
                              <a:pt x="89106" y="741"/>
                            </a:lnTo>
                            <a:cubicBezTo>
                              <a:pt x="90725" y="-116"/>
                              <a:pt x="92535" y="-211"/>
                              <a:pt x="94250" y="360"/>
                            </a:cubicBezTo>
                            <a:lnTo>
                              <a:pt x="251507" y="57224"/>
                            </a:lnTo>
                            <a:cubicBezTo>
                              <a:pt x="254841" y="58463"/>
                              <a:pt x="256556" y="62082"/>
                              <a:pt x="255317" y="65416"/>
                            </a:cubicBezTo>
                            <a:cubicBezTo>
                              <a:pt x="254365" y="67988"/>
                              <a:pt x="251984" y="69607"/>
                              <a:pt x="249317" y="69607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54" name="Group 54"/>
                    <p:cNvGrpSpPr/>
                    <p:nvPr/>
                  </p:nvGrpSpPr>
                  <p:grpSpPr>
                    <a:xfrm>
                      <a:off x="1622110" y="4944834"/>
                      <a:ext cx="1490902" cy="1291487"/>
                      <a:chOff x="1622110" y="4944834"/>
                      <a:chExt cx="1490902" cy="1291487"/>
                    </a:xfrm>
                  </p:grpSpPr>
                  <p:sp>
                    <p:nvSpPr>
                      <p:cNvPr id="55" name="AutoShape 55"/>
                      <p:cNvSpPr/>
                      <p:nvPr/>
                    </p:nvSpPr>
                    <p:spPr>
                      <a:xfrm>
                        <a:off x="1622110" y="4944834"/>
                        <a:ext cx="1490902" cy="129148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90902" h="1291487">
                            <a:moveTo>
                              <a:pt x="1094134" y="4069"/>
                            </a:moveTo>
                            <a:cubicBezTo>
                              <a:pt x="727041" y="182377"/>
                              <a:pt x="369853" y="361638"/>
                              <a:pt x="22667" y="541756"/>
                            </a:cubicBezTo>
                            <a:cubicBezTo>
                              <a:pt x="2855" y="552042"/>
                              <a:pt x="-5432" y="576332"/>
                              <a:pt x="3712" y="597381"/>
                            </a:cubicBezTo>
                            <a:cubicBezTo>
                              <a:pt x="102486" y="824172"/>
                              <a:pt x="211452" y="1047724"/>
                              <a:pt x="330039" y="1268323"/>
                            </a:cubicBezTo>
                            <a:cubicBezTo>
                              <a:pt x="341373" y="1289468"/>
                              <a:pt x="367281" y="1297564"/>
                              <a:pt x="387951" y="1286610"/>
                            </a:cubicBezTo>
                            <a:cubicBezTo>
                              <a:pt x="732660" y="1102778"/>
                              <a:pt x="1092705" y="925804"/>
                              <a:pt x="1466371" y="754925"/>
                            </a:cubicBezTo>
                            <a:cubicBezTo>
                              <a:pt x="1488850" y="744638"/>
                              <a:pt x="1497613" y="716920"/>
                              <a:pt x="1485326" y="694632"/>
                            </a:cubicBezTo>
                            <a:cubicBezTo>
                              <a:pt x="1377027" y="498036"/>
                              <a:pt x="1265489" y="272008"/>
                              <a:pt x="1151856" y="25691"/>
                            </a:cubicBezTo>
                            <a:cubicBezTo>
                              <a:pt x="1141569" y="3498"/>
                              <a:pt x="1115565" y="-6218"/>
                              <a:pt x="1094134" y="4164"/>
                            </a:cubicBezTo>
                            <a:close/>
                          </a:path>
                        </a:pathLst>
                      </a:custGeom>
                      <a:solidFill>
                        <a:srgbClr val="53AFA6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56" name="AutoShape 56"/>
                      <p:cNvSpPr/>
                      <p:nvPr/>
                    </p:nvSpPr>
                    <p:spPr>
                      <a:xfrm>
                        <a:off x="1742537" y="5068048"/>
                        <a:ext cx="1247780" cy="104500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247780" h="1045001">
                            <a:moveTo>
                              <a:pt x="1242978" y="532461"/>
                            </a:moveTo>
                            <a:cubicBezTo>
                              <a:pt x="1164111" y="390920"/>
                              <a:pt x="1080768" y="224042"/>
                              <a:pt x="988470" y="22398"/>
                            </a:cubicBezTo>
                            <a:cubicBezTo>
                              <a:pt x="984184" y="13158"/>
                              <a:pt x="976374" y="6015"/>
                              <a:pt x="966372" y="2395"/>
                            </a:cubicBezTo>
                            <a:cubicBezTo>
                              <a:pt x="955609" y="-1415"/>
                              <a:pt x="943227" y="-653"/>
                              <a:pt x="932559" y="4491"/>
                            </a:cubicBezTo>
                            <a:cubicBezTo>
                              <a:pt x="622710" y="155272"/>
                              <a:pt x="316863" y="308434"/>
                              <a:pt x="23588" y="459881"/>
                            </a:cubicBezTo>
                            <a:cubicBezTo>
                              <a:pt x="3871" y="470073"/>
                              <a:pt x="-5178" y="493028"/>
                              <a:pt x="3014" y="512078"/>
                            </a:cubicBezTo>
                            <a:cubicBezTo>
                              <a:pt x="76833" y="683909"/>
                              <a:pt x="160557" y="856407"/>
                              <a:pt x="252093" y="1024904"/>
                            </a:cubicBezTo>
                            <a:cubicBezTo>
                              <a:pt x="259046" y="1037763"/>
                              <a:pt x="272762" y="1045002"/>
                              <a:pt x="287240" y="1045002"/>
                            </a:cubicBezTo>
                            <a:cubicBezTo>
                              <a:pt x="294288" y="1045002"/>
                              <a:pt x="301432" y="1043287"/>
                              <a:pt x="308100" y="1039763"/>
                            </a:cubicBezTo>
                            <a:cubicBezTo>
                              <a:pt x="593278" y="888887"/>
                              <a:pt x="900840" y="737249"/>
                              <a:pt x="1222309" y="589040"/>
                            </a:cubicBezTo>
                            <a:cubicBezTo>
                              <a:pt x="1233549" y="583897"/>
                              <a:pt x="1242121" y="574372"/>
                              <a:pt x="1245836" y="563037"/>
                            </a:cubicBezTo>
                            <a:cubicBezTo>
                              <a:pt x="1249170" y="552654"/>
                              <a:pt x="1248217" y="541796"/>
                              <a:pt x="1242978" y="532461"/>
                            </a:cubicBezTo>
                            <a:close/>
                            <a:moveTo>
                              <a:pt x="1233644" y="559132"/>
                            </a:moveTo>
                            <a:cubicBezTo>
                              <a:pt x="1231072" y="567037"/>
                              <a:pt x="1224976" y="573800"/>
                              <a:pt x="1216975" y="577420"/>
                            </a:cubicBezTo>
                            <a:cubicBezTo>
                              <a:pt x="895316" y="725724"/>
                              <a:pt x="587468" y="877552"/>
                              <a:pt x="302194" y="1028524"/>
                            </a:cubicBezTo>
                            <a:cubicBezTo>
                              <a:pt x="287716" y="1036143"/>
                              <a:pt x="270285" y="1031762"/>
                              <a:pt x="263237" y="1018808"/>
                            </a:cubicBezTo>
                            <a:cubicBezTo>
                              <a:pt x="171987" y="850597"/>
                              <a:pt x="88358" y="678480"/>
                              <a:pt x="14730" y="507030"/>
                            </a:cubicBezTo>
                            <a:cubicBezTo>
                              <a:pt x="9205" y="494076"/>
                              <a:pt x="15587" y="478359"/>
                              <a:pt x="29398" y="471216"/>
                            </a:cubicBezTo>
                            <a:cubicBezTo>
                              <a:pt x="175988" y="395492"/>
                              <a:pt x="325816" y="319292"/>
                              <a:pt x="477645" y="243282"/>
                            </a:cubicBezTo>
                            <a:cubicBezTo>
                              <a:pt x="629378" y="167273"/>
                              <a:pt x="783302" y="91264"/>
                              <a:pt x="938178" y="15921"/>
                            </a:cubicBezTo>
                            <a:cubicBezTo>
                              <a:pt x="942560" y="13825"/>
                              <a:pt x="947418" y="12682"/>
                              <a:pt x="952085" y="12682"/>
                            </a:cubicBezTo>
                            <a:cubicBezTo>
                              <a:pt x="955514" y="12682"/>
                              <a:pt x="958943" y="13254"/>
                              <a:pt x="962086" y="14397"/>
                            </a:cubicBezTo>
                            <a:cubicBezTo>
                              <a:pt x="968754" y="16778"/>
                              <a:pt x="973992" y="21540"/>
                              <a:pt x="976850" y="27732"/>
                            </a:cubicBezTo>
                            <a:cubicBezTo>
                              <a:pt x="1069338" y="229662"/>
                              <a:pt x="1152777" y="396825"/>
                              <a:pt x="1231929" y="538653"/>
                            </a:cubicBezTo>
                            <a:cubicBezTo>
                              <a:pt x="1235359" y="544844"/>
                              <a:pt x="1235930" y="552083"/>
                              <a:pt x="1233644" y="559132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022824" y="5360059"/>
                        <a:ext cx="906494" cy="677647"/>
                        <a:chOff x="2022824" y="5360059"/>
                        <a:chExt cx="906494" cy="677647"/>
                      </a:xfrm>
                    </p:grpSpPr>
                    <p:sp>
                      <p:nvSpPr>
                        <p:cNvPr id="58" name="AutoShape 58"/>
                        <p:cNvSpPr/>
                        <p:nvPr/>
                      </p:nvSpPr>
                      <p:spPr>
                        <a:xfrm>
                          <a:off x="2381154" y="5446930"/>
                          <a:ext cx="548163" cy="40884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48163" h="408848">
                              <a:moveTo>
                                <a:pt x="0" y="408849"/>
                              </a:moveTo>
                              <a:lnTo>
                                <a:pt x="548164" y="128623"/>
                              </a:lnTo>
                              <a:lnTo>
                                <a:pt x="149828" y="2227"/>
                              </a:lnTo>
                              <a:cubicBezTo>
                                <a:pt x="123634" y="-6061"/>
                                <a:pt x="96012" y="9560"/>
                                <a:pt x="89535" y="36230"/>
                              </a:cubicBezTo>
                              <a:lnTo>
                                <a:pt x="0" y="40884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  <a:lumMod val="60000"/>
                            <a:lumOff val="4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59" name="AutoShape 59"/>
                        <p:cNvSpPr/>
                        <p:nvPr/>
                      </p:nvSpPr>
                      <p:spPr>
                        <a:xfrm>
                          <a:off x="2022824" y="5532921"/>
                          <a:ext cx="631031" cy="50478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31031" h="504785">
                              <a:moveTo>
                                <a:pt x="95" y="504786"/>
                              </a:moveTo>
                              <a:lnTo>
                                <a:pt x="631031" y="182174"/>
                              </a:lnTo>
                              <a:lnTo>
                                <a:pt x="143732" y="2723"/>
                              </a:lnTo>
                              <a:cubicBezTo>
                                <a:pt x="118015" y="-6707"/>
                                <a:pt x="90011" y="9295"/>
                                <a:pt x="85058" y="36251"/>
                              </a:cubicBezTo>
                              <a:lnTo>
                                <a:pt x="0" y="50478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60" name="AutoShape 60"/>
                        <p:cNvSpPr/>
                        <p:nvPr/>
                      </p:nvSpPr>
                      <p:spPr>
                        <a:xfrm>
                          <a:off x="2237193" y="5360059"/>
                          <a:ext cx="168193" cy="16819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68193" h="168193">
                              <a:moveTo>
                                <a:pt x="159487" y="46902"/>
                              </a:moveTo>
                              <a:cubicBezTo>
                                <a:pt x="180061" y="88526"/>
                                <a:pt x="162916" y="138913"/>
                                <a:pt x="121292" y="159487"/>
                              </a:cubicBezTo>
                              <a:cubicBezTo>
                                <a:pt x="79668" y="180061"/>
                                <a:pt x="29281" y="162917"/>
                                <a:pt x="8707" y="121292"/>
                              </a:cubicBezTo>
                              <a:cubicBezTo>
                                <a:pt x="-11867" y="79668"/>
                                <a:pt x="5278" y="29281"/>
                                <a:pt x="46902" y="8707"/>
                              </a:cubicBezTo>
                              <a:cubicBezTo>
                                <a:pt x="88526" y="-11868"/>
                                <a:pt x="138913" y="5277"/>
                                <a:pt x="159487" y="4690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61" name="Group 61"/>
                      <p:cNvGrpSpPr/>
                      <p:nvPr/>
                    </p:nvGrpSpPr>
                    <p:grpSpPr>
                      <a:xfrm>
                        <a:off x="2251188" y="5096749"/>
                        <a:ext cx="273913" cy="146572"/>
                        <a:chOff x="2251188" y="5096749"/>
                        <a:chExt cx="273913" cy="146572"/>
                      </a:xfrm>
                      <a:solidFill>
                        <a:srgbClr val="FFFFFF">
                          <a:alpha val="100000"/>
                        </a:srgbClr>
                      </a:solidFill>
                    </p:grpSpPr>
                    <p:sp>
                      <p:nvSpPr>
                        <p:cNvPr id="62" name="AutoShape 62"/>
                        <p:cNvSpPr/>
                        <p:nvPr/>
                      </p:nvSpPr>
                      <p:spPr>
                        <a:xfrm>
                          <a:off x="2251188" y="5135757"/>
                          <a:ext cx="199924" cy="10756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9924" h="107564">
                              <a:moveTo>
                                <a:pt x="6427" y="107565"/>
                              </a:moveTo>
                              <a:cubicBezTo>
                                <a:pt x="4141" y="107565"/>
                                <a:pt x="1854" y="106326"/>
                                <a:pt x="712" y="104040"/>
                              </a:cubicBezTo>
                              <a:cubicBezTo>
                                <a:pt x="-908" y="100897"/>
                                <a:pt x="331" y="97087"/>
                                <a:pt x="3474" y="95468"/>
                              </a:cubicBezTo>
                              <a:lnTo>
                                <a:pt x="190640" y="694"/>
                              </a:lnTo>
                              <a:cubicBezTo>
                                <a:pt x="193783" y="-925"/>
                                <a:pt x="197593" y="408"/>
                                <a:pt x="199212" y="3456"/>
                              </a:cubicBezTo>
                              <a:cubicBezTo>
                                <a:pt x="200832" y="6600"/>
                                <a:pt x="199594" y="10409"/>
                                <a:pt x="196450" y="12029"/>
                              </a:cubicBezTo>
                              <a:lnTo>
                                <a:pt x="9284" y="106802"/>
                              </a:lnTo>
                              <a:cubicBezTo>
                                <a:pt x="8332" y="107279"/>
                                <a:pt x="7379" y="107469"/>
                                <a:pt x="6427" y="10746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63" name="AutoShape 63"/>
                        <p:cNvSpPr/>
                        <p:nvPr/>
                      </p:nvSpPr>
                      <p:spPr>
                        <a:xfrm>
                          <a:off x="2466801" y="5096749"/>
                          <a:ext cx="58300" cy="352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8300" h="35225">
                              <a:moveTo>
                                <a:pt x="6365" y="35226"/>
                              </a:moveTo>
                              <a:cubicBezTo>
                                <a:pt x="3984" y="35226"/>
                                <a:pt x="1793" y="33892"/>
                                <a:pt x="650" y="31701"/>
                              </a:cubicBezTo>
                              <a:cubicBezTo>
                                <a:pt x="-874" y="28558"/>
                                <a:pt x="364" y="24748"/>
                                <a:pt x="3507" y="23129"/>
                              </a:cubicBezTo>
                              <a:lnTo>
                                <a:pt x="49037" y="650"/>
                              </a:lnTo>
                              <a:cubicBezTo>
                                <a:pt x="52180" y="-874"/>
                                <a:pt x="55990" y="364"/>
                                <a:pt x="57609" y="3507"/>
                              </a:cubicBezTo>
                              <a:cubicBezTo>
                                <a:pt x="59229" y="6651"/>
                                <a:pt x="57895" y="10461"/>
                                <a:pt x="54752" y="12080"/>
                              </a:cubicBezTo>
                              <a:lnTo>
                                <a:pt x="9222" y="34559"/>
                              </a:lnTo>
                              <a:cubicBezTo>
                                <a:pt x="8270" y="35035"/>
                                <a:pt x="7317" y="35226"/>
                                <a:pt x="6365" y="3522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64" name="Group 64"/>
                      <p:cNvGrpSpPr/>
                      <p:nvPr/>
                    </p:nvGrpSpPr>
                    <p:grpSpPr>
                      <a:xfrm>
                        <a:off x="1860630" y="5489804"/>
                        <a:ext cx="115884" cy="82129"/>
                        <a:chOff x="1860630" y="5489804"/>
                        <a:chExt cx="115884" cy="82129"/>
                      </a:xfrm>
                      <a:solidFill>
                        <a:srgbClr val="282523">
                          <a:alpha val="100000"/>
                        </a:srgbClr>
                      </a:solidFill>
                    </p:grpSpPr>
                    <p:sp>
                      <p:nvSpPr>
                        <p:cNvPr id="65" name="AutoShape 65"/>
                        <p:cNvSpPr/>
                        <p:nvPr/>
                      </p:nvSpPr>
                      <p:spPr>
                        <a:xfrm>
                          <a:off x="1877775" y="5505657"/>
                          <a:ext cx="25588" cy="1903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5588" h="19033">
                              <a:moveTo>
                                <a:pt x="6365" y="19033"/>
                              </a:moveTo>
                              <a:cubicBezTo>
                                <a:pt x="3984" y="19033"/>
                                <a:pt x="1793" y="17700"/>
                                <a:pt x="650" y="15509"/>
                              </a:cubicBezTo>
                              <a:cubicBezTo>
                                <a:pt x="-874" y="12366"/>
                                <a:pt x="364" y="8555"/>
                                <a:pt x="3507" y="6936"/>
                              </a:cubicBezTo>
                              <a:lnTo>
                                <a:pt x="16366" y="650"/>
                              </a:lnTo>
                              <a:cubicBezTo>
                                <a:pt x="19509" y="-874"/>
                                <a:pt x="23319" y="364"/>
                                <a:pt x="24939" y="3507"/>
                              </a:cubicBezTo>
                              <a:cubicBezTo>
                                <a:pt x="26463" y="6650"/>
                                <a:pt x="25224" y="10461"/>
                                <a:pt x="22081" y="12080"/>
                              </a:cubicBezTo>
                              <a:lnTo>
                                <a:pt x="9222" y="18366"/>
                              </a:lnTo>
                              <a:cubicBezTo>
                                <a:pt x="8270" y="18843"/>
                                <a:pt x="7317" y="19033"/>
                                <a:pt x="6365" y="1903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66" name="AutoShape 66"/>
                        <p:cNvSpPr/>
                        <p:nvPr/>
                      </p:nvSpPr>
                      <p:spPr>
                        <a:xfrm>
                          <a:off x="1911642" y="5489804"/>
                          <a:ext cx="27100" cy="194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7100" h="19455">
                              <a:moveTo>
                                <a:pt x="6406" y="19456"/>
                              </a:moveTo>
                              <a:cubicBezTo>
                                <a:pt x="4025" y="19456"/>
                                <a:pt x="1739" y="18122"/>
                                <a:pt x="596" y="15741"/>
                              </a:cubicBezTo>
                              <a:cubicBezTo>
                                <a:pt x="-928" y="12598"/>
                                <a:pt x="596" y="8788"/>
                                <a:pt x="3739" y="7264"/>
                              </a:cubicBezTo>
                              <a:lnTo>
                                <a:pt x="18027" y="596"/>
                              </a:lnTo>
                              <a:cubicBezTo>
                                <a:pt x="21265" y="-928"/>
                                <a:pt x="24980" y="596"/>
                                <a:pt x="26504" y="3739"/>
                              </a:cubicBezTo>
                              <a:cubicBezTo>
                                <a:pt x="28028" y="6883"/>
                                <a:pt x="26504" y="10692"/>
                                <a:pt x="23361" y="12217"/>
                              </a:cubicBezTo>
                              <a:lnTo>
                                <a:pt x="9073" y="18884"/>
                              </a:lnTo>
                              <a:cubicBezTo>
                                <a:pt x="8216" y="19265"/>
                                <a:pt x="7264" y="19456"/>
                                <a:pt x="6406" y="1945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67" name="AutoShape 67"/>
                        <p:cNvSpPr/>
                        <p:nvPr/>
                      </p:nvSpPr>
                      <p:spPr>
                        <a:xfrm>
                          <a:off x="1899418" y="5513393"/>
                          <a:ext cx="37548" cy="245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7548" h="24536">
                              <a:moveTo>
                                <a:pt x="6344" y="24536"/>
                              </a:moveTo>
                              <a:cubicBezTo>
                                <a:pt x="3963" y="24536"/>
                                <a:pt x="1677" y="23203"/>
                                <a:pt x="629" y="20917"/>
                              </a:cubicBezTo>
                              <a:cubicBezTo>
                                <a:pt x="-895" y="17774"/>
                                <a:pt x="439" y="13964"/>
                                <a:pt x="3677" y="12440"/>
                              </a:cubicBezTo>
                              <a:lnTo>
                                <a:pt x="28442" y="629"/>
                              </a:lnTo>
                              <a:cubicBezTo>
                                <a:pt x="31585" y="-895"/>
                                <a:pt x="35395" y="438"/>
                                <a:pt x="36919" y="3677"/>
                              </a:cubicBezTo>
                              <a:cubicBezTo>
                                <a:pt x="38443" y="6820"/>
                                <a:pt x="37110" y="10630"/>
                                <a:pt x="33871" y="12154"/>
                              </a:cubicBezTo>
                              <a:lnTo>
                                <a:pt x="9106" y="23965"/>
                              </a:lnTo>
                              <a:cubicBezTo>
                                <a:pt x="8249" y="24346"/>
                                <a:pt x="7296" y="24536"/>
                                <a:pt x="6344" y="2453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68" name="AutoShape 68"/>
                        <p:cNvSpPr/>
                        <p:nvPr/>
                      </p:nvSpPr>
                      <p:spPr>
                        <a:xfrm>
                          <a:off x="1950659" y="5496393"/>
                          <a:ext cx="23171" cy="1877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171" h="18771">
                              <a:moveTo>
                                <a:pt x="6347" y="18772"/>
                              </a:moveTo>
                              <a:cubicBezTo>
                                <a:pt x="4156" y="18772"/>
                                <a:pt x="1966" y="17629"/>
                                <a:pt x="823" y="15533"/>
                              </a:cubicBezTo>
                              <a:cubicBezTo>
                                <a:pt x="-892" y="12485"/>
                                <a:pt x="156" y="8580"/>
                                <a:pt x="3204" y="6866"/>
                              </a:cubicBezTo>
                              <a:lnTo>
                                <a:pt x="13681" y="865"/>
                              </a:lnTo>
                              <a:cubicBezTo>
                                <a:pt x="16729" y="-945"/>
                                <a:pt x="20635" y="198"/>
                                <a:pt x="22349" y="3246"/>
                              </a:cubicBezTo>
                              <a:cubicBezTo>
                                <a:pt x="24064" y="6294"/>
                                <a:pt x="23016" y="10199"/>
                                <a:pt x="19968" y="11914"/>
                              </a:cubicBezTo>
                              <a:lnTo>
                                <a:pt x="9490" y="17914"/>
                              </a:lnTo>
                              <a:cubicBezTo>
                                <a:pt x="8538" y="18486"/>
                                <a:pt x="7395" y="18772"/>
                                <a:pt x="6347" y="187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69" name="AutoShape 69"/>
                        <p:cNvSpPr/>
                        <p:nvPr/>
                      </p:nvSpPr>
                      <p:spPr>
                        <a:xfrm>
                          <a:off x="1925211" y="5519850"/>
                          <a:ext cx="51303" cy="2969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303" h="29699">
                              <a:moveTo>
                                <a:pt x="6364" y="29700"/>
                              </a:moveTo>
                              <a:cubicBezTo>
                                <a:pt x="3887" y="29700"/>
                                <a:pt x="1601" y="28271"/>
                                <a:pt x="553" y="25890"/>
                              </a:cubicBezTo>
                              <a:cubicBezTo>
                                <a:pt x="-875" y="22652"/>
                                <a:pt x="553" y="18937"/>
                                <a:pt x="3792" y="17508"/>
                              </a:cubicBezTo>
                              <a:lnTo>
                                <a:pt x="42368" y="553"/>
                              </a:lnTo>
                              <a:cubicBezTo>
                                <a:pt x="45607" y="-875"/>
                                <a:pt x="49321" y="553"/>
                                <a:pt x="50750" y="3792"/>
                              </a:cubicBezTo>
                              <a:cubicBezTo>
                                <a:pt x="52179" y="7030"/>
                                <a:pt x="50750" y="10745"/>
                                <a:pt x="47512" y="12174"/>
                              </a:cubicBezTo>
                              <a:lnTo>
                                <a:pt x="8935" y="29129"/>
                              </a:lnTo>
                              <a:cubicBezTo>
                                <a:pt x="8078" y="29509"/>
                                <a:pt x="7221" y="29700"/>
                                <a:pt x="6364" y="297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70" name="AutoShape 70"/>
                        <p:cNvSpPr/>
                        <p:nvPr/>
                      </p:nvSpPr>
                      <p:spPr>
                        <a:xfrm>
                          <a:off x="1880537" y="5551567"/>
                          <a:ext cx="28255" cy="2036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8255" h="20366">
                              <a:moveTo>
                                <a:pt x="6365" y="20367"/>
                              </a:moveTo>
                              <a:cubicBezTo>
                                <a:pt x="3984" y="20367"/>
                                <a:pt x="1793" y="19033"/>
                                <a:pt x="650" y="16842"/>
                              </a:cubicBezTo>
                              <a:cubicBezTo>
                                <a:pt x="-874" y="13699"/>
                                <a:pt x="364" y="9889"/>
                                <a:pt x="3507" y="8270"/>
                              </a:cubicBezTo>
                              <a:lnTo>
                                <a:pt x="19033" y="650"/>
                              </a:lnTo>
                              <a:cubicBezTo>
                                <a:pt x="22176" y="-874"/>
                                <a:pt x="25986" y="364"/>
                                <a:pt x="27606" y="3508"/>
                              </a:cubicBezTo>
                              <a:cubicBezTo>
                                <a:pt x="29130" y="6651"/>
                                <a:pt x="27891" y="10461"/>
                                <a:pt x="24748" y="12080"/>
                              </a:cubicBezTo>
                              <a:lnTo>
                                <a:pt x="9222" y="19700"/>
                              </a:lnTo>
                              <a:cubicBezTo>
                                <a:pt x="8270" y="20176"/>
                                <a:pt x="7317" y="20367"/>
                                <a:pt x="6365" y="2036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71" name="AutoShape 71"/>
                        <p:cNvSpPr/>
                        <p:nvPr/>
                      </p:nvSpPr>
                      <p:spPr>
                        <a:xfrm>
                          <a:off x="1860630" y="5542709"/>
                          <a:ext cx="22826" cy="1769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2826" h="17699">
                              <a:moveTo>
                                <a:pt x="6365" y="17700"/>
                              </a:moveTo>
                              <a:cubicBezTo>
                                <a:pt x="3984" y="17700"/>
                                <a:pt x="1793" y="16366"/>
                                <a:pt x="650" y="14176"/>
                              </a:cubicBezTo>
                              <a:cubicBezTo>
                                <a:pt x="-874" y="11032"/>
                                <a:pt x="364" y="7222"/>
                                <a:pt x="3507" y="5603"/>
                              </a:cubicBezTo>
                              <a:lnTo>
                                <a:pt x="13604" y="650"/>
                              </a:lnTo>
                              <a:cubicBezTo>
                                <a:pt x="16747" y="-874"/>
                                <a:pt x="20557" y="364"/>
                                <a:pt x="22176" y="3508"/>
                              </a:cubicBezTo>
                              <a:cubicBezTo>
                                <a:pt x="23700" y="6651"/>
                                <a:pt x="22462" y="10461"/>
                                <a:pt x="19319" y="12080"/>
                              </a:cubicBezTo>
                              <a:lnTo>
                                <a:pt x="9222" y="17033"/>
                              </a:lnTo>
                              <a:cubicBezTo>
                                <a:pt x="8365" y="17509"/>
                                <a:pt x="7317" y="17700"/>
                                <a:pt x="6460" y="177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  <p:grpSp>
                  <p:nvGrpSpPr>
                    <p:cNvPr id="72" name="Group 72"/>
                    <p:cNvGrpSpPr/>
                    <p:nvPr/>
                  </p:nvGrpSpPr>
                  <p:grpSpPr>
                    <a:xfrm>
                      <a:off x="656683" y="2696474"/>
                      <a:ext cx="3154572" cy="2721173"/>
                      <a:chOff x="656683" y="2696474"/>
                      <a:chExt cx="3154572" cy="2721173"/>
                    </a:xfrm>
                  </p:grpSpPr>
                  <p:grpSp>
                    <p:nvGrpSpPr>
                      <p:cNvPr id="73" name="Group 73"/>
                      <p:cNvGrpSpPr/>
                      <p:nvPr/>
                    </p:nvGrpSpPr>
                    <p:grpSpPr>
                      <a:xfrm>
                        <a:off x="656683" y="3257182"/>
                        <a:ext cx="3098328" cy="1887460"/>
                        <a:chOff x="656683" y="3257182"/>
                        <a:chExt cx="3098328" cy="1887460"/>
                      </a:xfrm>
                    </p:grpSpPr>
                    <p:grpSp>
                      <p:nvGrpSpPr>
                        <p:cNvPr id="74" name="Group 74"/>
                        <p:cNvGrpSpPr/>
                        <p:nvPr/>
                      </p:nvGrpSpPr>
                      <p:grpSpPr>
                        <a:xfrm>
                          <a:off x="893444" y="3257182"/>
                          <a:ext cx="2861566" cy="1665432"/>
                          <a:chOff x="893444" y="3257182"/>
                          <a:chExt cx="2861566" cy="1665432"/>
                        </a:xfrm>
                      </p:grpSpPr>
                      <p:sp>
                        <p:nvSpPr>
                          <p:cNvPr id="75" name="AutoShape 75"/>
                          <p:cNvSpPr/>
                          <p:nvPr/>
                        </p:nvSpPr>
                        <p:spPr>
                          <a:xfrm>
                            <a:off x="893444" y="3257182"/>
                            <a:ext cx="2861566" cy="166543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1566" h="1665432">
                                <a:moveTo>
                                  <a:pt x="635032" y="1665337"/>
                                </a:moveTo>
                                <a:cubicBezTo>
                                  <a:pt x="635032" y="1665337"/>
                                  <a:pt x="1028795" y="1147654"/>
                                  <a:pt x="1064514" y="1114697"/>
                                </a:cubicBezTo>
                                <a:cubicBezTo>
                                  <a:pt x="1100233" y="1081645"/>
                                  <a:pt x="1489710" y="992206"/>
                                  <a:pt x="1547051" y="1010970"/>
                                </a:cubicBezTo>
                                <a:cubicBezTo>
                                  <a:pt x="1604391" y="1029639"/>
                                  <a:pt x="1810798" y="1094028"/>
                                  <a:pt x="1892999" y="1106506"/>
                                </a:cubicBezTo>
                                <a:cubicBezTo>
                                  <a:pt x="1975199" y="1118983"/>
                                  <a:pt x="2277904" y="1152797"/>
                                  <a:pt x="2294573" y="1037354"/>
                                </a:cubicBezTo>
                                <a:cubicBezTo>
                                  <a:pt x="2311241" y="921911"/>
                                  <a:pt x="1784509" y="764463"/>
                                  <a:pt x="1738979" y="717219"/>
                                </a:cubicBezTo>
                                <a:cubicBezTo>
                                  <a:pt x="1693545" y="669975"/>
                                  <a:pt x="1701165" y="618254"/>
                                  <a:pt x="1701165" y="618254"/>
                                </a:cubicBezTo>
                                <a:cubicBezTo>
                                  <a:pt x="1788414" y="609777"/>
                                  <a:pt x="1914049" y="432040"/>
                                  <a:pt x="1914049" y="432040"/>
                                </a:cubicBezTo>
                                <a:cubicBezTo>
                                  <a:pt x="1914049" y="432040"/>
                                  <a:pt x="2158365" y="489857"/>
                                  <a:pt x="2181035" y="510622"/>
                                </a:cubicBezTo>
                                <a:cubicBezTo>
                                  <a:pt x="2203704" y="531386"/>
                                  <a:pt x="2273237" y="686834"/>
                                  <a:pt x="2278285" y="713409"/>
                                </a:cubicBezTo>
                                <a:cubicBezTo>
                                  <a:pt x="2283428" y="739984"/>
                                  <a:pt x="2270475" y="964297"/>
                                  <a:pt x="2343817" y="976775"/>
                                </a:cubicBezTo>
                                <a:cubicBezTo>
                                  <a:pt x="2417159" y="989253"/>
                                  <a:pt x="2511171" y="807802"/>
                                  <a:pt x="2499551" y="708170"/>
                                </a:cubicBezTo>
                                <a:cubicBezTo>
                                  <a:pt x="2487930" y="608539"/>
                                  <a:pt x="2460498" y="429754"/>
                                  <a:pt x="2401729" y="367842"/>
                                </a:cubicBezTo>
                                <a:cubicBezTo>
                                  <a:pt x="2386203" y="351554"/>
                                  <a:pt x="2293906" y="315550"/>
                                  <a:pt x="2293906" y="315550"/>
                                </a:cubicBezTo>
                                <a:cubicBezTo>
                                  <a:pt x="2293906" y="315550"/>
                                  <a:pt x="2436590" y="331361"/>
                                  <a:pt x="2446592" y="336124"/>
                                </a:cubicBezTo>
                                <a:cubicBezTo>
                                  <a:pt x="2456593" y="340981"/>
                                  <a:pt x="2534412" y="412419"/>
                                  <a:pt x="2563940" y="472426"/>
                                </a:cubicBezTo>
                                <a:cubicBezTo>
                                  <a:pt x="2593467" y="532434"/>
                                  <a:pt x="2652808" y="776845"/>
                                  <a:pt x="2742438" y="766273"/>
                                </a:cubicBezTo>
                                <a:cubicBezTo>
                                  <a:pt x="2832068" y="755700"/>
                                  <a:pt x="2792730" y="526814"/>
                                  <a:pt x="2792730" y="526814"/>
                                </a:cubicBezTo>
                                <a:cubicBezTo>
                                  <a:pt x="2792730" y="526814"/>
                                  <a:pt x="2833973" y="541197"/>
                                  <a:pt x="2854928" y="509098"/>
                                </a:cubicBezTo>
                                <a:cubicBezTo>
                                  <a:pt x="2913793" y="419086"/>
                                  <a:pt x="2564321" y="106190"/>
                                  <a:pt x="2470976" y="48850"/>
                                </a:cubicBezTo>
                                <a:cubicBezTo>
                                  <a:pt x="2377631" y="-8491"/>
                                  <a:pt x="1907858" y="-5443"/>
                                  <a:pt x="1767554" y="8559"/>
                                </a:cubicBezTo>
                                <a:cubicBezTo>
                                  <a:pt x="1683925" y="16941"/>
                                  <a:pt x="1085660" y="165531"/>
                                  <a:pt x="828675" y="350983"/>
                                </a:cubicBezTo>
                                <a:cubicBezTo>
                                  <a:pt x="530638" y="566057"/>
                                  <a:pt x="0" y="957154"/>
                                  <a:pt x="0" y="957154"/>
                                </a:cubicBezTo>
                                <a:lnTo>
                                  <a:pt x="634841" y="166543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6D51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76" name="AutoShape 76"/>
                          <p:cNvSpPr/>
                          <p:nvPr/>
                        </p:nvSpPr>
                        <p:spPr>
                          <a:xfrm>
                            <a:off x="2028813" y="3455527"/>
                            <a:ext cx="314728" cy="10958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14728" h="109584">
                                <a:moveTo>
                                  <a:pt x="6393" y="109585"/>
                                </a:moveTo>
                                <a:cubicBezTo>
                                  <a:pt x="3726" y="109585"/>
                                  <a:pt x="1154" y="107870"/>
                                  <a:pt x="297" y="105203"/>
                                </a:cubicBezTo>
                                <a:cubicBezTo>
                                  <a:pt x="-751" y="101870"/>
                                  <a:pt x="1059" y="98250"/>
                                  <a:pt x="4393" y="97202"/>
                                </a:cubicBezTo>
                                <a:lnTo>
                                  <a:pt x="306430" y="333"/>
                                </a:lnTo>
                                <a:cubicBezTo>
                                  <a:pt x="309764" y="-810"/>
                                  <a:pt x="313384" y="1095"/>
                                  <a:pt x="314431" y="4429"/>
                                </a:cubicBezTo>
                                <a:cubicBezTo>
                                  <a:pt x="315479" y="7763"/>
                                  <a:pt x="313669" y="11382"/>
                                  <a:pt x="310336" y="12430"/>
                                </a:cubicBezTo>
                                <a:lnTo>
                                  <a:pt x="8298" y="109299"/>
                                </a:lnTo>
                                <a:cubicBezTo>
                                  <a:pt x="7631" y="109489"/>
                                  <a:pt x="6964" y="109585"/>
                                  <a:pt x="6393" y="10958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D05C">
                              <a:alpha val="100000"/>
                              <a:lumMod val="40000"/>
                              <a:lumOff val="6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77" name="AutoShape 77"/>
                          <p:cNvSpPr/>
                          <p:nvPr/>
                        </p:nvSpPr>
                        <p:spPr>
                          <a:xfrm>
                            <a:off x="1877631" y="3590459"/>
                            <a:ext cx="73310" cy="4770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73310" h="47709">
                                <a:moveTo>
                                  <a:pt x="6414" y="47710"/>
                                </a:moveTo>
                                <a:cubicBezTo>
                                  <a:pt x="4223" y="47710"/>
                                  <a:pt x="2032" y="46567"/>
                                  <a:pt x="889" y="44567"/>
                                </a:cubicBezTo>
                                <a:cubicBezTo>
                                  <a:pt x="-921" y="41518"/>
                                  <a:pt x="127" y="37613"/>
                                  <a:pt x="3175" y="35899"/>
                                </a:cubicBezTo>
                                <a:lnTo>
                                  <a:pt x="63754" y="847"/>
                                </a:lnTo>
                                <a:cubicBezTo>
                                  <a:pt x="66802" y="-868"/>
                                  <a:pt x="70707" y="85"/>
                                  <a:pt x="72422" y="3133"/>
                                </a:cubicBezTo>
                                <a:cubicBezTo>
                                  <a:pt x="74231" y="6181"/>
                                  <a:pt x="73184" y="10086"/>
                                  <a:pt x="70136" y="11800"/>
                                </a:cubicBezTo>
                                <a:lnTo>
                                  <a:pt x="9557" y="46852"/>
                                </a:lnTo>
                                <a:cubicBezTo>
                                  <a:pt x="8509" y="47424"/>
                                  <a:pt x="7461" y="47710"/>
                                  <a:pt x="6414" y="4771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D05C">
                              <a:alpha val="100000"/>
                              <a:lumMod val="40000"/>
                              <a:lumOff val="6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grpSp>
                        <p:nvGrpSpPr>
                          <p:cNvPr id="78" name="Group 78"/>
                          <p:cNvGrpSpPr/>
                          <p:nvPr/>
                        </p:nvGrpSpPr>
                        <p:grpSpPr>
                          <a:xfrm>
                            <a:off x="2581077" y="3344945"/>
                            <a:ext cx="1105499" cy="1002264"/>
                            <a:chOff x="2581077" y="3344945"/>
                            <a:chExt cx="1105499" cy="1002264"/>
                          </a:xfrm>
                          <a:solidFill>
                            <a:srgbClr val="282523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79" name="AutoShape 79"/>
                            <p:cNvSpPr/>
                            <p:nvPr/>
                          </p:nvSpPr>
                          <p:spPr>
                            <a:xfrm>
                              <a:off x="2802784" y="3394573"/>
                              <a:ext cx="352353" cy="17311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52353" h="173110">
                                  <a:moveTo>
                                    <a:pt x="345704" y="173015"/>
                                  </a:moveTo>
                                  <a:cubicBezTo>
                                    <a:pt x="345228" y="173015"/>
                                    <a:pt x="344656" y="173015"/>
                                    <a:pt x="344180" y="172825"/>
                                  </a:cubicBezTo>
                                  <a:cubicBezTo>
                                    <a:pt x="343989" y="172825"/>
                                    <a:pt x="343608" y="172635"/>
                                    <a:pt x="343227" y="172539"/>
                                  </a:cubicBezTo>
                                  <a:cubicBezTo>
                                    <a:pt x="342561" y="172539"/>
                                    <a:pt x="341989" y="172254"/>
                                    <a:pt x="341418" y="171968"/>
                                  </a:cubicBezTo>
                                  <a:lnTo>
                                    <a:pt x="3661" y="12138"/>
                                  </a:lnTo>
                                  <a:cubicBezTo>
                                    <a:pt x="518" y="10614"/>
                                    <a:pt x="-911" y="6804"/>
                                    <a:pt x="613" y="3661"/>
                                  </a:cubicBezTo>
                                  <a:cubicBezTo>
                                    <a:pt x="2137" y="518"/>
                                    <a:pt x="5947" y="-911"/>
                                    <a:pt x="9090" y="613"/>
                                  </a:cubicBezTo>
                                  <a:lnTo>
                                    <a:pt x="345799" y="159966"/>
                                  </a:lnTo>
                                  <a:cubicBezTo>
                                    <a:pt x="346656" y="160157"/>
                                    <a:pt x="347323" y="160443"/>
                                    <a:pt x="347704" y="160633"/>
                                  </a:cubicBezTo>
                                  <a:cubicBezTo>
                                    <a:pt x="351133" y="161395"/>
                                    <a:pt x="352943" y="164824"/>
                                    <a:pt x="352181" y="168253"/>
                                  </a:cubicBezTo>
                                  <a:cubicBezTo>
                                    <a:pt x="351514" y="171206"/>
                                    <a:pt x="348656" y="173111"/>
                                    <a:pt x="345704" y="17311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80" name="AutoShape 80"/>
                            <p:cNvSpPr/>
                            <p:nvPr/>
                          </p:nvSpPr>
                          <p:spPr>
                            <a:xfrm>
                              <a:off x="3379711" y="3344945"/>
                              <a:ext cx="306864" cy="41838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06864" h="418382">
                                  <a:moveTo>
                                    <a:pt x="300653" y="418287"/>
                                  </a:moveTo>
                                  <a:cubicBezTo>
                                    <a:pt x="297700" y="418287"/>
                                    <a:pt x="295033" y="416191"/>
                                    <a:pt x="294367" y="413143"/>
                                  </a:cubicBezTo>
                                  <a:cubicBezTo>
                                    <a:pt x="294176" y="412381"/>
                                    <a:pt x="278460" y="333038"/>
                                    <a:pt x="248742" y="292652"/>
                                  </a:cubicBezTo>
                                  <a:cubicBezTo>
                                    <a:pt x="218262" y="251313"/>
                                    <a:pt x="3854" y="12998"/>
                                    <a:pt x="1663" y="10617"/>
                                  </a:cubicBezTo>
                                  <a:cubicBezTo>
                                    <a:pt x="-718" y="8045"/>
                                    <a:pt x="-528" y="3949"/>
                                    <a:pt x="2139" y="1663"/>
                                  </a:cubicBezTo>
                                  <a:cubicBezTo>
                                    <a:pt x="4711" y="-718"/>
                                    <a:pt x="8807" y="-528"/>
                                    <a:pt x="11093" y="2139"/>
                                  </a:cubicBezTo>
                                  <a:cubicBezTo>
                                    <a:pt x="19951" y="11950"/>
                                    <a:pt x="228168" y="243312"/>
                                    <a:pt x="258934" y="285222"/>
                                  </a:cubicBezTo>
                                  <a:cubicBezTo>
                                    <a:pt x="290366" y="327990"/>
                                    <a:pt x="306178" y="407523"/>
                                    <a:pt x="306749" y="410857"/>
                                  </a:cubicBezTo>
                                  <a:cubicBezTo>
                                    <a:pt x="307416" y="414286"/>
                                    <a:pt x="305130" y="417620"/>
                                    <a:pt x="301701" y="418287"/>
                                  </a:cubicBezTo>
                                  <a:cubicBezTo>
                                    <a:pt x="301320" y="418287"/>
                                    <a:pt x="300844" y="418382"/>
                                    <a:pt x="300462" y="41838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81" name="AutoShape 81"/>
                            <p:cNvSpPr/>
                            <p:nvPr/>
                          </p:nvSpPr>
                          <p:spPr>
                            <a:xfrm>
                              <a:off x="2765761" y="4136244"/>
                              <a:ext cx="47625" cy="1345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7625" h="134575">
                                  <a:moveTo>
                                    <a:pt x="6871" y="134480"/>
                                  </a:moveTo>
                                  <a:cubicBezTo>
                                    <a:pt x="3537" y="134480"/>
                                    <a:pt x="775" y="131908"/>
                                    <a:pt x="489" y="128575"/>
                                  </a:cubicBezTo>
                                  <a:cubicBezTo>
                                    <a:pt x="-2749" y="84474"/>
                                    <a:pt x="10205" y="38563"/>
                                    <a:pt x="36113" y="2654"/>
                                  </a:cubicBezTo>
                                  <a:cubicBezTo>
                                    <a:pt x="38208" y="-203"/>
                                    <a:pt x="42113" y="-870"/>
                                    <a:pt x="44971" y="1225"/>
                                  </a:cubicBezTo>
                                  <a:cubicBezTo>
                                    <a:pt x="47828" y="3321"/>
                                    <a:pt x="48495" y="7226"/>
                                    <a:pt x="46400" y="10084"/>
                                  </a:cubicBezTo>
                                  <a:cubicBezTo>
                                    <a:pt x="22301" y="43612"/>
                                    <a:pt x="10205" y="86474"/>
                                    <a:pt x="13157" y="127717"/>
                                  </a:cubicBezTo>
                                  <a:cubicBezTo>
                                    <a:pt x="13443" y="131242"/>
                                    <a:pt x="10776" y="134290"/>
                                    <a:pt x="7252" y="134575"/>
                                  </a:cubicBezTo>
                                  <a:cubicBezTo>
                                    <a:pt x="7061" y="134575"/>
                                    <a:pt x="6966" y="134575"/>
                                    <a:pt x="6776" y="13457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82" name="AutoShape 82"/>
                            <p:cNvSpPr/>
                            <p:nvPr/>
                          </p:nvSpPr>
                          <p:spPr>
                            <a:xfrm>
                              <a:off x="2935224" y="4195797"/>
                              <a:ext cx="209076" cy="15141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09076" h="151412">
                                  <a:moveTo>
                                    <a:pt x="88773" y="4346"/>
                                  </a:moveTo>
                                  <a:cubicBezTo>
                                    <a:pt x="68104" y="-416"/>
                                    <a:pt x="31813" y="-5464"/>
                                    <a:pt x="22193" y="13967"/>
                                  </a:cubicBezTo>
                                  <a:cubicBezTo>
                                    <a:pt x="4953" y="48542"/>
                                    <a:pt x="190" y="131219"/>
                                    <a:pt x="0" y="134744"/>
                                  </a:cubicBezTo>
                                  <a:cubicBezTo>
                                    <a:pt x="0" y="136839"/>
                                    <a:pt x="857" y="138839"/>
                                    <a:pt x="2477" y="140078"/>
                                  </a:cubicBezTo>
                                  <a:cubicBezTo>
                                    <a:pt x="12287" y="147793"/>
                                    <a:pt x="33814" y="151412"/>
                                    <a:pt x="59150" y="151412"/>
                                  </a:cubicBezTo>
                                  <a:cubicBezTo>
                                    <a:pt x="98012" y="151412"/>
                                    <a:pt x="146113" y="143030"/>
                                    <a:pt x="176117" y="128076"/>
                                  </a:cubicBezTo>
                                  <a:cubicBezTo>
                                    <a:pt x="198215" y="117218"/>
                                    <a:pt x="209264" y="103883"/>
                                    <a:pt x="209074" y="88643"/>
                                  </a:cubicBezTo>
                                  <a:cubicBezTo>
                                    <a:pt x="208693" y="49781"/>
                                    <a:pt x="137065" y="15395"/>
                                    <a:pt x="88773" y="4346"/>
                                  </a:cubicBezTo>
                                  <a:close/>
                                  <a:moveTo>
                                    <a:pt x="170497" y="116646"/>
                                  </a:moveTo>
                                  <a:cubicBezTo>
                                    <a:pt x="124492" y="139506"/>
                                    <a:pt x="37243" y="144935"/>
                                    <a:pt x="12954" y="131791"/>
                                  </a:cubicBezTo>
                                  <a:cubicBezTo>
                                    <a:pt x="14097" y="115408"/>
                                    <a:pt x="19431" y="47971"/>
                                    <a:pt x="33528" y="19586"/>
                                  </a:cubicBezTo>
                                  <a:cubicBezTo>
                                    <a:pt x="36862" y="12919"/>
                                    <a:pt x="54388" y="9490"/>
                                    <a:pt x="85915" y="16729"/>
                                  </a:cubicBezTo>
                                  <a:cubicBezTo>
                                    <a:pt x="137827" y="28635"/>
                                    <a:pt x="196024" y="61973"/>
                                    <a:pt x="196405" y="88738"/>
                                  </a:cubicBezTo>
                                  <a:cubicBezTo>
                                    <a:pt x="196405" y="101216"/>
                                    <a:pt x="182404" y="110836"/>
                                    <a:pt x="170497" y="11664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83" name="AutoShape 83"/>
                            <p:cNvSpPr/>
                            <p:nvPr/>
                          </p:nvSpPr>
                          <p:spPr>
                            <a:xfrm>
                              <a:off x="3079329" y="3689804"/>
                              <a:ext cx="48479" cy="7704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8479" h="77046">
                                  <a:moveTo>
                                    <a:pt x="6389" y="76952"/>
                                  </a:moveTo>
                                  <a:cubicBezTo>
                                    <a:pt x="5818" y="76952"/>
                                    <a:pt x="5342" y="76952"/>
                                    <a:pt x="4770" y="76761"/>
                                  </a:cubicBezTo>
                                  <a:cubicBezTo>
                                    <a:pt x="1341" y="75904"/>
                                    <a:pt x="-659" y="72380"/>
                                    <a:pt x="198" y="68951"/>
                                  </a:cubicBezTo>
                                  <a:cubicBezTo>
                                    <a:pt x="6770" y="43900"/>
                                    <a:pt x="19629" y="20754"/>
                                    <a:pt x="37441" y="1990"/>
                                  </a:cubicBezTo>
                                  <a:cubicBezTo>
                                    <a:pt x="39917" y="-582"/>
                                    <a:pt x="43918" y="-677"/>
                                    <a:pt x="46490" y="1799"/>
                                  </a:cubicBezTo>
                                  <a:cubicBezTo>
                                    <a:pt x="49061" y="4181"/>
                                    <a:pt x="49157" y="8276"/>
                                    <a:pt x="46680" y="10848"/>
                                  </a:cubicBezTo>
                                  <a:cubicBezTo>
                                    <a:pt x="30297" y="28088"/>
                                    <a:pt x="18486" y="49329"/>
                                    <a:pt x="12580" y="72284"/>
                                  </a:cubicBezTo>
                                  <a:cubicBezTo>
                                    <a:pt x="11818" y="75142"/>
                                    <a:pt x="9247" y="77047"/>
                                    <a:pt x="6389" y="7704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84" name="AutoShape 84"/>
                            <p:cNvSpPr/>
                            <p:nvPr/>
                          </p:nvSpPr>
                          <p:spPr>
                            <a:xfrm>
                              <a:off x="2581077" y="3628677"/>
                              <a:ext cx="51027" cy="24704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027" h="247044">
                                  <a:moveTo>
                                    <a:pt x="8675" y="247045"/>
                                  </a:moveTo>
                                  <a:cubicBezTo>
                                    <a:pt x="5437" y="247045"/>
                                    <a:pt x="2674" y="244568"/>
                                    <a:pt x="2389" y="241329"/>
                                  </a:cubicBezTo>
                                  <a:cubicBezTo>
                                    <a:pt x="-5708" y="160653"/>
                                    <a:pt x="6865" y="78547"/>
                                    <a:pt x="38774" y="3871"/>
                                  </a:cubicBezTo>
                                  <a:cubicBezTo>
                                    <a:pt x="40108" y="633"/>
                                    <a:pt x="43918" y="-891"/>
                                    <a:pt x="47156" y="537"/>
                                  </a:cubicBezTo>
                                  <a:cubicBezTo>
                                    <a:pt x="50395" y="1966"/>
                                    <a:pt x="51919" y="5681"/>
                                    <a:pt x="50490" y="8920"/>
                                  </a:cubicBezTo>
                                  <a:cubicBezTo>
                                    <a:pt x="19438" y="81595"/>
                                    <a:pt x="7246" y="161510"/>
                                    <a:pt x="15152" y="240091"/>
                                  </a:cubicBezTo>
                                  <a:cubicBezTo>
                                    <a:pt x="15533" y="243616"/>
                                    <a:pt x="12961" y="246759"/>
                                    <a:pt x="9437" y="247045"/>
                                  </a:cubicBezTo>
                                  <a:cubicBezTo>
                                    <a:pt x="9247" y="247045"/>
                                    <a:pt x="9056" y="247045"/>
                                    <a:pt x="8770" y="24704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85" name="AutoShape 85"/>
                            <p:cNvSpPr/>
                            <p:nvPr/>
                          </p:nvSpPr>
                          <p:spPr>
                            <a:xfrm>
                              <a:off x="3268507" y="4029269"/>
                              <a:ext cx="121011" cy="19040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1011" h="190400">
                                  <a:moveTo>
                                    <a:pt x="10664" y="190400"/>
                                  </a:moveTo>
                                  <a:cubicBezTo>
                                    <a:pt x="8664" y="190400"/>
                                    <a:pt x="6664" y="189448"/>
                                    <a:pt x="5426" y="187638"/>
                                  </a:cubicBezTo>
                                  <a:cubicBezTo>
                                    <a:pt x="-9910" y="165731"/>
                                    <a:pt x="7902" y="93436"/>
                                    <a:pt x="50765" y="3615"/>
                                  </a:cubicBezTo>
                                  <a:cubicBezTo>
                                    <a:pt x="52003" y="1043"/>
                                    <a:pt x="54861" y="-385"/>
                                    <a:pt x="57623" y="91"/>
                                  </a:cubicBezTo>
                                  <a:cubicBezTo>
                                    <a:pt x="59052" y="377"/>
                                    <a:pt x="93056" y="6568"/>
                                    <a:pt x="119154" y="32571"/>
                                  </a:cubicBezTo>
                                  <a:cubicBezTo>
                                    <a:pt x="121631" y="35048"/>
                                    <a:pt x="121631" y="39048"/>
                                    <a:pt x="119154" y="41620"/>
                                  </a:cubicBezTo>
                                  <a:cubicBezTo>
                                    <a:pt x="116678" y="44096"/>
                                    <a:pt x="112677" y="44096"/>
                                    <a:pt x="110105" y="41620"/>
                                  </a:cubicBezTo>
                                  <a:cubicBezTo>
                                    <a:pt x="92294" y="23903"/>
                                    <a:pt x="69720" y="16378"/>
                                    <a:pt x="60099" y="13807"/>
                                  </a:cubicBezTo>
                                  <a:cubicBezTo>
                                    <a:pt x="12665" y="114486"/>
                                    <a:pt x="7617" y="168493"/>
                                    <a:pt x="15903" y="180399"/>
                                  </a:cubicBezTo>
                                  <a:cubicBezTo>
                                    <a:pt x="17904" y="183257"/>
                                    <a:pt x="17237" y="187257"/>
                                    <a:pt x="14379" y="189257"/>
                                  </a:cubicBezTo>
                                  <a:cubicBezTo>
                                    <a:pt x="13236" y="190019"/>
                                    <a:pt x="11998" y="190400"/>
                                    <a:pt x="10760" y="1904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86" name="AutoShape 86"/>
                            <p:cNvSpPr/>
                            <p:nvPr/>
                          </p:nvSpPr>
                          <p:spPr>
                            <a:xfrm>
                              <a:off x="3156392" y="3926298"/>
                              <a:ext cx="53533" cy="5943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3533" h="59437">
                                  <a:moveTo>
                                    <a:pt x="6383" y="59438"/>
                                  </a:moveTo>
                                  <a:cubicBezTo>
                                    <a:pt x="4860" y="59438"/>
                                    <a:pt x="3431" y="58961"/>
                                    <a:pt x="2192" y="57818"/>
                                  </a:cubicBezTo>
                                  <a:cubicBezTo>
                                    <a:pt x="-475" y="55533"/>
                                    <a:pt x="-760" y="51437"/>
                                    <a:pt x="1621" y="48865"/>
                                  </a:cubicBezTo>
                                  <a:lnTo>
                                    <a:pt x="42388" y="2192"/>
                                  </a:lnTo>
                                  <a:cubicBezTo>
                                    <a:pt x="44674" y="-475"/>
                                    <a:pt x="48770" y="-760"/>
                                    <a:pt x="51341" y="1621"/>
                                  </a:cubicBezTo>
                                  <a:cubicBezTo>
                                    <a:pt x="54008" y="3907"/>
                                    <a:pt x="54294" y="8003"/>
                                    <a:pt x="51913" y="10574"/>
                                  </a:cubicBezTo>
                                  <a:lnTo>
                                    <a:pt x="11146" y="57247"/>
                                  </a:lnTo>
                                  <a:cubicBezTo>
                                    <a:pt x="9908" y="58676"/>
                                    <a:pt x="8098" y="59438"/>
                                    <a:pt x="6383" y="5943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</p:grpSp>
                    <p:grpSp>
                      <p:nvGrpSpPr>
                        <p:cNvPr id="87" name="Group 87"/>
                        <p:cNvGrpSpPr/>
                        <p:nvPr/>
                      </p:nvGrpSpPr>
                      <p:grpSpPr>
                        <a:xfrm>
                          <a:off x="656683" y="3927234"/>
                          <a:ext cx="1137289" cy="1217407"/>
                          <a:chOff x="656683" y="3927234"/>
                          <a:chExt cx="1137289" cy="1217407"/>
                        </a:xfrm>
                      </p:grpSpPr>
                      <p:grpSp>
                        <p:nvGrpSpPr>
                          <p:cNvPr id="88" name="Group 88"/>
                          <p:cNvGrpSpPr/>
                          <p:nvPr/>
                        </p:nvGrpSpPr>
                        <p:grpSpPr>
                          <a:xfrm>
                            <a:off x="656683" y="3927234"/>
                            <a:ext cx="1137289" cy="1217407"/>
                            <a:chOff x="656683" y="3927234"/>
                            <a:chExt cx="1137289" cy="1217407"/>
                          </a:xfrm>
                        </p:grpSpPr>
                        <p:sp>
                          <p:nvSpPr>
                            <p:cNvPr id="89" name="AutoShape 89"/>
                            <p:cNvSpPr/>
                            <p:nvPr/>
                          </p:nvSpPr>
                          <p:spPr>
                            <a:xfrm>
                              <a:off x="663035" y="3933539"/>
                              <a:ext cx="1124616" cy="120472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24616" h="1204722">
                                  <a:moveTo>
                                    <a:pt x="0" y="365379"/>
                                  </a:moveTo>
                                  <a:lnTo>
                                    <a:pt x="534543" y="0"/>
                                  </a:lnTo>
                                  <a:cubicBezTo>
                                    <a:pt x="703517" y="183071"/>
                                    <a:pt x="879062" y="411956"/>
                                    <a:pt x="879062" y="411956"/>
                                  </a:cubicBezTo>
                                  <a:lnTo>
                                    <a:pt x="790670" y="579025"/>
                                  </a:lnTo>
                                  <a:lnTo>
                                    <a:pt x="948023" y="501205"/>
                                  </a:lnTo>
                                  <a:cubicBezTo>
                                    <a:pt x="1031081" y="586264"/>
                                    <a:pt x="1124617" y="742664"/>
                                    <a:pt x="1124617" y="742664"/>
                                  </a:cubicBezTo>
                                  <a:lnTo>
                                    <a:pt x="775240" y="1204722"/>
                                  </a:lnTo>
                                  <a:lnTo>
                                    <a:pt x="95" y="36537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90" name="AutoShape 90"/>
                            <p:cNvSpPr/>
                            <p:nvPr/>
                          </p:nvSpPr>
                          <p:spPr>
                            <a:xfrm>
                              <a:off x="656683" y="3927234"/>
                              <a:ext cx="1137289" cy="121740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37289" h="1217407">
                                  <a:moveTo>
                                    <a:pt x="1099251" y="698486"/>
                                  </a:moveTo>
                                  <a:cubicBezTo>
                                    <a:pt x="1097917" y="700296"/>
                                    <a:pt x="1096488" y="702105"/>
                                    <a:pt x="1095060" y="703915"/>
                                  </a:cubicBezTo>
                                  <a:cubicBezTo>
                                    <a:pt x="1102299" y="715155"/>
                                    <a:pt x="1108490" y="724870"/>
                                    <a:pt x="1113348" y="732681"/>
                                  </a:cubicBezTo>
                                  <a:cubicBezTo>
                                    <a:pt x="1114110" y="729919"/>
                                    <a:pt x="1114872" y="727156"/>
                                    <a:pt x="1115729" y="724394"/>
                                  </a:cubicBezTo>
                                  <a:cubicBezTo>
                                    <a:pt x="1111062" y="717060"/>
                                    <a:pt x="1105537" y="708297"/>
                                    <a:pt x="1099251" y="698486"/>
                                  </a:cubicBezTo>
                                  <a:close/>
                                  <a:moveTo>
                                    <a:pt x="1099251" y="698486"/>
                                  </a:moveTo>
                                  <a:cubicBezTo>
                                    <a:pt x="1097917" y="700296"/>
                                    <a:pt x="1096488" y="702105"/>
                                    <a:pt x="1095060" y="703915"/>
                                  </a:cubicBezTo>
                                  <a:cubicBezTo>
                                    <a:pt x="1102299" y="715155"/>
                                    <a:pt x="1108490" y="724870"/>
                                    <a:pt x="1113348" y="732681"/>
                                  </a:cubicBezTo>
                                  <a:cubicBezTo>
                                    <a:pt x="1114110" y="729919"/>
                                    <a:pt x="1114872" y="727156"/>
                                    <a:pt x="1115729" y="724394"/>
                                  </a:cubicBezTo>
                                  <a:cubicBezTo>
                                    <a:pt x="1111062" y="717060"/>
                                    <a:pt x="1105537" y="708297"/>
                                    <a:pt x="1099251" y="698486"/>
                                  </a:cubicBezTo>
                                  <a:close/>
                                  <a:moveTo>
                                    <a:pt x="1136398" y="745825"/>
                                  </a:moveTo>
                                  <a:cubicBezTo>
                                    <a:pt x="1136398" y="745825"/>
                                    <a:pt x="1129445" y="734110"/>
                                    <a:pt x="1118110" y="716298"/>
                                  </a:cubicBezTo>
                                  <a:cubicBezTo>
                                    <a:pt x="1113824" y="709535"/>
                                    <a:pt x="1108871" y="701725"/>
                                    <a:pt x="1103346" y="693247"/>
                                  </a:cubicBezTo>
                                  <a:cubicBezTo>
                                    <a:pt x="1068485" y="639621"/>
                                    <a:pt x="1011430" y="556945"/>
                                    <a:pt x="958947" y="503128"/>
                                  </a:cubicBezTo>
                                  <a:cubicBezTo>
                                    <a:pt x="956947" y="501128"/>
                                    <a:pt x="953994" y="500652"/>
                                    <a:pt x="951518" y="501890"/>
                                  </a:cubicBezTo>
                                  <a:lnTo>
                                    <a:pt x="811881" y="570946"/>
                                  </a:lnTo>
                                  <a:lnTo>
                                    <a:pt x="868936" y="463219"/>
                                  </a:lnTo>
                                  <a:lnTo>
                                    <a:pt x="891129" y="421309"/>
                                  </a:lnTo>
                                  <a:cubicBezTo>
                                    <a:pt x="892272" y="419118"/>
                                    <a:pt x="891987" y="416451"/>
                                    <a:pt x="890558" y="414451"/>
                                  </a:cubicBezTo>
                                  <a:cubicBezTo>
                                    <a:pt x="889701" y="413498"/>
                                    <a:pt x="855982" y="369493"/>
                                    <a:pt x="804261" y="305199"/>
                                  </a:cubicBezTo>
                                  <a:cubicBezTo>
                                    <a:pt x="744825" y="231189"/>
                                    <a:pt x="661482" y="130225"/>
                                    <a:pt x="577471" y="36879"/>
                                  </a:cubicBezTo>
                                  <a:cubicBezTo>
                                    <a:pt x="566803" y="25069"/>
                                    <a:pt x="556230" y="13448"/>
                                    <a:pt x="545658" y="2018"/>
                                  </a:cubicBezTo>
                                  <a:cubicBezTo>
                                    <a:pt x="543467" y="-268"/>
                                    <a:pt x="539943" y="-649"/>
                                    <a:pt x="537371" y="1066"/>
                                  </a:cubicBezTo>
                                  <a:lnTo>
                                    <a:pt x="250097" y="197376"/>
                                  </a:lnTo>
                                  <a:lnTo>
                                    <a:pt x="239429" y="204615"/>
                                  </a:lnTo>
                                  <a:lnTo>
                                    <a:pt x="2733" y="366445"/>
                                  </a:lnTo>
                                  <a:cubicBezTo>
                                    <a:pt x="1209" y="367492"/>
                                    <a:pt x="256" y="369112"/>
                                    <a:pt x="66" y="371017"/>
                                  </a:cubicBezTo>
                                  <a:cubicBezTo>
                                    <a:pt x="-220" y="372826"/>
                                    <a:pt x="447" y="374636"/>
                                    <a:pt x="1685" y="376065"/>
                                  </a:cubicBezTo>
                                  <a:lnTo>
                                    <a:pt x="776829" y="1215408"/>
                                  </a:lnTo>
                                  <a:cubicBezTo>
                                    <a:pt x="777972" y="1216646"/>
                                    <a:pt x="779687" y="1217408"/>
                                    <a:pt x="781497" y="1217408"/>
                                  </a:cubicBezTo>
                                  <a:lnTo>
                                    <a:pt x="781782" y="1217408"/>
                                  </a:lnTo>
                                  <a:cubicBezTo>
                                    <a:pt x="783687" y="1217313"/>
                                    <a:pt x="785402" y="1216360"/>
                                    <a:pt x="786545" y="1214931"/>
                                  </a:cubicBezTo>
                                  <a:lnTo>
                                    <a:pt x="915513" y="1044339"/>
                                  </a:lnTo>
                                  <a:lnTo>
                                    <a:pt x="923705" y="1033671"/>
                                  </a:lnTo>
                                  <a:lnTo>
                                    <a:pt x="1096012" y="805737"/>
                                  </a:lnTo>
                                  <a:lnTo>
                                    <a:pt x="1136017" y="752874"/>
                                  </a:lnTo>
                                  <a:cubicBezTo>
                                    <a:pt x="1137541" y="750778"/>
                                    <a:pt x="1137732" y="748016"/>
                                    <a:pt x="1136398" y="745825"/>
                                  </a:cubicBezTo>
                                  <a:close/>
                                  <a:moveTo>
                                    <a:pt x="1101822" y="776972"/>
                                  </a:moveTo>
                                  <a:lnTo>
                                    <a:pt x="1101727" y="776972"/>
                                  </a:lnTo>
                                  <a:cubicBezTo>
                                    <a:pt x="1101727" y="776972"/>
                                    <a:pt x="916085" y="1022527"/>
                                    <a:pt x="916085" y="1022527"/>
                                  </a:cubicBezTo>
                                  <a:lnTo>
                                    <a:pt x="907989" y="1033290"/>
                                  </a:lnTo>
                                  <a:lnTo>
                                    <a:pt x="781020" y="1201120"/>
                                  </a:lnTo>
                                  <a:lnTo>
                                    <a:pt x="16068" y="372826"/>
                                  </a:lnTo>
                                  <a:lnTo>
                                    <a:pt x="248382" y="214140"/>
                                  </a:lnTo>
                                  <a:lnTo>
                                    <a:pt x="258955" y="206805"/>
                                  </a:lnTo>
                                  <a:lnTo>
                                    <a:pt x="540038" y="14781"/>
                                  </a:lnTo>
                                  <a:cubicBezTo>
                                    <a:pt x="549087" y="24592"/>
                                    <a:pt x="558135" y="34498"/>
                                    <a:pt x="567089" y="44500"/>
                                  </a:cubicBezTo>
                                  <a:cubicBezTo>
                                    <a:pt x="651957" y="138606"/>
                                    <a:pt x="736158" y="240810"/>
                                    <a:pt x="795879" y="315105"/>
                                  </a:cubicBezTo>
                                  <a:cubicBezTo>
                                    <a:pt x="838932" y="368730"/>
                                    <a:pt x="869222" y="407878"/>
                                    <a:pt x="877890" y="419022"/>
                                  </a:cubicBezTo>
                                  <a:lnTo>
                                    <a:pt x="854363" y="463504"/>
                                  </a:lnTo>
                                  <a:lnTo>
                                    <a:pt x="791403" y="582471"/>
                                  </a:lnTo>
                                  <a:cubicBezTo>
                                    <a:pt x="790069" y="584853"/>
                                    <a:pt x="790545" y="587901"/>
                                    <a:pt x="792450" y="589901"/>
                                  </a:cubicBezTo>
                                  <a:cubicBezTo>
                                    <a:pt x="794355" y="591806"/>
                                    <a:pt x="797403" y="592378"/>
                                    <a:pt x="799880" y="591139"/>
                                  </a:cubicBezTo>
                                  <a:lnTo>
                                    <a:pt x="953042" y="515320"/>
                                  </a:lnTo>
                                  <a:cubicBezTo>
                                    <a:pt x="1005144" y="569708"/>
                                    <a:pt x="1061436" y="652004"/>
                                    <a:pt x="1095060" y="703915"/>
                                  </a:cubicBezTo>
                                  <a:cubicBezTo>
                                    <a:pt x="1102299" y="715155"/>
                                    <a:pt x="1108490" y="724870"/>
                                    <a:pt x="1113348" y="732681"/>
                                  </a:cubicBezTo>
                                  <a:cubicBezTo>
                                    <a:pt x="1117824" y="739825"/>
                                    <a:pt x="1121253" y="745349"/>
                                    <a:pt x="1123254" y="748683"/>
                                  </a:cubicBezTo>
                                  <a:lnTo>
                                    <a:pt x="1101822" y="776972"/>
                                  </a:lnTo>
                                  <a:close/>
                                  <a:moveTo>
                                    <a:pt x="1099251" y="698486"/>
                                  </a:moveTo>
                                  <a:cubicBezTo>
                                    <a:pt x="1097917" y="700296"/>
                                    <a:pt x="1096488" y="702105"/>
                                    <a:pt x="1095060" y="703915"/>
                                  </a:cubicBezTo>
                                  <a:cubicBezTo>
                                    <a:pt x="1102299" y="715155"/>
                                    <a:pt x="1108490" y="724870"/>
                                    <a:pt x="1113348" y="732681"/>
                                  </a:cubicBezTo>
                                  <a:cubicBezTo>
                                    <a:pt x="1114110" y="729919"/>
                                    <a:pt x="1114872" y="727156"/>
                                    <a:pt x="1115729" y="724394"/>
                                  </a:cubicBezTo>
                                  <a:cubicBezTo>
                                    <a:pt x="1111062" y="717060"/>
                                    <a:pt x="1105537" y="708297"/>
                                    <a:pt x="1099251" y="698486"/>
                                  </a:cubicBezTo>
                                  <a:close/>
                                  <a:moveTo>
                                    <a:pt x="1099251" y="698486"/>
                                  </a:moveTo>
                                  <a:cubicBezTo>
                                    <a:pt x="1097917" y="700296"/>
                                    <a:pt x="1096488" y="702105"/>
                                    <a:pt x="1095060" y="703915"/>
                                  </a:cubicBezTo>
                                  <a:cubicBezTo>
                                    <a:pt x="1102299" y="715155"/>
                                    <a:pt x="1108490" y="724870"/>
                                    <a:pt x="1113348" y="732681"/>
                                  </a:cubicBezTo>
                                  <a:cubicBezTo>
                                    <a:pt x="1114110" y="729919"/>
                                    <a:pt x="1114872" y="727156"/>
                                    <a:pt x="1115729" y="724394"/>
                                  </a:cubicBezTo>
                                  <a:cubicBezTo>
                                    <a:pt x="1111062" y="717060"/>
                                    <a:pt x="1105537" y="708297"/>
                                    <a:pt x="1099251" y="69848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  <p:sp>
                        <p:nvSpPr>
                          <p:cNvPr id="91" name="AutoShape 91"/>
                          <p:cNvSpPr/>
                          <p:nvPr/>
                        </p:nvSpPr>
                        <p:spPr>
                          <a:xfrm>
                            <a:off x="873714" y="4098974"/>
                            <a:ext cx="734553" cy="91098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734553" h="910984">
                                <a:moveTo>
                                  <a:pt x="728105" y="910985"/>
                                </a:moveTo>
                                <a:cubicBezTo>
                                  <a:pt x="726104" y="910985"/>
                                  <a:pt x="724009" y="910032"/>
                                  <a:pt x="722866" y="908222"/>
                                </a:cubicBezTo>
                                <a:cubicBezTo>
                                  <a:pt x="508267" y="590659"/>
                                  <a:pt x="265666" y="288716"/>
                                  <a:pt x="1728" y="10777"/>
                                </a:cubicBezTo>
                                <a:cubicBezTo>
                                  <a:pt x="-653" y="8205"/>
                                  <a:pt x="-558" y="4205"/>
                                  <a:pt x="1918" y="1728"/>
                                </a:cubicBezTo>
                                <a:cubicBezTo>
                                  <a:pt x="4490" y="-653"/>
                                  <a:pt x="8491" y="-558"/>
                                  <a:pt x="10967" y="1919"/>
                                </a:cubicBezTo>
                                <a:cubicBezTo>
                                  <a:pt x="275381" y="280334"/>
                                  <a:pt x="518459" y="582848"/>
                                  <a:pt x="733438" y="900983"/>
                                </a:cubicBezTo>
                                <a:cubicBezTo>
                                  <a:pt x="735439" y="903936"/>
                                  <a:pt x="734677" y="907841"/>
                                  <a:pt x="731724" y="909841"/>
                                </a:cubicBezTo>
                                <a:cubicBezTo>
                                  <a:pt x="730676" y="910604"/>
                                  <a:pt x="729343" y="910889"/>
                                  <a:pt x="728200" y="910889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grpSp>
                        <p:nvGrpSpPr>
                          <p:cNvPr id="92" name="Group 92"/>
                          <p:cNvGrpSpPr/>
                          <p:nvPr/>
                        </p:nvGrpSpPr>
                        <p:grpSpPr>
                          <a:xfrm>
                            <a:off x="1032959" y="4078865"/>
                            <a:ext cx="128065" cy="124136"/>
                            <a:chOff x="1032959" y="4078865"/>
                            <a:chExt cx="128065" cy="124136"/>
                          </a:xfrm>
                        </p:grpSpPr>
                        <p:sp>
                          <p:nvSpPr>
                            <p:cNvPr id="93" name="AutoShape 93"/>
                            <p:cNvSpPr/>
                            <p:nvPr/>
                          </p:nvSpPr>
                          <p:spPr>
                            <a:xfrm>
                              <a:off x="1039262" y="4085292"/>
                              <a:ext cx="115273" cy="11140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5273" h="111403">
                                  <a:moveTo>
                                    <a:pt x="86783" y="87229"/>
                                  </a:moveTo>
                                  <a:cubicBezTo>
                                    <a:pt x="59351" y="112566"/>
                                    <a:pt x="24014" y="119043"/>
                                    <a:pt x="7916" y="101612"/>
                                  </a:cubicBezTo>
                                  <a:cubicBezTo>
                                    <a:pt x="-8181" y="84181"/>
                                    <a:pt x="1058" y="49511"/>
                                    <a:pt x="28490" y="24174"/>
                                  </a:cubicBezTo>
                                  <a:cubicBezTo>
                                    <a:pt x="55922" y="-1163"/>
                                    <a:pt x="91260" y="-7639"/>
                                    <a:pt x="107357" y="9791"/>
                                  </a:cubicBezTo>
                                  <a:cubicBezTo>
                                    <a:pt x="123455" y="27222"/>
                                    <a:pt x="114215" y="61893"/>
                                    <a:pt x="86783" y="8722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94" name="AutoShape 94"/>
                            <p:cNvSpPr/>
                            <p:nvPr/>
                          </p:nvSpPr>
                          <p:spPr>
                            <a:xfrm>
                              <a:off x="1032959" y="4078865"/>
                              <a:ext cx="128065" cy="12413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8065" h="124136">
                                  <a:moveTo>
                                    <a:pt x="118422" y="11837"/>
                                  </a:moveTo>
                                  <a:cubicBezTo>
                                    <a:pt x="109088" y="1740"/>
                                    <a:pt x="94515" y="-2070"/>
                                    <a:pt x="77465" y="1073"/>
                                  </a:cubicBezTo>
                                  <a:cubicBezTo>
                                    <a:pt x="61368" y="3931"/>
                                    <a:pt x="44699" y="12789"/>
                                    <a:pt x="30602" y="25839"/>
                                  </a:cubicBezTo>
                                  <a:cubicBezTo>
                                    <a:pt x="16409" y="38983"/>
                                    <a:pt x="6313" y="54795"/>
                                    <a:pt x="2122" y="70606"/>
                                  </a:cubicBezTo>
                                  <a:cubicBezTo>
                                    <a:pt x="-2355" y="87465"/>
                                    <a:pt x="312" y="102229"/>
                                    <a:pt x="9551" y="112325"/>
                                  </a:cubicBezTo>
                                  <a:cubicBezTo>
                                    <a:pt x="16790" y="120136"/>
                                    <a:pt x="27078" y="124137"/>
                                    <a:pt x="39365" y="124137"/>
                                  </a:cubicBezTo>
                                  <a:cubicBezTo>
                                    <a:pt x="42889" y="124137"/>
                                    <a:pt x="46699" y="123851"/>
                                    <a:pt x="50604" y="123089"/>
                                  </a:cubicBezTo>
                                  <a:cubicBezTo>
                                    <a:pt x="64701" y="120612"/>
                                    <a:pt x="79274" y="113469"/>
                                    <a:pt x="92228" y="102800"/>
                                  </a:cubicBezTo>
                                  <a:cubicBezTo>
                                    <a:pt x="93848" y="101562"/>
                                    <a:pt x="95467" y="100133"/>
                                    <a:pt x="97086" y="98609"/>
                                  </a:cubicBezTo>
                                  <a:cubicBezTo>
                                    <a:pt x="97182" y="98609"/>
                                    <a:pt x="97372" y="98419"/>
                                    <a:pt x="97467" y="98324"/>
                                  </a:cubicBezTo>
                                  <a:cubicBezTo>
                                    <a:pt x="98896" y="96990"/>
                                    <a:pt x="100325" y="95657"/>
                                    <a:pt x="101658" y="94228"/>
                                  </a:cubicBezTo>
                                  <a:cubicBezTo>
                                    <a:pt x="113565" y="81941"/>
                                    <a:pt x="122137" y="67748"/>
                                    <a:pt x="125947" y="53556"/>
                                  </a:cubicBezTo>
                                  <a:cubicBezTo>
                                    <a:pt x="130424" y="36697"/>
                                    <a:pt x="127757" y="21933"/>
                                    <a:pt x="118422" y="11837"/>
                                  </a:cubicBezTo>
                                  <a:close/>
                                  <a:moveTo>
                                    <a:pt x="113565" y="50222"/>
                                  </a:moveTo>
                                  <a:cubicBezTo>
                                    <a:pt x="110040" y="63748"/>
                                    <a:pt x="101182" y="77464"/>
                                    <a:pt x="88799" y="88894"/>
                                  </a:cubicBezTo>
                                  <a:cubicBezTo>
                                    <a:pt x="76417" y="100419"/>
                                    <a:pt x="62034" y="108039"/>
                                    <a:pt x="48318" y="110611"/>
                                  </a:cubicBezTo>
                                  <a:cubicBezTo>
                                    <a:pt x="35650" y="112897"/>
                                    <a:pt x="25172" y="110421"/>
                                    <a:pt x="18981" y="103658"/>
                                  </a:cubicBezTo>
                                  <a:cubicBezTo>
                                    <a:pt x="12695" y="96895"/>
                                    <a:pt x="11076" y="86322"/>
                                    <a:pt x="14409" y="73940"/>
                                  </a:cubicBezTo>
                                  <a:cubicBezTo>
                                    <a:pt x="18029" y="60414"/>
                                    <a:pt x="26792" y="46698"/>
                                    <a:pt x="39174" y="35268"/>
                                  </a:cubicBezTo>
                                  <a:cubicBezTo>
                                    <a:pt x="51652" y="23743"/>
                                    <a:pt x="66035" y="16123"/>
                                    <a:pt x="79751" y="13551"/>
                                  </a:cubicBezTo>
                                  <a:cubicBezTo>
                                    <a:pt x="82799" y="12980"/>
                                    <a:pt x="85847" y="12694"/>
                                    <a:pt x="88609" y="12694"/>
                                  </a:cubicBezTo>
                                  <a:cubicBezTo>
                                    <a:pt x="97277" y="12694"/>
                                    <a:pt x="104325" y="15361"/>
                                    <a:pt x="109088" y="20505"/>
                                  </a:cubicBezTo>
                                  <a:cubicBezTo>
                                    <a:pt x="115279" y="27267"/>
                                    <a:pt x="116898" y="37840"/>
                                    <a:pt x="113565" y="5022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  <p:grpSp>
                        <p:nvGrpSpPr>
                          <p:cNvPr id="95" name="Group 95"/>
                          <p:cNvGrpSpPr/>
                          <p:nvPr/>
                        </p:nvGrpSpPr>
                        <p:grpSpPr>
                          <a:xfrm>
                            <a:off x="1120786" y="4167262"/>
                            <a:ext cx="49380" cy="62123"/>
                            <a:chOff x="1120786" y="4167262"/>
                            <a:chExt cx="49380" cy="62123"/>
                          </a:xfrm>
                          <a:solidFill>
                            <a:srgbClr val="282523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96" name="AutoShape 96"/>
                            <p:cNvSpPr/>
                            <p:nvPr/>
                          </p:nvSpPr>
                          <p:spPr>
                            <a:xfrm>
                              <a:off x="1127188" y="4173664"/>
                              <a:ext cx="36576" cy="4943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6576" h="49434">
                                  <a:moveTo>
                                    <a:pt x="0" y="0"/>
                                  </a:moveTo>
                                  <a:lnTo>
                                    <a:pt x="36576" y="49435"/>
                                  </a:lnTo>
                                </a:path>
                              </a:pathLst>
                            </a:custGeom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97" name="AutoShape 97"/>
                            <p:cNvSpPr/>
                            <p:nvPr/>
                          </p:nvSpPr>
                          <p:spPr>
                            <a:xfrm>
                              <a:off x="1120786" y="4167262"/>
                              <a:ext cx="49380" cy="62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9380" h="62123">
                                  <a:moveTo>
                                    <a:pt x="42978" y="62124"/>
                                  </a:moveTo>
                                  <a:cubicBezTo>
                                    <a:pt x="41074" y="62124"/>
                                    <a:pt x="39073" y="61266"/>
                                    <a:pt x="37835" y="59552"/>
                                  </a:cubicBezTo>
                                  <a:lnTo>
                                    <a:pt x="1259" y="10212"/>
                                  </a:lnTo>
                                  <a:cubicBezTo>
                                    <a:pt x="-837" y="7355"/>
                                    <a:pt x="-265" y="3354"/>
                                    <a:pt x="2592" y="1259"/>
                                  </a:cubicBezTo>
                                  <a:cubicBezTo>
                                    <a:pt x="5450" y="-837"/>
                                    <a:pt x="9451" y="-265"/>
                                    <a:pt x="11546" y="2592"/>
                                  </a:cubicBezTo>
                                  <a:lnTo>
                                    <a:pt x="48122" y="51932"/>
                                  </a:lnTo>
                                  <a:cubicBezTo>
                                    <a:pt x="50217" y="54789"/>
                                    <a:pt x="49646" y="58790"/>
                                    <a:pt x="46788" y="60885"/>
                                  </a:cubicBezTo>
                                  <a:cubicBezTo>
                                    <a:pt x="45645" y="61743"/>
                                    <a:pt x="44312" y="62124"/>
                                    <a:pt x="42978" y="62124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</p:grpSp>
                  </p:grpSp>
                  <p:grpSp>
                    <p:nvGrpSpPr>
                      <p:cNvPr id="98" name="Group 98"/>
                      <p:cNvGrpSpPr/>
                      <p:nvPr/>
                    </p:nvGrpSpPr>
                    <p:grpSpPr>
                      <a:xfrm>
                        <a:off x="2298864" y="2696474"/>
                        <a:ext cx="1512391" cy="2721173"/>
                        <a:chOff x="2298864" y="2696474"/>
                        <a:chExt cx="1512391" cy="2721173"/>
                      </a:xfrm>
                    </p:grpSpPr>
                    <p:sp>
                      <p:nvSpPr>
                        <p:cNvPr id="99" name="AutoShape 99"/>
                        <p:cNvSpPr/>
                        <p:nvPr/>
                      </p:nvSpPr>
                      <p:spPr>
                        <a:xfrm>
                          <a:off x="3181291" y="4602575"/>
                          <a:ext cx="629964" cy="81507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29964" h="815072">
                              <a:moveTo>
                                <a:pt x="508312" y="800481"/>
                              </a:moveTo>
                              <a:cubicBezTo>
                                <a:pt x="659665" y="594455"/>
                                <a:pt x="749200" y="136779"/>
                                <a:pt x="281141" y="0"/>
                              </a:cubicBezTo>
                              <a:lnTo>
                                <a:pt x="59304" y="95917"/>
                              </a:lnTo>
                              <a:cubicBezTo>
                                <a:pt x="-171106" y="555879"/>
                                <a:pt x="335910" y="695897"/>
                                <a:pt x="455925" y="805910"/>
                              </a:cubicBezTo>
                              <a:cubicBezTo>
                                <a:pt x="471450" y="820103"/>
                                <a:pt x="495834" y="817436"/>
                                <a:pt x="508312" y="80048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0" name="AutoShape 100"/>
                        <p:cNvSpPr/>
                        <p:nvPr/>
                      </p:nvSpPr>
                      <p:spPr>
                        <a:xfrm>
                          <a:off x="2298864" y="2696474"/>
                          <a:ext cx="1030503" cy="177075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30503" h="1770750">
                              <a:moveTo>
                                <a:pt x="1030504" y="1653117"/>
                              </a:moveTo>
                              <a:lnTo>
                                <a:pt x="802285" y="1770751"/>
                              </a:lnTo>
                              <a:cubicBezTo>
                                <a:pt x="802285" y="1770751"/>
                                <a:pt x="781616" y="1736651"/>
                                <a:pt x="746849" y="1677882"/>
                              </a:cubicBezTo>
                              <a:cubicBezTo>
                                <a:pt x="820573" y="1670071"/>
                                <a:pt x="881914" y="1648069"/>
                                <a:pt x="889153" y="1597967"/>
                              </a:cubicBezTo>
                              <a:cubicBezTo>
                                <a:pt x="898583" y="1532435"/>
                                <a:pt x="732657" y="1453283"/>
                                <a:pt x="579400" y="1388417"/>
                              </a:cubicBezTo>
                              <a:cubicBezTo>
                                <a:pt x="529394" y="1299930"/>
                                <a:pt x="474720" y="1201442"/>
                                <a:pt x="419380" y="1098857"/>
                              </a:cubicBezTo>
                              <a:cubicBezTo>
                                <a:pt x="333369" y="938742"/>
                                <a:pt x="246025" y="768530"/>
                                <a:pt x="173635" y="611272"/>
                              </a:cubicBezTo>
                              <a:cubicBezTo>
                                <a:pt x="38189" y="317236"/>
                                <a:pt x="-45440" y="67585"/>
                                <a:pt x="26283" y="9864"/>
                              </a:cubicBezTo>
                              <a:cubicBezTo>
                                <a:pt x="108484" y="-56240"/>
                                <a:pt x="296984" y="219033"/>
                                <a:pt x="488722" y="562219"/>
                              </a:cubicBezTo>
                              <a:cubicBezTo>
                                <a:pt x="577971" y="722048"/>
                                <a:pt x="667982" y="896642"/>
                                <a:pt x="748278" y="1058281"/>
                              </a:cubicBezTo>
                              <a:cubicBezTo>
                                <a:pt x="794379" y="1151245"/>
                                <a:pt x="837337" y="1239827"/>
                                <a:pt x="875056" y="1318885"/>
                              </a:cubicBezTo>
                              <a:cubicBezTo>
                                <a:pt x="914489" y="1401562"/>
                                <a:pt x="948303" y="1473856"/>
                                <a:pt x="974211" y="1529863"/>
                              </a:cubicBezTo>
                              <a:cubicBezTo>
                                <a:pt x="1009739" y="1606826"/>
                                <a:pt x="1030504" y="1653117"/>
                                <a:pt x="1030504" y="165311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1" name="AutoShape 101"/>
                        <p:cNvSpPr/>
                        <p:nvPr/>
                      </p:nvSpPr>
                      <p:spPr>
                        <a:xfrm>
                          <a:off x="3036665" y="4314348"/>
                          <a:ext cx="465867" cy="40500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65867" h="405002">
                              <a:moveTo>
                                <a:pt x="326231" y="0"/>
                              </a:moveTo>
                              <a:lnTo>
                                <a:pt x="0" y="147447"/>
                              </a:lnTo>
                              <a:lnTo>
                                <a:pt x="155829" y="405003"/>
                              </a:lnTo>
                              <a:lnTo>
                                <a:pt x="465868" y="270891"/>
                              </a:lnTo>
                              <a:lnTo>
                                <a:pt x="32623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  <a:lumMod val="75000"/>
                            <a:lumOff val="25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2" name="AutoShape 102"/>
                        <p:cNvSpPr/>
                        <p:nvPr/>
                      </p:nvSpPr>
                      <p:spPr>
                        <a:xfrm>
                          <a:off x="3551787" y="4846806"/>
                          <a:ext cx="158205" cy="51129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8205" h="511291">
                              <a:moveTo>
                                <a:pt x="134483" y="511197"/>
                              </a:moveTo>
                              <a:cubicBezTo>
                                <a:pt x="133911" y="511197"/>
                                <a:pt x="133340" y="511197"/>
                                <a:pt x="132863" y="511006"/>
                              </a:cubicBezTo>
                              <a:cubicBezTo>
                                <a:pt x="129434" y="510054"/>
                                <a:pt x="127434" y="506624"/>
                                <a:pt x="128387" y="503195"/>
                              </a:cubicBezTo>
                              <a:cubicBezTo>
                                <a:pt x="174583" y="331841"/>
                                <a:pt x="124862" y="138578"/>
                                <a:pt x="1799" y="10848"/>
                              </a:cubicBezTo>
                              <a:cubicBezTo>
                                <a:pt x="-677" y="8276"/>
                                <a:pt x="-582" y="4276"/>
                                <a:pt x="1990" y="1799"/>
                              </a:cubicBezTo>
                              <a:cubicBezTo>
                                <a:pt x="4466" y="-677"/>
                                <a:pt x="8562" y="-582"/>
                                <a:pt x="11039" y="1990"/>
                              </a:cubicBezTo>
                              <a:cubicBezTo>
                                <a:pt x="137150" y="132959"/>
                                <a:pt x="188109" y="330983"/>
                                <a:pt x="140769" y="506529"/>
                              </a:cubicBezTo>
                              <a:cubicBezTo>
                                <a:pt x="140007" y="509387"/>
                                <a:pt x="137435" y="511292"/>
                                <a:pt x="134578" y="51129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3" name="AutoShape 103"/>
                        <p:cNvSpPr/>
                        <p:nvPr/>
                      </p:nvSpPr>
                      <p:spPr>
                        <a:xfrm>
                          <a:off x="3319632" y="4801709"/>
                          <a:ext cx="317738" cy="52467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17738" h="524670">
                              <a:moveTo>
                                <a:pt x="311393" y="524670"/>
                              </a:moveTo>
                              <a:cubicBezTo>
                                <a:pt x="308250" y="524670"/>
                                <a:pt x="305487" y="522384"/>
                                <a:pt x="305106" y="519146"/>
                              </a:cubicBezTo>
                              <a:cubicBezTo>
                                <a:pt x="297486" y="463139"/>
                                <a:pt x="267197" y="406274"/>
                                <a:pt x="212714" y="345219"/>
                              </a:cubicBezTo>
                              <a:cubicBezTo>
                                <a:pt x="194331" y="324645"/>
                                <a:pt x="174519" y="304738"/>
                                <a:pt x="155373" y="285497"/>
                              </a:cubicBezTo>
                              <a:cubicBezTo>
                                <a:pt x="127275" y="257304"/>
                                <a:pt x="98319" y="228252"/>
                                <a:pt x="73077" y="196439"/>
                              </a:cubicBezTo>
                              <a:cubicBezTo>
                                <a:pt x="37930" y="151957"/>
                                <a:pt x="-3313" y="82805"/>
                                <a:pt x="211" y="6129"/>
                              </a:cubicBezTo>
                              <a:cubicBezTo>
                                <a:pt x="402" y="2605"/>
                                <a:pt x="3450" y="-348"/>
                                <a:pt x="6879" y="33"/>
                              </a:cubicBezTo>
                              <a:cubicBezTo>
                                <a:pt x="10403" y="224"/>
                                <a:pt x="13070" y="3177"/>
                                <a:pt x="12975" y="6701"/>
                              </a:cubicBezTo>
                              <a:cubicBezTo>
                                <a:pt x="9641" y="79567"/>
                                <a:pt x="49265" y="145766"/>
                                <a:pt x="83079" y="188533"/>
                              </a:cubicBezTo>
                              <a:cubicBezTo>
                                <a:pt x="107748" y="219775"/>
                                <a:pt x="136514" y="248636"/>
                                <a:pt x="164327" y="276544"/>
                              </a:cubicBezTo>
                              <a:cubicBezTo>
                                <a:pt x="183663" y="295880"/>
                                <a:pt x="203570" y="315978"/>
                                <a:pt x="222144" y="336742"/>
                              </a:cubicBezTo>
                              <a:cubicBezTo>
                                <a:pt x="278436" y="399702"/>
                                <a:pt x="309678" y="458853"/>
                                <a:pt x="317679" y="517431"/>
                              </a:cubicBezTo>
                              <a:cubicBezTo>
                                <a:pt x="318156" y="520955"/>
                                <a:pt x="315679" y="524099"/>
                                <a:pt x="312250" y="524575"/>
                              </a:cubicBezTo>
                              <a:cubicBezTo>
                                <a:pt x="311964" y="524575"/>
                                <a:pt x="311679" y="524575"/>
                                <a:pt x="311393" y="52457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4" name="AutoShape 104"/>
                        <p:cNvSpPr/>
                        <p:nvPr/>
                      </p:nvSpPr>
                      <p:spPr>
                        <a:xfrm>
                          <a:off x="3390978" y="5112145"/>
                          <a:ext cx="129756" cy="1414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9756" h="141463">
                              <a:moveTo>
                                <a:pt x="123461" y="141463"/>
                              </a:moveTo>
                              <a:cubicBezTo>
                                <a:pt x="121461" y="141463"/>
                                <a:pt x="119461" y="140511"/>
                                <a:pt x="118223" y="138796"/>
                              </a:cubicBezTo>
                              <a:cubicBezTo>
                                <a:pt x="85075" y="91648"/>
                                <a:pt x="46023" y="48690"/>
                                <a:pt x="2208" y="11161"/>
                              </a:cubicBezTo>
                              <a:cubicBezTo>
                                <a:pt x="-459" y="8876"/>
                                <a:pt x="-745" y="4875"/>
                                <a:pt x="1541" y="2208"/>
                              </a:cubicBezTo>
                              <a:cubicBezTo>
                                <a:pt x="3827" y="-459"/>
                                <a:pt x="7828" y="-745"/>
                                <a:pt x="10495" y="1541"/>
                              </a:cubicBezTo>
                              <a:cubicBezTo>
                                <a:pt x="55072" y="39736"/>
                                <a:pt x="94886" y="83456"/>
                                <a:pt x="128605" y="131462"/>
                              </a:cubicBezTo>
                              <a:cubicBezTo>
                                <a:pt x="130605" y="134320"/>
                                <a:pt x="129938" y="138320"/>
                                <a:pt x="127081" y="140320"/>
                              </a:cubicBezTo>
                              <a:cubicBezTo>
                                <a:pt x="125938" y="141082"/>
                                <a:pt x="124700" y="141463"/>
                                <a:pt x="123461" y="14146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5" name="AutoShape 105"/>
                        <p:cNvSpPr/>
                        <p:nvPr/>
                      </p:nvSpPr>
                      <p:spPr>
                        <a:xfrm>
                          <a:off x="3045462" y="4385860"/>
                          <a:ext cx="404363" cy="18023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04363" h="180233">
                              <a:moveTo>
                                <a:pt x="6443" y="180234"/>
                              </a:moveTo>
                              <a:cubicBezTo>
                                <a:pt x="3966" y="180234"/>
                                <a:pt x="1585" y="178805"/>
                                <a:pt x="538" y="176329"/>
                              </a:cubicBezTo>
                              <a:cubicBezTo>
                                <a:pt x="-891" y="173090"/>
                                <a:pt x="633" y="169375"/>
                                <a:pt x="3871" y="167947"/>
                              </a:cubicBezTo>
                              <a:lnTo>
                                <a:pt x="395444" y="497"/>
                              </a:lnTo>
                              <a:cubicBezTo>
                                <a:pt x="398682" y="-836"/>
                                <a:pt x="402397" y="592"/>
                                <a:pt x="403826" y="3831"/>
                              </a:cubicBezTo>
                              <a:cubicBezTo>
                                <a:pt x="405255" y="7069"/>
                                <a:pt x="403731" y="10784"/>
                                <a:pt x="400492" y="12213"/>
                              </a:cubicBezTo>
                              <a:lnTo>
                                <a:pt x="8920" y="179662"/>
                              </a:lnTo>
                              <a:cubicBezTo>
                                <a:pt x="8062" y="180043"/>
                                <a:pt x="7205" y="180139"/>
                                <a:pt x="6443" y="1801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6" name="AutoShape 106"/>
                        <p:cNvSpPr/>
                        <p:nvPr/>
                      </p:nvSpPr>
                      <p:spPr>
                        <a:xfrm>
                          <a:off x="3116501" y="4481148"/>
                          <a:ext cx="368678" cy="18934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68678" h="189340">
                              <a:moveTo>
                                <a:pt x="6365" y="189340"/>
                              </a:moveTo>
                              <a:cubicBezTo>
                                <a:pt x="3983" y="189340"/>
                                <a:pt x="1793" y="188007"/>
                                <a:pt x="650" y="185816"/>
                              </a:cubicBezTo>
                              <a:cubicBezTo>
                                <a:pt x="-874" y="182673"/>
                                <a:pt x="364" y="178863"/>
                                <a:pt x="3507" y="177243"/>
                              </a:cubicBezTo>
                              <a:lnTo>
                                <a:pt x="359457" y="650"/>
                              </a:lnTo>
                              <a:cubicBezTo>
                                <a:pt x="362600" y="-874"/>
                                <a:pt x="366410" y="364"/>
                                <a:pt x="368029" y="3507"/>
                              </a:cubicBezTo>
                              <a:cubicBezTo>
                                <a:pt x="369553" y="6651"/>
                                <a:pt x="368315" y="10461"/>
                                <a:pt x="365172" y="12080"/>
                              </a:cubicBezTo>
                              <a:lnTo>
                                <a:pt x="9222" y="188673"/>
                              </a:lnTo>
                              <a:cubicBezTo>
                                <a:pt x="8270" y="189150"/>
                                <a:pt x="7317" y="189340"/>
                                <a:pt x="6365" y="18934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7" name="AutoShape 107"/>
                        <p:cNvSpPr/>
                        <p:nvPr/>
                      </p:nvSpPr>
                      <p:spPr>
                        <a:xfrm>
                          <a:off x="2736698" y="3674148"/>
                          <a:ext cx="246783" cy="44484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46783" h="444842">
                              <a:moveTo>
                                <a:pt x="240341" y="444747"/>
                              </a:moveTo>
                              <a:cubicBezTo>
                                <a:pt x="238150" y="444747"/>
                                <a:pt x="236054" y="443699"/>
                                <a:pt x="234912" y="441699"/>
                              </a:cubicBezTo>
                              <a:cubicBezTo>
                                <a:pt x="133851" y="275964"/>
                                <a:pt x="100895" y="209956"/>
                                <a:pt x="21266" y="50507"/>
                              </a:cubicBezTo>
                              <a:lnTo>
                                <a:pt x="692" y="9264"/>
                              </a:lnTo>
                              <a:cubicBezTo>
                                <a:pt x="-928" y="6121"/>
                                <a:pt x="406" y="2311"/>
                                <a:pt x="3549" y="692"/>
                              </a:cubicBezTo>
                              <a:cubicBezTo>
                                <a:pt x="6692" y="-928"/>
                                <a:pt x="10502" y="406"/>
                                <a:pt x="12122" y="3549"/>
                              </a:cubicBezTo>
                              <a:lnTo>
                                <a:pt x="32696" y="44792"/>
                              </a:lnTo>
                              <a:cubicBezTo>
                                <a:pt x="112134" y="203955"/>
                                <a:pt x="145091" y="269773"/>
                                <a:pt x="245865" y="435127"/>
                              </a:cubicBezTo>
                              <a:cubicBezTo>
                                <a:pt x="247675" y="438175"/>
                                <a:pt x="246722" y="442080"/>
                                <a:pt x="243770" y="443890"/>
                              </a:cubicBezTo>
                              <a:cubicBezTo>
                                <a:pt x="242722" y="444557"/>
                                <a:pt x="241579" y="444842"/>
                                <a:pt x="240436" y="44484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08" name="AutoShape 108"/>
                        <p:cNvSpPr/>
                        <p:nvPr/>
                      </p:nvSpPr>
                      <p:spPr>
                        <a:xfrm>
                          <a:off x="2670181" y="3526288"/>
                          <a:ext cx="49359" cy="901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9359" h="90163">
                              <a:moveTo>
                                <a:pt x="42920" y="90164"/>
                              </a:moveTo>
                              <a:cubicBezTo>
                                <a:pt x="40539" y="90164"/>
                                <a:pt x="38253" y="88831"/>
                                <a:pt x="37205" y="86544"/>
                              </a:cubicBezTo>
                              <a:lnTo>
                                <a:pt x="629" y="9106"/>
                              </a:lnTo>
                              <a:cubicBezTo>
                                <a:pt x="-895" y="5963"/>
                                <a:pt x="439" y="2153"/>
                                <a:pt x="3677" y="629"/>
                              </a:cubicBezTo>
                              <a:cubicBezTo>
                                <a:pt x="6820" y="-895"/>
                                <a:pt x="10630" y="439"/>
                                <a:pt x="12154" y="3677"/>
                              </a:cubicBezTo>
                              <a:lnTo>
                                <a:pt x="48730" y="81115"/>
                              </a:lnTo>
                              <a:cubicBezTo>
                                <a:pt x="50254" y="84258"/>
                                <a:pt x="48921" y="88068"/>
                                <a:pt x="45682" y="89592"/>
                              </a:cubicBezTo>
                              <a:cubicBezTo>
                                <a:pt x="44825" y="89974"/>
                                <a:pt x="43873" y="90164"/>
                                <a:pt x="42920" y="9016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</p:grpSp>
              </p:grpSp>
              <p:grpSp>
                <p:nvGrpSpPr>
                  <p:cNvPr id="109" name="Group 109"/>
                  <p:cNvGrpSpPr/>
                  <p:nvPr/>
                </p:nvGrpSpPr>
                <p:grpSpPr>
                  <a:xfrm>
                    <a:off x="795408" y="3033259"/>
                    <a:ext cx="367474" cy="447770"/>
                    <a:chOff x="795408" y="3033259"/>
                    <a:chExt cx="367474" cy="447770"/>
                  </a:xfrm>
                  <a:solidFill>
                    <a:srgbClr val="FFFFFF">
                      <a:alpha val="100000"/>
                    </a:srgbClr>
                  </a:solidFill>
                </p:grpSpPr>
                <p:sp>
                  <p:nvSpPr>
                    <p:cNvPr id="110" name="AutoShape 110"/>
                    <p:cNvSpPr/>
                    <p:nvPr/>
                  </p:nvSpPr>
                  <p:spPr>
                    <a:xfrm>
                      <a:off x="1011864" y="3033259"/>
                      <a:ext cx="151018" cy="1510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1018" h="151018">
                          <a:moveTo>
                            <a:pt x="2643" y="70747"/>
                          </a:moveTo>
                          <a:lnTo>
                            <a:pt x="43601" y="45411"/>
                          </a:lnTo>
                          <a:cubicBezTo>
                            <a:pt x="44363" y="44934"/>
                            <a:pt x="44934" y="44363"/>
                            <a:pt x="45410" y="43601"/>
                          </a:cubicBezTo>
                          <a:lnTo>
                            <a:pt x="70747" y="2643"/>
                          </a:lnTo>
                          <a:cubicBezTo>
                            <a:pt x="72938" y="-881"/>
                            <a:pt x="78081" y="-881"/>
                            <a:pt x="80272" y="2643"/>
                          </a:cubicBezTo>
                          <a:lnTo>
                            <a:pt x="105608" y="43601"/>
                          </a:lnTo>
                          <a:cubicBezTo>
                            <a:pt x="106085" y="44363"/>
                            <a:pt x="106656" y="44934"/>
                            <a:pt x="107418" y="45411"/>
                          </a:cubicBezTo>
                          <a:lnTo>
                            <a:pt x="148376" y="70747"/>
                          </a:lnTo>
                          <a:cubicBezTo>
                            <a:pt x="151900" y="72938"/>
                            <a:pt x="151900" y="78081"/>
                            <a:pt x="148376" y="80272"/>
                          </a:cubicBezTo>
                          <a:lnTo>
                            <a:pt x="107418" y="105609"/>
                          </a:lnTo>
                          <a:cubicBezTo>
                            <a:pt x="106656" y="106085"/>
                            <a:pt x="106085" y="106656"/>
                            <a:pt x="105608" y="107418"/>
                          </a:cubicBezTo>
                          <a:lnTo>
                            <a:pt x="80272" y="148376"/>
                          </a:lnTo>
                          <a:cubicBezTo>
                            <a:pt x="78081" y="151900"/>
                            <a:pt x="72938" y="151900"/>
                            <a:pt x="70747" y="148376"/>
                          </a:cubicBezTo>
                          <a:lnTo>
                            <a:pt x="45410" y="107418"/>
                          </a:lnTo>
                          <a:cubicBezTo>
                            <a:pt x="44934" y="106656"/>
                            <a:pt x="44363" y="106085"/>
                            <a:pt x="43601" y="105609"/>
                          </a:cubicBezTo>
                          <a:lnTo>
                            <a:pt x="2643" y="80272"/>
                          </a:lnTo>
                          <a:cubicBezTo>
                            <a:pt x="-881" y="78081"/>
                            <a:pt x="-881" y="72938"/>
                            <a:pt x="2643" y="70747"/>
                          </a:cubicBezTo>
                          <a:close/>
                        </a:path>
                      </a:pathLst>
                    </a:custGeom>
                    <a:solidFill>
                      <a:srgbClr val="FFD05C">
                        <a:alpha val="100000"/>
                        <a:lumMod val="40000"/>
                        <a:lumOff val="6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1" name="AutoShape 111"/>
                    <p:cNvSpPr/>
                    <p:nvPr/>
                  </p:nvSpPr>
                  <p:spPr>
                    <a:xfrm>
                      <a:off x="795408" y="3208567"/>
                      <a:ext cx="272462" cy="2724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2462" h="272462">
                          <a:moveTo>
                            <a:pt x="4786" y="127659"/>
                          </a:moveTo>
                          <a:lnTo>
                            <a:pt x="78700" y="81939"/>
                          </a:lnTo>
                          <a:cubicBezTo>
                            <a:pt x="80034" y="81082"/>
                            <a:pt x="81177" y="80034"/>
                            <a:pt x="81939" y="78700"/>
                          </a:cubicBezTo>
                          <a:lnTo>
                            <a:pt x="127659" y="4786"/>
                          </a:lnTo>
                          <a:cubicBezTo>
                            <a:pt x="131564" y="-1595"/>
                            <a:pt x="140899" y="-1595"/>
                            <a:pt x="144804" y="4786"/>
                          </a:cubicBezTo>
                          <a:lnTo>
                            <a:pt x="190524" y="78700"/>
                          </a:lnTo>
                          <a:cubicBezTo>
                            <a:pt x="191381" y="80034"/>
                            <a:pt x="192429" y="81177"/>
                            <a:pt x="193762" y="81939"/>
                          </a:cubicBezTo>
                          <a:lnTo>
                            <a:pt x="267676" y="127659"/>
                          </a:lnTo>
                          <a:cubicBezTo>
                            <a:pt x="274058" y="131564"/>
                            <a:pt x="274058" y="140899"/>
                            <a:pt x="267676" y="144804"/>
                          </a:cubicBezTo>
                          <a:lnTo>
                            <a:pt x="193762" y="190524"/>
                          </a:lnTo>
                          <a:cubicBezTo>
                            <a:pt x="192429" y="191381"/>
                            <a:pt x="191286" y="192429"/>
                            <a:pt x="190524" y="193762"/>
                          </a:cubicBezTo>
                          <a:lnTo>
                            <a:pt x="144804" y="267676"/>
                          </a:lnTo>
                          <a:cubicBezTo>
                            <a:pt x="140899" y="274058"/>
                            <a:pt x="131564" y="274058"/>
                            <a:pt x="127659" y="267676"/>
                          </a:cubicBezTo>
                          <a:lnTo>
                            <a:pt x="81939" y="193762"/>
                          </a:lnTo>
                          <a:cubicBezTo>
                            <a:pt x="81082" y="192429"/>
                            <a:pt x="80034" y="191286"/>
                            <a:pt x="78700" y="190524"/>
                          </a:cubicBezTo>
                          <a:lnTo>
                            <a:pt x="4786" y="144804"/>
                          </a:lnTo>
                          <a:cubicBezTo>
                            <a:pt x="-1595" y="140899"/>
                            <a:pt x="-1595" y="131564"/>
                            <a:pt x="4786" y="127659"/>
                          </a:cubicBezTo>
                          <a:close/>
                        </a:path>
                      </a:pathLst>
                    </a:custGeom>
                    <a:solidFill>
                      <a:srgbClr val="FFD05C">
                        <a:alpha val="100000"/>
                        <a:lumMod val="40000"/>
                        <a:lumOff val="6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12" name="Group 112"/>
                  <p:cNvGrpSpPr/>
                  <p:nvPr/>
                </p:nvGrpSpPr>
                <p:grpSpPr>
                  <a:xfrm>
                    <a:off x="2989159" y="2121431"/>
                    <a:ext cx="442912" cy="348043"/>
                    <a:chOff x="2989159" y="2121431"/>
                    <a:chExt cx="442912" cy="348043"/>
                  </a:xfrm>
                  <a:solidFill>
                    <a:srgbClr val="FFFFFF">
                      <a:alpha val="100000"/>
                    </a:srgbClr>
                  </a:solidFill>
                </p:grpSpPr>
                <p:sp>
                  <p:nvSpPr>
                    <p:cNvPr id="113" name="AutoShape 113"/>
                    <p:cNvSpPr/>
                    <p:nvPr/>
                  </p:nvSpPr>
                  <p:spPr>
                    <a:xfrm>
                      <a:off x="2989159" y="2121431"/>
                      <a:ext cx="151018" cy="1510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1018" h="151018">
                          <a:moveTo>
                            <a:pt x="148376" y="70747"/>
                          </a:moveTo>
                          <a:lnTo>
                            <a:pt x="107418" y="45410"/>
                          </a:lnTo>
                          <a:cubicBezTo>
                            <a:pt x="106656" y="44934"/>
                            <a:pt x="106085" y="44363"/>
                            <a:pt x="105608" y="43601"/>
                          </a:cubicBezTo>
                          <a:lnTo>
                            <a:pt x="80272" y="2643"/>
                          </a:lnTo>
                          <a:cubicBezTo>
                            <a:pt x="78081" y="-881"/>
                            <a:pt x="72938" y="-881"/>
                            <a:pt x="70747" y="2643"/>
                          </a:cubicBezTo>
                          <a:lnTo>
                            <a:pt x="45410" y="43601"/>
                          </a:lnTo>
                          <a:cubicBezTo>
                            <a:pt x="44934" y="44363"/>
                            <a:pt x="44363" y="44934"/>
                            <a:pt x="43601" y="45410"/>
                          </a:cubicBezTo>
                          <a:lnTo>
                            <a:pt x="2643" y="70747"/>
                          </a:lnTo>
                          <a:cubicBezTo>
                            <a:pt x="-881" y="72938"/>
                            <a:pt x="-881" y="78081"/>
                            <a:pt x="2643" y="80272"/>
                          </a:cubicBezTo>
                          <a:lnTo>
                            <a:pt x="43601" y="105608"/>
                          </a:lnTo>
                          <a:cubicBezTo>
                            <a:pt x="44363" y="106085"/>
                            <a:pt x="44934" y="106656"/>
                            <a:pt x="45410" y="107418"/>
                          </a:cubicBezTo>
                          <a:lnTo>
                            <a:pt x="70747" y="148376"/>
                          </a:lnTo>
                          <a:cubicBezTo>
                            <a:pt x="72938" y="151900"/>
                            <a:pt x="78081" y="151900"/>
                            <a:pt x="80272" y="148376"/>
                          </a:cubicBezTo>
                          <a:lnTo>
                            <a:pt x="105608" y="107418"/>
                          </a:lnTo>
                          <a:cubicBezTo>
                            <a:pt x="106085" y="106656"/>
                            <a:pt x="106656" y="106085"/>
                            <a:pt x="107418" y="105608"/>
                          </a:cubicBezTo>
                          <a:lnTo>
                            <a:pt x="148376" y="80272"/>
                          </a:lnTo>
                          <a:cubicBezTo>
                            <a:pt x="151900" y="78081"/>
                            <a:pt x="151900" y="72938"/>
                            <a:pt x="148376" y="70747"/>
                          </a:cubicBezTo>
                          <a:close/>
                        </a:path>
                      </a:pathLst>
                    </a:custGeom>
                    <a:solidFill>
                      <a:srgbClr val="FFD05C">
                        <a:alpha val="100000"/>
                        <a:lumMod val="40000"/>
                        <a:lumOff val="6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4" name="AutoShape 114"/>
                    <p:cNvSpPr/>
                    <p:nvPr/>
                  </p:nvSpPr>
                  <p:spPr>
                    <a:xfrm>
                      <a:off x="3159609" y="2197012"/>
                      <a:ext cx="272462" cy="27246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2462" h="272462">
                          <a:moveTo>
                            <a:pt x="267676" y="127659"/>
                          </a:moveTo>
                          <a:lnTo>
                            <a:pt x="193762" y="81939"/>
                          </a:lnTo>
                          <a:cubicBezTo>
                            <a:pt x="192429" y="81082"/>
                            <a:pt x="191286" y="80034"/>
                            <a:pt x="190524" y="78700"/>
                          </a:cubicBezTo>
                          <a:lnTo>
                            <a:pt x="144804" y="4786"/>
                          </a:lnTo>
                          <a:cubicBezTo>
                            <a:pt x="140899" y="-1595"/>
                            <a:pt x="131564" y="-1595"/>
                            <a:pt x="127659" y="4786"/>
                          </a:cubicBezTo>
                          <a:lnTo>
                            <a:pt x="81939" y="78700"/>
                          </a:lnTo>
                          <a:cubicBezTo>
                            <a:pt x="81082" y="80034"/>
                            <a:pt x="80034" y="81177"/>
                            <a:pt x="78701" y="81939"/>
                          </a:cubicBezTo>
                          <a:lnTo>
                            <a:pt x="4786" y="127659"/>
                          </a:lnTo>
                          <a:cubicBezTo>
                            <a:pt x="-1595" y="131564"/>
                            <a:pt x="-1595" y="140898"/>
                            <a:pt x="4786" y="144804"/>
                          </a:cubicBezTo>
                          <a:lnTo>
                            <a:pt x="78701" y="190524"/>
                          </a:lnTo>
                          <a:cubicBezTo>
                            <a:pt x="80034" y="191381"/>
                            <a:pt x="81177" y="192429"/>
                            <a:pt x="81939" y="193762"/>
                          </a:cubicBezTo>
                          <a:lnTo>
                            <a:pt x="127659" y="267676"/>
                          </a:lnTo>
                          <a:cubicBezTo>
                            <a:pt x="131564" y="274058"/>
                            <a:pt x="140899" y="274058"/>
                            <a:pt x="144804" y="267676"/>
                          </a:cubicBezTo>
                          <a:lnTo>
                            <a:pt x="190524" y="193762"/>
                          </a:lnTo>
                          <a:cubicBezTo>
                            <a:pt x="191381" y="192429"/>
                            <a:pt x="192429" y="191286"/>
                            <a:pt x="193762" y="190524"/>
                          </a:cubicBezTo>
                          <a:lnTo>
                            <a:pt x="267676" y="144804"/>
                          </a:lnTo>
                          <a:cubicBezTo>
                            <a:pt x="274058" y="140898"/>
                            <a:pt x="274058" y="131564"/>
                            <a:pt x="267676" y="127659"/>
                          </a:cubicBezTo>
                          <a:close/>
                        </a:path>
                      </a:pathLst>
                    </a:custGeom>
                    <a:solidFill>
                      <a:srgbClr val="FFD05C">
                        <a:alpha val="100000"/>
                        <a:lumMod val="40000"/>
                        <a:lumOff val="6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15" name="AutoShape 115"/>
                  <p:cNvSpPr/>
                  <p:nvPr/>
                </p:nvSpPr>
                <p:spPr>
                  <a:xfrm>
                    <a:off x="2264378" y="1489233"/>
                    <a:ext cx="354329" cy="1771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329" h="177164">
                        <a:moveTo>
                          <a:pt x="354140" y="177165"/>
                        </a:moveTo>
                        <a:lnTo>
                          <a:pt x="285274" y="177165"/>
                        </a:lnTo>
                        <a:cubicBezTo>
                          <a:pt x="285274" y="117443"/>
                          <a:pt x="236696" y="68961"/>
                          <a:pt x="177070" y="68961"/>
                        </a:cubicBezTo>
                        <a:cubicBezTo>
                          <a:pt x="117443" y="68961"/>
                          <a:pt x="68866" y="117539"/>
                          <a:pt x="68866" y="177165"/>
                        </a:cubicBezTo>
                        <a:lnTo>
                          <a:pt x="0" y="177165"/>
                        </a:lnTo>
                        <a:cubicBezTo>
                          <a:pt x="0" y="79534"/>
                          <a:pt x="79439" y="0"/>
                          <a:pt x="177165" y="0"/>
                        </a:cubicBezTo>
                        <a:cubicBezTo>
                          <a:pt x="274892" y="0"/>
                          <a:pt x="354330" y="79439"/>
                          <a:pt x="354330" y="177165"/>
                        </a:cubicBezTo>
                        <a:close/>
                      </a:path>
                    </a:pathLst>
                  </a:custGeom>
                  <a:solidFill>
                    <a:srgbClr val="D84C4C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16" name="AutoShape 116"/>
                  <p:cNvSpPr/>
                  <p:nvPr/>
                </p:nvSpPr>
                <p:spPr>
                  <a:xfrm>
                    <a:off x="3780282" y="2095404"/>
                    <a:ext cx="177165" cy="3543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165" h="354329">
                        <a:moveTo>
                          <a:pt x="0" y="354139"/>
                        </a:moveTo>
                        <a:lnTo>
                          <a:pt x="0" y="285274"/>
                        </a:lnTo>
                        <a:cubicBezTo>
                          <a:pt x="59722" y="285274"/>
                          <a:pt x="108204" y="236696"/>
                          <a:pt x="108204" y="177070"/>
                        </a:cubicBezTo>
                        <a:cubicBezTo>
                          <a:pt x="108204" y="117443"/>
                          <a:pt x="59627" y="68866"/>
                          <a:pt x="0" y="68866"/>
                        </a:cubicBezTo>
                        <a:lnTo>
                          <a:pt x="0" y="0"/>
                        </a:lnTo>
                        <a:cubicBezTo>
                          <a:pt x="97631" y="0"/>
                          <a:pt x="177165" y="79438"/>
                          <a:pt x="177165" y="177165"/>
                        </a:cubicBezTo>
                        <a:cubicBezTo>
                          <a:pt x="177165" y="274892"/>
                          <a:pt x="97727" y="354330"/>
                          <a:pt x="0" y="354330"/>
                        </a:cubicBezTo>
                        <a:close/>
                      </a:path>
                    </a:pathLst>
                  </a:custGeom>
                  <a:solidFill>
                    <a:srgbClr val="53AFA6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grpSp>
              <p:nvGrpSpPr>
                <p:cNvPr id="117" name="Group 117"/>
                <p:cNvGrpSpPr/>
                <p:nvPr/>
              </p:nvGrpSpPr>
              <p:grpSpPr>
                <a:xfrm>
                  <a:off x="970502" y="862488"/>
                  <a:ext cx="3281957" cy="4218908"/>
                  <a:chOff x="970502" y="862488"/>
                  <a:chExt cx="3281957" cy="4218908"/>
                </a:xfrm>
                <a:solidFill>
                  <a:srgbClr val="282523">
                    <a:alpha val="100000"/>
                  </a:srgbClr>
                </a:solidFill>
              </p:grpSpPr>
              <p:sp>
                <p:nvSpPr>
                  <p:cNvPr id="118" name="AutoShape 118"/>
                  <p:cNvSpPr/>
                  <p:nvPr/>
                </p:nvSpPr>
                <p:spPr>
                  <a:xfrm>
                    <a:off x="970502" y="862488"/>
                    <a:ext cx="1564063" cy="1057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4063" h="1057560">
                        <a:moveTo>
                          <a:pt x="70199" y="1046607"/>
                        </a:moveTo>
                        <a:cubicBezTo>
                          <a:pt x="67818" y="1038416"/>
                          <a:pt x="65437" y="1030224"/>
                          <a:pt x="63151" y="1022033"/>
                        </a:cubicBezTo>
                        <a:cubicBezTo>
                          <a:pt x="61913" y="1017460"/>
                          <a:pt x="57150" y="1014794"/>
                          <a:pt x="52578" y="1016127"/>
                        </a:cubicBezTo>
                        <a:cubicBezTo>
                          <a:pt x="48101" y="1017365"/>
                          <a:pt x="45434" y="1022128"/>
                          <a:pt x="46673" y="1026605"/>
                        </a:cubicBezTo>
                        <a:cubicBezTo>
                          <a:pt x="49054" y="1034891"/>
                          <a:pt x="51340" y="1043178"/>
                          <a:pt x="53816" y="1051370"/>
                        </a:cubicBezTo>
                        <a:cubicBezTo>
                          <a:pt x="54864" y="1055084"/>
                          <a:pt x="58293" y="1057561"/>
                          <a:pt x="62008" y="1057561"/>
                        </a:cubicBezTo>
                        <a:cubicBezTo>
                          <a:pt x="62770" y="1057561"/>
                          <a:pt x="63627" y="1057370"/>
                          <a:pt x="64389" y="1057180"/>
                        </a:cubicBezTo>
                        <a:cubicBezTo>
                          <a:pt x="68961" y="1055846"/>
                          <a:pt x="71533" y="1051084"/>
                          <a:pt x="70199" y="1046607"/>
                        </a:cubicBezTo>
                        <a:close/>
                        <a:moveTo>
                          <a:pt x="50197" y="972788"/>
                        </a:moveTo>
                        <a:cubicBezTo>
                          <a:pt x="48196" y="964502"/>
                          <a:pt x="46196" y="956215"/>
                          <a:pt x="44387" y="947928"/>
                        </a:cubicBezTo>
                        <a:cubicBezTo>
                          <a:pt x="43339" y="943356"/>
                          <a:pt x="38767" y="940498"/>
                          <a:pt x="34100" y="941546"/>
                        </a:cubicBezTo>
                        <a:cubicBezTo>
                          <a:pt x="29527" y="942594"/>
                          <a:pt x="26670" y="947166"/>
                          <a:pt x="27718" y="951738"/>
                        </a:cubicBezTo>
                        <a:cubicBezTo>
                          <a:pt x="29623" y="960120"/>
                          <a:pt x="31528" y="968502"/>
                          <a:pt x="33623" y="976789"/>
                        </a:cubicBezTo>
                        <a:cubicBezTo>
                          <a:pt x="34576" y="980694"/>
                          <a:pt x="38100" y="983361"/>
                          <a:pt x="41910" y="983361"/>
                        </a:cubicBezTo>
                        <a:cubicBezTo>
                          <a:pt x="42577" y="983361"/>
                          <a:pt x="43244" y="983266"/>
                          <a:pt x="43910" y="983075"/>
                        </a:cubicBezTo>
                        <a:cubicBezTo>
                          <a:pt x="48482" y="981932"/>
                          <a:pt x="51340" y="977360"/>
                          <a:pt x="50197" y="972788"/>
                        </a:cubicBezTo>
                        <a:close/>
                        <a:moveTo>
                          <a:pt x="29718" y="873062"/>
                        </a:moveTo>
                        <a:cubicBezTo>
                          <a:pt x="28956" y="868394"/>
                          <a:pt x="24670" y="865156"/>
                          <a:pt x="19907" y="866013"/>
                        </a:cubicBezTo>
                        <a:cubicBezTo>
                          <a:pt x="15335" y="866775"/>
                          <a:pt x="12097" y="871156"/>
                          <a:pt x="12859" y="875824"/>
                        </a:cubicBezTo>
                        <a:cubicBezTo>
                          <a:pt x="14288" y="884301"/>
                          <a:pt x="15716" y="892778"/>
                          <a:pt x="17335" y="901256"/>
                        </a:cubicBezTo>
                        <a:cubicBezTo>
                          <a:pt x="18098" y="905351"/>
                          <a:pt x="21622" y="908209"/>
                          <a:pt x="25717" y="908209"/>
                        </a:cubicBezTo>
                        <a:cubicBezTo>
                          <a:pt x="26194" y="908209"/>
                          <a:pt x="26765" y="908209"/>
                          <a:pt x="27242" y="908209"/>
                        </a:cubicBezTo>
                        <a:cubicBezTo>
                          <a:pt x="31909" y="907256"/>
                          <a:pt x="34957" y="902875"/>
                          <a:pt x="34100" y="898208"/>
                        </a:cubicBezTo>
                        <a:cubicBezTo>
                          <a:pt x="32575" y="889826"/>
                          <a:pt x="31052" y="881539"/>
                          <a:pt x="29718" y="873157"/>
                        </a:cubicBezTo>
                        <a:close/>
                        <a:moveTo>
                          <a:pt x="20288" y="797433"/>
                        </a:moveTo>
                        <a:cubicBezTo>
                          <a:pt x="19907" y="792766"/>
                          <a:pt x="15811" y="789242"/>
                          <a:pt x="11049" y="789623"/>
                        </a:cubicBezTo>
                        <a:cubicBezTo>
                          <a:pt x="6382" y="790099"/>
                          <a:pt x="2857" y="794195"/>
                          <a:pt x="3334" y="798862"/>
                        </a:cubicBezTo>
                        <a:cubicBezTo>
                          <a:pt x="4001" y="807434"/>
                          <a:pt x="4858" y="816007"/>
                          <a:pt x="5810" y="824579"/>
                        </a:cubicBezTo>
                        <a:cubicBezTo>
                          <a:pt x="6382" y="828961"/>
                          <a:pt x="10001" y="832199"/>
                          <a:pt x="14288" y="832199"/>
                        </a:cubicBezTo>
                        <a:lnTo>
                          <a:pt x="15335" y="832199"/>
                        </a:lnTo>
                        <a:cubicBezTo>
                          <a:pt x="20003" y="831628"/>
                          <a:pt x="23336" y="827437"/>
                          <a:pt x="22860" y="822674"/>
                        </a:cubicBezTo>
                        <a:cubicBezTo>
                          <a:pt x="21908" y="814292"/>
                          <a:pt x="21050" y="805910"/>
                          <a:pt x="20288" y="797433"/>
                        </a:cubicBezTo>
                        <a:close/>
                        <a:moveTo>
                          <a:pt x="17145" y="724281"/>
                        </a:moveTo>
                        <a:lnTo>
                          <a:pt x="17145" y="721424"/>
                        </a:lnTo>
                        <a:cubicBezTo>
                          <a:pt x="17145" y="716756"/>
                          <a:pt x="13335" y="712851"/>
                          <a:pt x="8668" y="712851"/>
                        </a:cubicBezTo>
                        <a:lnTo>
                          <a:pt x="8573" y="712851"/>
                        </a:lnTo>
                        <a:cubicBezTo>
                          <a:pt x="3905" y="712851"/>
                          <a:pt x="95" y="716661"/>
                          <a:pt x="0" y="721328"/>
                        </a:cubicBezTo>
                        <a:lnTo>
                          <a:pt x="0" y="724281"/>
                        </a:lnTo>
                        <a:cubicBezTo>
                          <a:pt x="0" y="731996"/>
                          <a:pt x="191" y="739616"/>
                          <a:pt x="381" y="747236"/>
                        </a:cubicBezTo>
                        <a:cubicBezTo>
                          <a:pt x="476" y="751904"/>
                          <a:pt x="4286" y="755523"/>
                          <a:pt x="8858" y="755523"/>
                        </a:cubicBezTo>
                        <a:lnTo>
                          <a:pt x="9144" y="755523"/>
                        </a:lnTo>
                        <a:cubicBezTo>
                          <a:pt x="13811" y="755428"/>
                          <a:pt x="17526" y="751523"/>
                          <a:pt x="17431" y="746760"/>
                        </a:cubicBezTo>
                        <a:cubicBezTo>
                          <a:pt x="17240" y="739331"/>
                          <a:pt x="17145" y="731806"/>
                          <a:pt x="17145" y="724281"/>
                        </a:cubicBezTo>
                        <a:close/>
                        <a:moveTo>
                          <a:pt x="13621" y="636175"/>
                        </a:moveTo>
                        <a:cubicBezTo>
                          <a:pt x="8954" y="635603"/>
                          <a:pt x="4667" y="639128"/>
                          <a:pt x="4191" y="643795"/>
                        </a:cubicBezTo>
                        <a:cubicBezTo>
                          <a:pt x="3334" y="652367"/>
                          <a:pt x="2572" y="661035"/>
                          <a:pt x="1905" y="669608"/>
                        </a:cubicBezTo>
                        <a:cubicBezTo>
                          <a:pt x="1619" y="674275"/>
                          <a:pt x="5144" y="678371"/>
                          <a:pt x="9811" y="678752"/>
                        </a:cubicBezTo>
                        <a:lnTo>
                          <a:pt x="10478" y="678752"/>
                        </a:lnTo>
                        <a:cubicBezTo>
                          <a:pt x="14954" y="678752"/>
                          <a:pt x="18669" y="675323"/>
                          <a:pt x="18955" y="670846"/>
                        </a:cubicBezTo>
                        <a:cubicBezTo>
                          <a:pt x="19526" y="662369"/>
                          <a:pt x="20288" y="653987"/>
                          <a:pt x="21241" y="645605"/>
                        </a:cubicBezTo>
                        <a:cubicBezTo>
                          <a:pt x="21717" y="640842"/>
                          <a:pt x="18288" y="636651"/>
                          <a:pt x="13621" y="636175"/>
                        </a:cubicBezTo>
                        <a:close/>
                        <a:moveTo>
                          <a:pt x="27242" y="560546"/>
                        </a:moveTo>
                        <a:cubicBezTo>
                          <a:pt x="22574" y="559499"/>
                          <a:pt x="18098" y="562451"/>
                          <a:pt x="16954" y="567023"/>
                        </a:cubicBezTo>
                        <a:cubicBezTo>
                          <a:pt x="15050" y="575405"/>
                          <a:pt x="13335" y="583883"/>
                          <a:pt x="11716" y="592455"/>
                        </a:cubicBezTo>
                        <a:cubicBezTo>
                          <a:pt x="10858" y="597027"/>
                          <a:pt x="13906" y="601504"/>
                          <a:pt x="18574" y="602361"/>
                        </a:cubicBezTo>
                        <a:cubicBezTo>
                          <a:pt x="19050" y="602456"/>
                          <a:pt x="19622" y="602552"/>
                          <a:pt x="20098" y="602552"/>
                        </a:cubicBezTo>
                        <a:cubicBezTo>
                          <a:pt x="24098" y="602552"/>
                          <a:pt x="27718" y="599694"/>
                          <a:pt x="28480" y="595598"/>
                        </a:cubicBezTo>
                        <a:cubicBezTo>
                          <a:pt x="30004" y="587312"/>
                          <a:pt x="31718" y="579025"/>
                          <a:pt x="33623" y="570833"/>
                        </a:cubicBezTo>
                        <a:cubicBezTo>
                          <a:pt x="34671" y="566261"/>
                          <a:pt x="31814" y="561689"/>
                          <a:pt x="27242" y="560546"/>
                        </a:cubicBezTo>
                        <a:close/>
                        <a:moveTo>
                          <a:pt x="575405" y="540163"/>
                        </a:moveTo>
                        <a:cubicBezTo>
                          <a:pt x="567595" y="539687"/>
                          <a:pt x="559975" y="538163"/>
                          <a:pt x="552641" y="535591"/>
                        </a:cubicBezTo>
                        <a:cubicBezTo>
                          <a:pt x="548164" y="534067"/>
                          <a:pt x="543306" y="536448"/>
                          <a:pt x="541782" y="540925"/>
                        </a:cubicBezTo>
                        <a:cubicBezTo>
                          <a:pt x="540258" y="545402"/>
                          <a:pt x="542544" y="550259"/>
                          <a:pt x="547021" y="551783"/>
                        </a:cubicBezTo>
                        <a:cubicBezTo>
                          <a:pt x="555784" y="554831"/>
                          <a:pt x="565023" y="556641"/>
                          <a:pt x="574358" y="557213"/>
                        </a:cubicBezTo>
                        <a:lnTo>
                          <a:pt x="574929" y="557213"/>
                        </a:lnTo>
                        <a:cubicBezTo>
                          <a:pt x="579311" y="557213"/>
                          <a:pt x="583121" y="553784"/>
                          <a:pt x="583406" y="549307"/>
                        </a:cubicBezTo>
                        <a:cubicBezTo>
                          <a:pt x="583692" y="544544"/>
                          <a:pt x="580168" y="540544"/>
                          <a:pt x="575405" y="540163"/>
                        </a:cubicBezTo>
                        <a:close/>
                        <a:moveTo>
                          <a:pt x="654463" y="522827"/>
                        </a:moveTo>
                        <a:cubicBezTo>
                          <a:pt x="651796" y="518922"/>
                          <a:pt x="646557" y="517874"/>
                          <a:pt x="642557" y="520446"/>
                        </a:cubicBezTo>
                        <a:cubicBezTo>
                          <a:pt x="635794" y="525018"/>
                          <a:pt x="628745" y="528828"/>
                          <a:pt x="621506" y="531876"/>
                        </a:cubicBezTo>
                        <a:cubicBezTo>
                          <a:pt x="617220" y="533686"/>
                          <a:pt x="615125" y="538734"/>
                          <a:pt x="616934" y="543020"/>
                        </a:cubicBezTo>
                        <a:cubicBezTo>
                          <a:pt x="618363" y="546354"/>
                          <a:pt x="621506" y="548259"/>
                          <a:pt x="624840" y="548259"/>
                        </a:cubicBezTo>
                        <a:cubicBezTo>
                          <a:pt x="625983" y="548259"/>
                          <a:pt x="627126" y="548069"/>
                          <a:pt x="628174" y="547592"/>
                        </a:cubicBezTo>
                        <a:cubicBezTo>
                          <a:pt x="636365" y="544163"/>
                          <a:pt x="644462" y="539782"/>
                          <a:pt x="652082" y="534638"/>
                        </a:cubicBezTo>
                        <a:cubicBezTo>
                          <a:pt x="655987" y="532067"/>
                          <a:pt x="657034" y="526733"/>
                          <a:pt x="654463" y="522827"/>
                        </a:cubicBezTo>
                        <a:close/>
                        <a:moveTo>
                          <a:pt x="50102" y="487299"/>
                        </a:moveTo>
                        <a:cubicBezTo>
                          <a:pt x="45625" y="485680"/>
                          <a:pt x="40767" y="487870"/>
                          <a:pt x="39148" y="492347"/>
                        </a:cubicBezTo>
                        <a:cubicBezTo>
                          <a:pt x="36100" y="500443"/>
                          <a:pt x="33338" y="508635"/>
                          <a:pt x="30671" y="516922"/>
                        </a:cubicBezTo>
                        <a:cubicBezTo>
                          <a:pt x="29242" y="521399"/>
                          <a:pt x="31718" y="526256"/>
                          <a:pt x="36290" y="527685"/>
                        </a:cubicBezTo>
                        <a:cubicBezTo>
                          <a:pt x="37148" y="527971"/>
                          <a:pt x="38005" y="528066"/>
                          <a:pt x="38862" y="528066"/>
                        </a:cubicBezTo>
                        <a:cubicBezTo>
                          <a:pt x="42481" y="528066"/>
                          <a:pt x="45815" y="525780"/>
                          <a:pt x="46958" y="522065"/>
                        </a:cubicBezTo>
                        <a:cubicBezTo>
                          <a:pt x="49530" y="514064"/>
                          <a:pt x="52292" y="506159"/>
                          <a:pt x="55150" y="498253"/>
                        </a:cubicBezTo>
                        <a:cubicBezTo>
                          <a:pt x="56769" y="493776"/>
                          <a:pt x="54483" y="488918"/>
                          <a:pt x="50102" y="487299"/>
                        </a:cubicBezTo>
                        <a:close/>
                        <a:moveTo>
                          <a:pt x="513683" y="509968"/>
                        </a:moveTo>
                        <a:cubicBezTo>
                          <a:pt x="508349" y="504349"/>
                          <a:pt x="503492" y="497967"/>
                          <a:pt x="499300" y="491014"/>
                        </a:cubicBezTo>
                        <a:cubicBezTo>
                          <a:pt x="496824" y="487013"/>
                          <a:pt x="491585" y="485775"/>
                          <a:pt x="487490" y="488156"/>
                        </a:cubicBezTo>
                        <a:cubicBezTo>
                          <a:pt x="483489" y="490633"/>
                          <a:pt x="482251" y="495967"/>
                          <a:pt x="484727" y="499967"/>
                        </a:cubicBezTo>
                        <a:cubicBezTo>
                          <a:pt x="489585" y="507873"/>
                          <a:pt x="495110" y="515207"/>
                          <a:pt x="501206" y="521684"/>
                        </a:cubicBezTo>
                        <a:cubicBezTo>
                          <a:pt x="502920" y="523494"/>
                          <a:pt x="505206" y="524351"/>
                          <a:pt x="507492" y="524351"/>
                        </a:cubicBezTo>
                        <a:cubicBezTo>
                          <a:pt x="509588" y="524351"/>
                          <a:pt x="511683" y="523589"/>
                          <a:pt x="513302" y="522065"/>
                        </a:cubicBezTo>
                        <a:cubicBezTo>
                          <a:pt x="516731" y="518827"/>
                          <a:pt x="516922" y="513397"/>
                          <a:pt x="513683" y="509968"/>
                        </a:cubicBezTo>
                        <a:close/>
                        <a:moveTo>
                          <a:pt x="701421" y="462820"/>
                        </a:moveTo>
                        <a:cubicBezTo>
                          <a:pt x="697135" y="460724"/>
                          <a:pt x="692087" y="462439"/>
                          <a:pt x="689896" y="466725"/>
                        </a:cubicBezTo>
                        <a:cubicBezTo>
                          <a:pt x="686372" y="473774"/>
                          <a:pt x="682180" y="480727"/>
                          <a:pt x="677323" y="487204"/>
                        </a:cubicBezTo>
                        <a:cubicBezTo>
                          <a:pt x="674561" y="491014"/>
                          <a:pt x="675322" y="496348"/>
                          <a:pt x="679133" y="499205"/>
                        </a:cubicBezTo>
                        <a:cubicBezTo>
                          <a:pt x="680657" y="500348"/>
                          <a:pt x="682466" y="500824"/>
                          <a:pt x="684181" y="500824"/>
                        </a:cubicBezTo>
                        <a:cubicBezTo>
                          <a:pt x="686848" y="500824"/>
                          <a:pt x="689420" y="499682"/>
                          <a:pt x="691039" y="497395"/>
                        </a:cubicBezTo>
                        <a:cubicBezTo>
                          <a:pt x="696468" y="490061"/>
                          <a:pt x="701230" y="482346"/>
                          <a:pt x="705231" y="474345"/>
                        </a:cubicBezTo>
                        <a:cubicBezTo>
                          <a:pt x="707326" y="470059"/>
                          <a:pt x="705612" y="464915"/>
                          <a:pt x="701421" y="462820"/>
                        </a:cubicBezTo>
                        <a:close/>
                        <a:moveTo>
                          <a:pt x="82391" y="417576"/>
                        </a:moveTo>
                        <a:cubicBezTo>
                          <a:pt x="78200" y="415385"/>
                          <a:pt x="73057" y="416909"/>
                          <a:pt x="70866" y="421100"/>
                        </a:cubicBezTo>
                        <a:cubicBezTo>
                          <a:pt x="66770" y="428720"/>
                          <a:pt x="62865" y="436531"/>
                          <a:pt x="59150" y="444341"/>
                        </a:cubicBezTo>
                        <a:cubicBezTo>
                          <a:pt x="57150" y="448628"/>
                          <a:pt x="58960" y="453676"/>
                          <a:pt x="63246" y="455771"/>
                        </a:cubicBezTo>
                        <a:cubicBezTo>
                          <a:pt x="64484" y="456247"/>
                          <a:pt x="65723" y="456533"/>
                          <a:pt x="66866" y="456533"/>
                        </a:cubicBezTo>
                        <a:cubicBezTo>
                          <a:pt x="70104" y="456533"/>
                          <a:pt x="73152" y="454724"/>
                          <a:pt x="74676" y="451676"/>
                        </a:cubicBezTo>
                        <a:cubicBezTo>
                          <a:pt x="78200" y="444056"/>
                          <a:pt x="82010" y="436531"/>
                          <a:pt x="85916" y="429101"/>
                        </a:cubicBezTo>
                        <a:cubicBezTo>
                          <a:pt x="88106" y="424910"/>
                          <a:pt x="86582" y="419767"/>
                          <a:pt x="82391" y="417576"/>
                        </a:cubicBezTo>
                        <a:close/>
                        <a:moveTo>
                          <a:pt x="481775" y="446246"/>
                        </a:moveTo>
                        <a:cubicBezTo>
                          <a:pt x="480155" y="438341"/>
                          <a:pt x="479108" y="430244"/>
                          <a:pt x="478727" y="422148"/>
                        </a:cubicBezTo>
                        <a:cubicBezTo>
                          <a:pt x="478536" y="417481"/>
                          <a:pt x="474536" y="413766"/>
                          <a:pt x="469773" y="414052"/>
                        </a:cubicBezTo>
                        <a:cubicBezTo>
                          <a:pt x="465106" y="414242"/>
                          <a:pt x="461391" y="418243"/>
                          <a:pt x="461677" y="423005"/>
                        </a:cubicBezTo>
                        <a:cubicBezTo>
                          <a:pt x="462058" y="431959"/>
                          <a:pt x="463201" y="440912"/>
                          <a:pt x="465106" y="449770"/>
                        </a:cubicBezTo>
                        <a:cubicBezTo>
                          <a:pt x="465963" y="453771"/>
                          <a:pt x="469487" y="456533"/>
                          <a:pt x="473392" y="456533"/>
                        </a:cubicBezTo>
                        <a:cubicBezTo>
                          <a:pt x="473964" y="456533"/>
                          <a:pt x="474631" y="456438"/>
                          <a:pt x="475202" y="456343"/>
                        </a:cubicBezTo>
                        <a:cubicBezTo>
                          <a:pt x="479774" y="455390"/>
                          <a:pt x="482727" y="450818"/>
                          <a:pt x="481775" y="446246"/>
                        </a:cubicBezTo>
                        <a:close/>
                        <a:moveTo>
                          <a:pt x="718947" y="395002"/>
                        </a:moveTo>
                        <a:cubicBezTo>
                          <a:pt x="718471" y="390239"/>
                          <a:pt x="714375" y="386906"/>
                          <a:pt x="709613" y="387287"/>
                        </a:cubicBezTo>
                        <a:cubicBezTo>
                          <a:pt x="704945" y="387763"/>
                          <a:pt x="701516" y="391954"/>
                          <a:pt x="701993" y="396716"/>
                        </a:cubicBezTo>
                        <a:cubicBezTo>
                          <a:pt x="702469" y="401669"/>
                          <a:pt x="702755" y="406622"/>
                          <a:pt x="702755" y="411575"/>
                        </a:cubicBezTo>
                        <a:cubicBezTo>
                          <a:pt x="702755" y="414718"/>
                          <a:pt x="702659" y="417767"/>
                          <a:pt x="702469" y="420910"/>
                        </a:cubicBezTo>
                        <a:cubicBezTo>
                          <a:pt x="702088" y="425577"/>
                          <a:pt x="705707" y="429673"/>
                          <a:pt x="710470" y="429959"/>
                        </a:cubicBezTo>
                        <a:lnTo>
                          <a:pt x="710946" y="429959"/>
                        </a:lnTo>
                        <a:cubicBezTo>
                          <a:pt x="715423" y="429959"/>
                          <a:pt x="719233" y="426434"/>
                          <a:pt x="719518" y="421958"/>
                        </a:cubicBezTo>
                        <a:cubicBezTo>
                          <a:pt x="719709" y="418433"/>
                          <a:pt x="719804" y="415004"/>
                          <a:pt x="719804" y="411575"/>
                        </a:cubicBezTo>
                        <a:cubicBezTo>
                          <a:pt x="719804" y="406051"/>
                          <a:pt x="719518" y="400526"/>
                          <a:pt x="718947" y="395002"/>
                        </a:cubicBezTo>
                        <a:close/>
                        <a:moveTo>
                          <a:pt x="124492" y="353378"/>
                        </a:moveTo>
                        <a:cubicBezTo>
                          <a:pt x="120682" y="350520"/>
                          <a:pt x="115348" y="351282"/>
                          <a:pt x="112586" y="355092"/>
                        </a:cubicBezTo>
                        <a:cubicBezTo>
                          <a:pt x="107442" y="361950"/>
                          <a:pt x="102394" y="369189"/>
                          <a:pt x="97536" y="376428"/>
                        </a:cubicBezTo>
                        <a:cubicBezTo>
                          <a:pt x="94869" y="380333"/>
                          <a:pt x="96012" y="385572"/>
                          <a:pt x="99917" y="388239"/>
                        </a:cubicBezTo>
                        <a:cubicBezTo>
                          <a:pt x="101346" y="389192"/>
                          <a:pt x="102965" y="389668"/>
                          <a:pt x="104585" y="389668"/>
                        </a:cubicBezTo>
                        <a:cubicBezTo>
                          <a:pt x="107347" y="389668"/>
                          <a:pt x="110109" y="388334"/>
                          <a:pt x="111728" y="385858"/>
                        </a:cubicBezTo>
                        <a:cubicBezTo>
                          <a:pt x="116396" y="378905"/>
                          <a:pt x="121253" y="371951"/>
                          <a:pt x="126206" y="365284"/>
                        </a:cubicBezTo>
                        <a:cubicBezTo>
                          <a:pt x="129064" y="361474"/>
                          <a:pt x="128302" y="356140"/>
                          <a:pt x="124492" y="353378"/>
                        </a:cubicBezTo>
                        <a:close/>
                        <a:moveTo>
                          <a:pt x="487204" y="339662"/>
                        </a:moveTo>
                        <a:cubicBezTo>
                          <a:pt x="482822" y="337947"/>
                          <a:pt x="477869" y="340043"/>
                          <a:pt x="476060" y="344424"/>
                        </a:cubicBezTo>
                        <a:cubicBezTo>
                          <a:pt x="472726" y="352806"/>
                          <a:pt x="469868" y="361283"/>
                          <a:pt x="467678" y="369665"/>
                        </a:cubicBezTo>
                        <a:cubicBezTo>
                          <a:pt x="466439" y="374237"/>
                          <a:pt x="469202" y="378905"/>
                          <a:pt x="473773" y="380143"/>
                        </a:cubicBezTo>
                        <a:cubicBezTo>
                          <a:pt x="474440" y="380333"/>
                          <a:pt x="475202" y="380429"/>
                          <a:pt x="475964" y="380429"/>
                        </a:cubicBezTo>
                        <a:cubicBezTo>
                          <a:pt x="479679" y="380429"/>
                          <a:pt x="483203" y="377857"/>
                          <a:pt x="484156" y="374047"/>
                        </a:cubicBezTo>
                        <a:cubicBezTo>
                          <a:pt x="486251" y="366332"/>
                          <a:pt x="488823" y="358521"/>
                          <a:pt x="491966" y="350806"/>
                        </a:cubicBezTo>
                        <a:cubicBezTo>
                          <a:pt x="493681" y="346424"/>
                          <a:pt x="491585" y="341376"/>
                          <a:pt x="487204" y="339662"/>
                        </a:cubicBezTo>
                        <a:close/>
                        <a:moveTo>
                          <a:pt x="705612" y="343091"/>
                        </a:moveTo>
                        <a:cubicBezTo>
                          <a:pt x="702183" y="335090"/>
                          <a:pt x="698183" y="326993"/>
                          <a:pt x="693706" y="319183"/>
                        </a:cubicBezTo>
                        <a:cubicBezTo>
                          <a:pt x="691325" y="315087"/>
                          <a:pt x="686086" y="313754"/>
                          <a:pt x="682085" y="316040"/>
                        </a:cubicBezTo>
                        <a:cubicBezTo>
                          <a:pt x="677990" y="318421"/>
                          <a:pt x="676561" y="323660"/>
                          <a:pt x="678942" y="327755"/>
                        </a:cubicBezTo>
                        <a:cubicBezTo>
                          <a:pt x="683038" y="334899"/>
                          <a:pt x="686753" y="342329"/>
                          <a:pt x="689801" y="349663"/>
                        </a:cubicBezTo>
                        <a:cubicBezTo>
                          <a:pt x="691229" y="352997"/>
                          <a:pt x="694372" y="354997"/>
                          <a:pt x="697706" y="354997"/>
                        </a:cubicBezTo>
                        <a:cubicBezTo>
                          <a:pt x="698849" y="354997"/>
                          <a:pt x="699897" y="354711"/>
                          <a:pt x="701040" y="354330"/>
                        </a:cubicBezTo>
                        <a:cubicBezTo>
                          <a:pt x="705326" y="352520"/>
                          <a:pt x="707422" y="347472"/>
                          <a:pt x="705612" y="343091"/>
                        </a:cubicBezTo>
                        <a:close/>
                        <a:moveTo>
                          <a:pt x="176403" y="296799"/>
                        </a:moveTo>
                        <a:cubicBezTo>
                          <a:pt x="173165" y="293370"/>
                          <a:pt x="167735" y="293275"/>
                          <a:pt x="164306" y="296513"/>
                        </a:cubicBezTo>
                        <a:cubicBezTo>
                          <a:pt x="158115" y="302419"/>
                          <a:pt x="151924" y="308705"/>
                          <a:pt x="146018" y="315087"/>
                        </a:cubicBezTo>
                        <a:cubicBezTo>
                          <a:pt x="142780" y="318516"/>
                          <a:pt x="142970" y="323850"/>
                          <a:pt x="146399" y="327089"/>
                        </a:cubicBezTo>
                        <a:cubicBezTo>
                          <a:pt x="148019" y="328613"/>
                          <a:pt x="150114" y="329374"/>
                          <a:pt x="152210" y="329374"/>
                        </a:cubicBezTo>
                        <a:cubicBezTo>
                          <a:pt x="154496" y="329374"/>
                          <a:pt x="156781" y="328517"/>
                          <a:pt x="158401" y="326708"/>
                        </a:cubicBezTo>
                        <a:cubicBezTo>
                          <a:pt x="164211" y="320612"/>
                          <a:pt x="170117" y="314611"/>
                          <a:pt x="176117" y="308896"/>
                        </a:cubicBezTo>
                        <a:cubicBezTo>
                          <a:pt x="179546" y="305657"/>
                          <a:pt x="179642" y="300228"/>
                          <a:pt x="176403" y="296799"/>
                        </a:cubicBezTo>
                        <a:close/>
                        <a:moveTo>
                          <a:pt x="527590" y="274511"/>
                        </a:moveTo>
                        <a:cubicBezTo>
                          <a:pt x="523875" y="271653"/>
                          <a:pt x="518446" y="272415"/>
                          <a:pt x="515588" y="276130"/>
                        </a:cubicBezTo>
                        <a:cubicBezTo>
                          <a:pt x="510254" y="283274"/>
                          <a:pt x="505111" y="290513"/>
                          <a:pt x="500539" y="297656"/>
                        </a:cubicBezTo>
                        <a:cubicBezTo>
                          <a:pt x="497967" y="301562"/>
                          <a:pt x="499110" y="306895"/>
                          <a:pt x="503111" y="309467"/>
                        </a:cubicBezTo>
                        <a:cubicBezTo>
                          <a:pt x="504539" y="310420"/>
                          <a:pt x="506159" y="310801"/>
                          <a:pt x="507683" y="310801"/>
                        </a:cubicBezTo>
                        <a:cubicBezTo>
                          <a:pt x="510540" y="310801"/>
                          <a:pt x="513302" y="309467"/>
                          <a:pt x="514921" y="306895"/>
                        </a:cubicBezTo>
                        <a:cubicBezTo>
                          <a:pt x="519208" y="300133"/>
                          <a:pt x="524066" y="293275"/>
                          <a:pt x="529209" y="286417"/>
                        </a:cubicBezTo>
                        <a:cubicBezTo>
                          <a:pt x="532067" y="282702"/>
                          <a:pt x="531305" y="277368"/>
                          <a:pt x="527590" y="274511"/>
                        </a:cubicBezTo>
                        <a:close/>
                        <a:moveTo>
                          <a:pt x="662083" y="276606"/>
                        </a:moveTo>
                        <a:cubicBezTo>
                          <a:pt x="656177" y="270129"/>
                          <a:pt x="649796" y="263938"/>
                          <a:pt x="643223" y="258128"/>
                        </a:cubicBezTo>
                        <a:cubicBezTo>
                          <a:pt x="639604" y="254984"/>
                          <a:pt x="634270" y="255270"/>
                          <a:pt x="631126" y="258890"/>
                        </a:cubicBezTo>
                        <a:cubicBezTo>
                          <a:pt x="627983" y="262414"/>
                          <a:pt x="628364" y="267748"/>
                          <a:pt x="631888" y="270891"/>
                        </a:cubicBezTo>
                        <a:cubicBezTo>
                          <a:pt x="638080" y="276416"/>
                          <a:pt x="644080" y="282226"/>
                          <a:pt x="649605" y="288226"/>
                        </a:cubicBezTo>
                        <a:cubicBezTo>
                          <a:pt x="651320" y="290036"/>
                          <a:pt x="653605" y="290893"/>
                          <a:pt x="655892" y="290893"/>
                        </a:cubicBezTo>
                        <a:cubicBezTo>
                          <a:pt x="657892" y="290893"/>
                          <a:pt x="659987" y="290132"/>
                          <a:pt x="661702" y="288608"/>
                        </a:cubicBezTo>
                        <a:cubicBezTo>
                          <a:pt x="665131" y="285464"/>
                          <a:pt x="665321" y="280035"/>
                          <a:pt x="662083" y="276606"/>
                        </a:cubicBezTo>
                        <a:close/>
                        <a:moveTo>
                          <a:pt x="237649" y="250508"/>
                        </a:moveTo>
                        <a:cubicBezTo>
                          <a:pt x="235172" y="246602"/>
                          <a:pt x="229838" y="245364"/>
                          <a:pt x="225838" y="247936"/>
                        </a:cubicBezTo>
                        <a:cubicBezTo>
                          <a:pt x="218504" y="252698"/>
                          <a:pt x="211265" y="257651"/>
                          <a:pt x="204311" y="262795"/>
                        </a:cubicBezTo>
                        <a:cubicBezTo>
                          <a:pt x="200501" y="265652"/>
                          <a:pt x="199739" y="270986"/>
                          <a:pt x="202502" y="274796"/>
                        </a:cubicBezTo>
                        <a:cubicBezTo>
                          <a:pt x="204216" y="276987"/>
                          <a:pt x="206788" y="278225"/>
                          <a:pt x="209360" y="278225"/>
                        </a:cubicBezTo>
                        <a:cubicBezTo>
                          <a:pt x="211169" y="278225"/>
                          <a:pt x="212979" y="277654"/>
                          <a:pt x="214503" y="276511"/>
                        </a:cubicBezTo>
                        <a:cubicBezTo>
                          <a:pt x="221075" y="271653"/>
                          <a:pt x="228029" y="266891"/>
                          <a:pt x="235077" y="262318"/>
                        </a:cubicBezTo>
                        <a:cubicBezTo>
                          <a:pt x="239077" y="259842"/>
                          <a:pt x="240221" y="254508"/>
                          <a:pt x="237649" y="250508"/>
                        </a:cubicBezTo>
                        <a:close/>
                        <a:moveTo>
                          <a:pt x="576834" y="215074"/>
                        </a:moveTo>
                        <a:cubicBezTo>
                          <a:pt x="572548" y="213074"/>
                          <a:pt x="567500" y="214979"/>
                          <a:pt x="565499" y="219266"/>
                        </a:cubicBezTo>
                        <a:cubicBezTo>
                          <a:pt x="565404" y="219551"/>
                          <a:pt x="565214" y="219932"/>
                          <a:pt x="565118" y="220218"/>
                        </a:cubicBezTo>
                        <a:cubicBezTo>
                          <a:pt x="562070" y="223361"/>
                          <a:pt x="558927" y="226409"/>
                          <a:pt x="555879" y="229553"/>
                        </a:cubicBezTo>
                        <a:cubicBezTo>
                          <a:pt x="553688" y="231839"/>
                          <a:pt x="551498" y="234124"/>
                          <a:pt x="549402" y="236411"/>
                        </a:cubicBezTo>
                        <a:cubicBezTo>
                          <a:pt x="546164" y="239840"/>
                          <a:pt x="546354" y="245269"/>
                          <a:pt x="549783" y="248507"/>
                        </a:cubicBezTo>
                        <a:cubicBezTo>
                          <a:pt x="551402" y="250031"/>
                          <a:pt x="553498" y="250793"/>
                          <a:pt x="555593" y="250793"/>
                        </a:cubicBezTo>
                        <a:cubicBezTo>
                          <a:pt x="557879" y="250793"/>
                          <a:pt x="560165" y="249936"/>
                          <a:pt x="561880" y="248126"/>
                        </a:cubicBezTo>
                        <a:cubicBezTo>
                          <a:pt x="563975" y="245840"/>
                          <a:pt x="566071" y="243649"/>
                          <a:pt x="568166" y="241459"/>
                        </a:cubicBezTo>
                        <a:cubicBezTo>
                          <a:pt x="570738" y="238792"/>
                          <a:pt x="573310" y="236220"/>
                          <a:pt x="575977" y="233553"/>
                        </a:cubicBezTo>
                        <a:cubicBezTo>
                          <a:pt x="581120" y="236125"/>
                          <a:pt x="586359" y="238982"/>
                          <a:pt x="591693" y="242030"/>
                        </a:cubicBezTo>
                        <a:lnTo>
                          <a:pt x="595979" y="234601"/>
                        </a:lnTo>
                        <a:lnTo>
                          <a:pt x="599789" y="226886"/>
                        </a:lnTo>
                        <a:cubicBezTo>
                          <a:pt x="592360" y="222695"/>
                          <a:pt x="584645" y="218694"/>
                          <a:pt x="576834" y="215074"/>
                        </a:cubicBezTo>
                        <a:close/>
                        <a:moveTo>
                          <a:pt x="306896" y="217361"/>
                        </a:moveTo>
                        <a:cubicBezTo>
                          <a:pt x="305181" y="212979"/>
                          <a:pt x="300228" y="210788"/>
                          <a:pt x="295846" y="212503"/>
                        </a:cubicBezTo>
                        <a:cubicBezTo>
                          <a:pt x="287655" y="215646"/>
                          <a:pt x="279559" y="219075"/>
                          <a:pt x="271748" y="222790"/>
                        </a:cubicBezTo>
                        <a:cubicBezTo>
                          <a:pt x="267462" y="224790"/>
                          <a:pt x="265652" y="229838"/>
                          <a:pt x="267653" y="234124"/>
                        </a:cubicBezTo>
                        <a:cubicBezTo>
                          <a:pt x="269081" y="237268"/>
                          <a:pt x="272129" y="239078"/>
                          <a:pt x="275368" y="239078"/>
                        </a:cubicBezTo>
                        <a:cubicBezTo>
                          <a:pt x="276606" y="239078"/>
                          <a:pt x="277844" y="238792"/>
                          <a:pt x="278987" y="238220"/>
                        </a:cubicBezTo>
                        <a:cubicBezTo>
                          <a:pt x="286512" y="234696"/>
                          <a:pt x="294227" y="231458"/>
                          <a:pt x="302038" y="228410"/>
                        </a:cubicBezTo>
                        <a:cubicBezTo>
                          <a:pt x="306419" y="226695"/>
                          <a:pt x="308610" y="221742"/>
                          <a:pt x="306896" y="217361"/>
                        </a:cubicBezTo>
                        <a:close/>
                        <a:moveTo>
                          <a:pt x="527399" y="197072"/>
                        </a:moveTo>
                        <a:cubicBezTo>
                          <a:pt x="519017" y="194786"/>
                          <a:pt x="510445" y="192786"/>
                          <a:pt x="501777" y="191167"/>
                        </a:cubicBezTo>
                        <a:cubicBezTo>
                          <a:pt x="497110" y="190310"/>
                          <a:pt x="492633" y="193358"/>
                          <a:pt x="491776" y="198025"/>
                        </a:cubicBezTo>
                        <a:cubicBezTo>
                          <a:pt x="490919" y="202692"/>
                          <a:pt x="493967" y="207169"/>
                          <a:pt x="498634" y="208026"/>
                        </a:cubicBezTo>
                        <a:cubicBezTo>
                          <a:pt x="506825" y="209550"/>
                          <a:pt x="515017" y="211360"/>
                          <a:pt x="522923" y="213551"/>
                        </a:cubicBezTo>
                        <a:cubicBezTo>
                          <a:pt x="523685" y="213741"/>
                          <a:pt x="524447" y="213836"/>
                          <a:pt x="525209" y="213836"/>
                        </a:cubicBezTo>
                        <a:cubicBezTo>
                          <a:pt x="528923" y="213836"/>
                          <a:pt x="532352" y="211360"/>
                          <a:pt x="533400" y="207550"/>
                        </a:cubicBezTo>
                        <a:cubicBezTo>
                          <a:pt x="534638" y="202978"/>
                          <a:pt x="531971" y="198311"/>
                          <a:pt x="527399" y="197072"/>
                        </a:cubicBezTo>
                        <a:close/>
                        <a:moveTo>
                          <a:pt x="371285" y="191262"/>
                        </a:moveTo>
                        <a:cubicBezTo>
                          <a:pt x="362807" y="192786"/>
                          <a:pt x="354140" y="194596"/>
                          <a:pt x="345662" y="196691"/>
                        </a:cubicBezTo>
                        <a:cubicBezTo>
                          <a:pt x="341090" y="197834"/>
                          <a:pt x="338328" y="202406"/>
                          <a:pt x="339471" y="206978"/>
                        </a:cubicBezTo>
                        <a:cubicBezTo>
                          <a:pt x="340423" y="210884"/>
                          <a:pt x="343853" y="213551"/>
                          <a:pt x="347758" y="213551"/>
                        </a:cubicBezTo>
                        <a:cubicBezTo>
                          <a:pt x="348425" y="213551"/>
                          <a:pt x="349091" y="213455"/>
                          <a:pt x="349758" y="213265"/>
                        </a:cubicBezTo>
                        <a:cubicBezTo>
                          <a:pt x="357854" y="211265"/>
                          <a:pt x="366141" y="209550"/>
                          <a:pt x="374237" y="208026"/>
                        </a:cubicBezTo>
                        <a:cubicBezTo>
                          <a:pt x="378905" y="207264"/>
                          <a:pt x="382048" y="202787"/>
                          <a:pt x="381191" y="198215"/>
                        </a:cubicBezTo>
                        <a:cubicBezTo>
                          <a:pt x="380333" y="193548"/>
                          <a:pt x="375952" y="190405"/>
                          <a:pt x="371285" y="191262"/>
                        </a:cubicBezTo>
                        <a:close/>
                        <a:moveTo>
                          <a:pt x="449580" y="185547"/>
                        </a:moveTo>
                        <a:cubicBezTo>
                          <a:pt x="440817" y="185261"/>
                          <a:pt x="432149" y="185261"/>
                          <a:pt x="423386" y="185642"/>
                        </a:cubicBezTo>
                        <a:cubicBezTo>
                          <a:pt x="418624" y="185833"/>
                          <a:pt x="415004" y="189738"/>
                          <a:pt x="415195" y="194501"/>
                        </a:cubicBezTo>
                        <a:cubicBezTo>
                          <a:pt x="415385" y="199072"/>
                          <a:pt x="419100" y="202692"/>
                          <a:pt x="423672" y="202692"/>
                        </a:cubicBezTo>
                        <a:lnTo>
                          <a:pt x="424053" y="202692"/>
                        </a:lnTo>
                        <a:cubicBezTo>
                          <a:pt x="432340" y="202406"/>
                          <a:pt x="440722" y="202406"/>
                          <a:pt x="449009" y="202692"/>
                        </a:cubicBezTo>
                        <a:cubicBezTo>
                          <a:pt x="453676" y="203073"/>
                          <a:pt x="457676" y="199168"/>
                          <a:pt x="457867" y="194501"/>
                        </a:cubicBezTo>
                        <a:cubicBezTo>
                          <a:pt x="457867" y="189738"/>
                          <a:pt x="454342" y="185833"/>
                          <a:pt x="449580" y="185642"/>
                        </a:cubicBezTo>
                        <a:close/>
                        <a:moveTo>
                          <a:pt x="637889" y="167830"/>
                        </a:moveTo>
                        <a:cubicBezTo>
                          <a:pt x="634937" y="164116"/>
                          <a:pt x="629603" y="163544"/>
                          <a:pt x="625888" y="166402"/>
                        </a:cubicBezTo>
                        <a:cubicBezTo>
                          <a:pt x="619125" y="171736"/>
                          <a:pt x="612362" y="177260"/>
                          <a:pt x="605790" y="182880"/>
                        </a:cubicBezTo>
                        <a:cubicBezTo>
                          <a:pt x="602171" y="185928"/>
                          <a:pt x="601790" y="191262"/>
                          <a:pt x="604838" y="194882"/>
                        </a:cubicBezTo>
                        <a:cubicBezTo>
                          <a:pt x="606457" y="196882"/>
                          <a:pt x="608933" y="197930"/>
                          <a:pt x="611315" y="197930"/>
                        </a:cubicBezTo>
                        <a:cubicBezTo>
                          <a:pt x="613315" y="197930"/>
                          <a:pt x="615220" y="197263"/>
                          <a:pt x="616839" y="195834"/>
                        </a:cubicBezTo>
                        <a:cubicBezTo>
                          <a:pt x="623316" y="190405"/>
                          <a:pt x="629793" y="185071"/>
                          <a:pt x="636461" y="179832"/>
                        </a:cubicBezTo>
                        <a:cubicBezTo>
                          <a:pt x="640175" y="176879"/>
                          <a:pt x="640747" y="171545"/>
                          <a:pt x="637889" y="167830"/>
                        </a:cubicBezTo>
                        <a:close/>
                        <a:moveTo>
                          <a:pt x="701230" y="124397"/>
                        </a:moveTo>
                        <a:cubicBezTo>
                          <a:pt x="698659" y="120396"/>
                          <a:pt x="693420" y="119158"/>
                          <a:pt x="689420" y="121634"/>
                        </a:cubicBezTo>
                        <a:cubicBezTo>
                          <a:pt x="682085" y="126302"/>
                          <a:pt x="674846" y="130969"/>
                          <a:pt x="667703" y="135827"/>
                        </a:cubicBezTo>
                        <a:cubicBezTo>
                          <a:pt x="663797" y="138494"/>
                          <a:pt x="662750" y="143828"/>
                          <a:pt x="665417" y="147733"/>
                        </a:cubicBezTo>
                        <a:cubicBezTo>
                          <a:pt x="667131" y="150114"/>
                          <a:pt x="669798" y="151448"/>
                          <a:pt x="672560" y="151448"/>
                        </a:cubicBezTo>
                        <a:cubicBezTo>
                          <a:pt x="674180" y="151448"/>
                          <a:pt x="675799" y="150971"/>
                          <a:pt x="677323" y="149924"/>
                        </a:cubicBezTo>
                        <a:cubicBezTo>
                          <a:pt x="684276" y="145256"/>
                          <a:pt x="691325" y="140589"/>
                          <a:pt x="698468" y="136112"/>
                        </a:cubicBezTo>
                        <a:cubicBezTo>
                          <a:pt x="702469" y="133636"/>
                          <a:pt x="703707" y="128302"/>
                          <a:pt x="701230" y="124397"/>
                        </a:cubicBezTo>
                        <a:close/>
                        <a:moveTo>
                          <a:pt x="1560386" y="133160"/>
                        </a:moveTo>
                        <a:cubicBezTo>
                          <a:pt x="1556576" y="130397"/>
                          <a:pt x="1552670" y="127826"/>
                          <a:pt x="1548765" y="125158"/>
                        </a:cubicBezTo>
                        <a:cubicBezTo>
                          <a:pt x="1544860" y="122587"/>
                          <a:pt x="1539526" y="123634"/>
                          <a:pt x="1536954" y="127540"/>
                        </a:cubicBezTo>
                        <a:cubicBezTo>
                          <a:pt x="1534287" y="131445"/>
                          <a:pt x="1535335" y="136779"/>
                          <a:pt x="1539240" y="139351"/>
                        </a:cubicBezTo>
                        <a:cubicBezTo>
                          <a:pt x="1543050" y="141923"/>
                          <a:pt x="1546860" y="144494"/>
                          <a:pt x="1550670" y="147161"/>
                        </a:cubicBezTo>
                        <a:cubicBezTo>
                          <a:pt x="1552099" y="148209"/>
                          <a:pt x="1553813" y="148685"/>
                          <a:pt x="1555528" y="148685"/>
                        </a:cubicBezTo>
                        <a:cubicBezTo>
                          <a:pt x="1558195" y="148685"/>
                          <a:pt x="1560862" y="147447"/>
                          <a:pt x="1562481" y="145066"/>
                        </a:cubicBezTo>
                        <a:cubicBezTo>
                          <a:pt x="1565243" y="141161"/>
                          <a:pt x="1564291" y="135827"/>
                          <a:pt x="1560386" y="133160"/>
                        </a:cubicBezTo>
                        <a:close/>
                        <a:moveTo>
                          <a:pt x="1504664" y="97917"/>
                        </a:moveTo>
                        <a:cubicBezTo>
                          <a:pt x="1497140" y="93726"/>
                          <a:pt x="1489520" y="89535"/>
                          <a:pt x="1481900" y="85534"/>
                        </a:cubicBezTo>
                        <a:cubicBezTo>
                          <a:pt x="1477709" y="83439"/>
                          <a:pt x="1472565" y="85058"/>
                          <a:pt x="1470374" y="89249"/>
                        </a:cubicBezTo>
                        <a:cubicBezTo>
                          <a:pt x="1468184" y="93440"/>
                          <a:pt x="1469803" y="98584"/>
                          <a:pt x="1473994" y="100679"/>
                        </a:cubicBezTo>
                        <a:cubicBezTo>
                          <a:pt x="1481518" y="104584"/>
                          <a:pt x="1488853" y="108680"/>
                          <a:pt x="1496187" y="112776"/>
                        </a:cubicBezTo>
                        <a:cubicBezTo>
                          <a:pt x="1497521" y="113538"/>
                          <a:pt x="1499045" y="113919"/>
                          <a:pt x="1500473" y="113919"/>
                        </a:cubicBezTo>
                        <a:cubicBezTo>
                          <a:pt x="1503426" y="113919"/>
                          <a:pt x="1506284" y="112395"/>
                          <a:pt x="1507903" y="109633"/>
                        </a:cubicBezTo>
                        <a:cubicBezTo>
                          <a:pt x="1510189" y="105537"/>
                          <a:pt x="1508760" y="100298"/>
                          <a:pt x="1504664" y="97917"/>
                        </a:cubicBezTo>
                        <a:close/>
                        <a:moveTo>
                          <a:pt x="768668" y="87630"/>
                        </a:moveTo>
                        <a:cubicBezTo>
                          <a:pt x="766572" y="83439"/>
                          <a:pt x="761429" y="81725"/>
                          <a:pt x="757238" y="83820"/>
                        </a:cubicBezTo>
                        <a:cubicBezTo>
                          <a:pt x="749522" y="87630"/>
                          <a:pt x="741807" y="91535"/>
                          <a:pt x="734187" y="95631"/>
                        </a:cubicBezTo>
                        <a:cubicBezTo>
                          <a:pt x="730091" y="97822"/>
                          <a:pt x="728472" y="103061"/>
                          <a:pt x="730758" y="107156"/>
                        </a:cubicBezTo>
                        <a:cubicBezTo>
                          <a:pt x="732282" y="110109"/>
                          <a:pt x="735235" y="111728"/>
                          <a:pt x="738283" y="111728"/>
                        </a:cubicBezTo>
                        <a:cubicBezTo>
                          <a:pt x="739616" y="111728"/>
                          <a:pt x="741045" y="111347"/>
                          <a:pt x="742283" y="110680"/>
                        </a:cubicBezTo>
                        <a:cubicBezTo>
                          <a:pt x="749713" y="106680"/>
                          <a:pt x="757238" y="102870"/>
                          <a:pt x="764762" y="99060"/>
                        </a:cubicBezTo>
                        <a:cubicBezTo>
                          <a:pt x="769049" y="96965"/>
                          <a:pt x="770763" y="91916"/>
                          <a:pt x="768668" y="87630"/>
                        </a:cubicBezTo>
                        <a:close/>
                        <a:moveTo>
                          <a:pt x="1435037" y="63341"/>
                        </a:moveTo>
                        <a:cubicBezTo>
                          <a:pt x="1427131" y="59912"/>
                          <a:pt x="1419130" y="56579"/>
                          <a:pt x="1411034" y="53435"/>
                        </a:cubicBezTo>
                        <a:cubicBezTo>
                          <a:pt x="1406747" y="51721"/>
                          <a:pt x="1401699" y="53912"/>
                          <a:pt x="1399985" y="58293"/>
                        </a:cubicBezTo>
                        <a:cubicBezTo>
                          <a:pt x="1398270" y="62675"/>
                          <a:pt x="1400461" y="67628"/>
                          <a:pt x="1404842" y="69342"/>
                        </a:cubicBezTo>
                        <a:cubicBezTo>
                          <a:pt x="1412748" y="72485"/>
                          <a:pt x="1420559" y="75629"/>
                          <a:pt x="1428274" y="79057"/>
                        </a:cubicBezTo>
                        <a:cubicBezTo>
                          <a:pt x="1429417" y="79534"/>
                          <a:pt x="1430560" y="79724"/>
                          <a:pt x="1431703" y="79724"/>
                        </a:cubicBezTo>
                        <a:cubicBezTo>
                          <a:pt x="1434941" y="79724"/>
                          <a:pt x="1438085" y="77819"/>
                          <a:pt x="1439513" y="74581"/>
                        </a:cubicBezTo>
                        <a:cubicBezTo>
                          <a:pt x="1441418" y="70199"/>
                          <a:pt x="1439418" y="65246"/>
                          <a:pt x="1435037" y="63341"/>
                        </a:cubicBezTo>
                        <a:close/>
                        <a:moveTo>
                          <a:pt x="839534" y="57912"/>
                        </a:moveTo>
                        <a:cubicBezTo>
                          <a:pt x="837819" y="53530"/>
                          <a:pt x="832961" y="51245"/>
                          <a:pt x="828484" y="52959"/>
                        </a:cubicBezTo>
                        <a:cubicBezTo>
                          <a:pt x="820388" y="55912"/>
                          <a:pt x="812387" y="59150"/>
                          <a:pt x="804386" y="62389"/>
                        </a:cubicBezTo>
                        <a:cubicBezTo>
                          <a:pt x="800100" y="64199"/>
                          <a:pt x="798005" y="69247"/>
                          <a:pt x="799814" y="73533"/>
                        </a:cubicBezTo>
                        <a:cubicBezTo>
                          <a:pt x="801148" y="76867"/>
                          <a:pt x="804291" y="78867"/>
                          <a:pt x="807720" y="78867"/>
                        </a:cubicBezTo>
                        <a:cubicBezTo>
                          <a:pt x="808768" y="78867"/>
                          <a:pt x="809911" y="78677"/>
                          <a:pt x="810959" y="78200"/>
                        </a:cubicBezTo>
                        <a:cubicBezTo>
                          <a:pt x="818769" y="74962"/>
                          <a:pt x="826580" y="71914"/>
                          <a:pt x="834485" y="68866"/>
                        </a:cubicBezTo>
                        <a:cubicBezTo>
                          <a:pt x="838962" y="67247"/>
                          <a:pt x="841153" y="62294"/>
                          <a:pt x="839534" y="57912"/>
                        </a:cubicBezTo>
                        <a:close/>
                        <a:moveTo>
                          <a:pt x="1362170" y="36290"/>
                        </a:moveTo>
                        <a:cubicBezTo>
                          <a:pt x="1353979" y="33719"/>
                          <a:pt x="1345692" y="31242"/>
                          <a:pt x="1337310" y="28956"/>
                        </a:cubicBezTo>
                        <a:cubicBezTo>
                          <a:pt x="1332833" y="27718"/>
                          <a:pt x="1328071" y="30385"/>
                          <a:pt x="1326833" y="34957"/>
                        </a:cubicBezTo>
                        <a:cubicBezTo>
                          <a:pt x="1325594" y="39433"/>
                          <a:pt x="1328261" y="44196"/>
                          <a:pt x="1332833" y="45434"/>
                        </a:cubicBezTo>
                        <a:cubicBezTo>
                          <a:pt x="1340930" y="47720"/>
                          <a:pt x="1349026" y="50102"/>
                          <a:pt x="1357122" y="52578"/>
                        </a:cubicBezTo>
                        <a:cubicBezTo>
                          <a:pt x="1357979" y="52864"/>
                          <a:pt x="1358837" y="52959"/>
                          <a:pt x="1359599" y="52959"/>
                        </a:cubicBezTo>
                        <a:cubicBezTo>
                          <a:pt x="1363313" y="52959"/>
                          <a:pt x="1366647" y="50673"/>
                          <a:pt x="1367790" y="46958"/>
                        </a:cubicBezTo>
                        <a:cubicBezTo>
                          <a:pt x="1369219" y="42481"/>
                          <a:pt x="1366742" y="37719"/>
                          <a:pt x="1362170" y="36290"/>
                        </a:cubicBezTo>
                        <a:close/>
                        <a:moveTo>
                          <a:pt x="912876" y="35052"/>
                        </a:moveTo>
                        <a:cubicBezTo>
                          <a:pt x="911638" y="30575"/>
                          <a:pt x="906971" y="27813"/>
                          <a:pt x="902399" y="29051"/>
                        </a:cubicBezTo>
                        <a:cubicBezTo>
                          <a:pt x="894112" y="31337"/>
                          <a:pt x="885730" y="33719"/>
                          <a:pt x="877538" y="36195"/>
                        </a:cubicBezTo>
                        <a:cubicBezTo>
                          <a:pt x="872966" y="37624"/>
                          <a:pt x="870490" y="42386"/>
                          <a:pt x="871823" y="46863"/>
                        </a:cubicBezTo>
                        <a:cubicBezTo>
                          <a:pt x="872966" y="50578"/>
                          <a:pt x="876395" y="52959"/>
                          <a:pt x="880015" y="52959"/>
                        </a:cubicBezTo>
                        <a:cubicBezTo>
                          <a:pt x="880872" y="52959"/>
                          <a:pt x="881634" y="52864"/>
                          <a:pt x="882491" y="52578"/>
                        </a:cubicBezTo>
                        <a:cubicBezTo>
                          <a:pt x="890588" y="50102"/>
                          <a:pt x="898684" y="47720"/>
                          <a:pt x="906875" y="45530"/>
                        </a:cubicBezTo>
                        <a:cubicBezTo>
                          <a:pt x="911447" y="44291"/>
                          <a:pt x="914114" y="39624"/>
                          <a:pt x="912876" y="35052"/>
                        </a:cubicBezTo>
                        <a:close/>
                        <a:moveTo>
                          <a:pt x="978218" y="12287"/>
                        </a:moveTo>
                        <a:cubicBezTo>
                          <a:pt x="969645" y="13811"/>
                          <a:pt x="961168" y="15335"/>
                          <a:pt x="952786" y="17145"/>
                        </a:cubicBezTo>
                        <a:cubicBezTo>
                          <a:pt x="948118" y="18098"/>
                          <a:pt x="945166" y="22574"/>
                          <a:pt x="946118" y="27146"/>
                        </a:cubicBezTo>
                        <a:cubicBezTo>
                          <a:pt x="946976" y="31242"/>
                          <a:pt x="950500" y="34004"/>
                          <a:pt x="954500" y="34004"/>
                        </a:cubicBezTo>
                        <a:cubicBezTo>
                          <a:pt x="955072" y="34004"/>
                          <a:pt x="955643" y="33909"/>
                          <a:pt x="956215" y="33814"/>
                        </a:cubicBezTo>
                        <a:cubicBezTo>
                          <a:pt x="964501" y="32099"/>
                          <a:pt x="972788" y="30575"/>
                          <a:pt x="981075" y="29147"/>
                        </a:cubicBezTo>
                        <a:cubicBezTo>
                          <a:pt x="985742" y="28289"/>
                          <a:pt x="988886" y="23908"/>
                          <a:pt x="988028" y="19241"/>
                        </a:cubicBezTo>
                        <a:cubicBezTo>
                          <a:pt x="987266" y="14573"/>
                          <a:pt x="982790" y="11430"/>
                          <a:pt x="978218" y="12287"/>
                        </a:cubicBezTo>
                        <a:close/>
                        <a:moveTo>
                          <a:pt x="1287018" y="16764"/>
                        </a:moveTo>
                        <a:cubicBezTo>
                          <a:pt x="1278541" y="15050"/>
                          <a:pt x="1270064" y="13430"/>
                          <a:pt x="1261586" y="12002"/>
                        </a:cubicBezTo>
                        <a:cubicBezTo>
                          <a:pt x="1256919" y="11144"/>
                          <a:pt x="1252538" y="14288"/>
                          <a:pt x="1251680" y="18955"/>
                        </a:cubicBezTo>
                        <a:cubicBezTo>
                          <a:pt x="1250918" y="23527"/>
                          <a:pt x="1253966" y="28004"/>
                          <a:pt x="1258634" y="28766"/>
                        </a:cubicBezTo>
                        <a:cubicBezTo>
                          <a:pt x="1267016" y="30290"/>
                          <a:pt x="1275302" y="31814"/>
                          <a:pt x="1283589" y="33528"/>
                        </a:cubicBezTo>
                        <a:cubicBezTo>
                          <a:pt x="1284161" y="33528"/>
                          <a:pt x="1284732" y="33719"/>
                          <a:pt x="1285304" y="33719"/>
                        </a:cubicBezTo>
                        <a:cubicBezTo>
                          <a:pt x="1289209" y="33719"/>
                          <a:pt x="1292828" y="30956"/>
                          <a:pt x="1293686" y="26860"/>
                        </a:cubicBezTo>
                        <a:cubicBezTo>
                          <a:pt x="1294638" y="22289"/>
                          <a:pt x="1291590" y="17717"/>
                          <a:pt x="1287018" y="16764"/>
                        </a:cubicBezTo>
                        <a:close/>
                        <a:moveTo>
                          <a:pt x="1055180" y="2667"/>
                        </a:moveTo>
                        <a:cubicBezTo>
                          <a:pt x="1046607" y="3334"/>
                          <a:pt x="1038034" y="4096"/>
                          <a:pt x="1029462" y="5048"/>
                        </a:cubicBezTo>
                        <a:cubicBezTo>
                          <a:pt x="1024795" y="5620"/>
                          <a:pt x="1021366" y="9811"/>
                          <a:pt x="1021842" y="14478"/>
                        </a:cubicBezTo>
                        <a:cubicBezTo>
                          <a:pt x="1022318" y="18859"/>
                          <a:pt x="1026033" y="22098"/>
                          <a:pt x="1030319" y="22098"/>
                        </a:cubicBezTo>
                        <a:cubicBezTo>
                          <a:pt x="1030700" y="22098"/>
                          <a:pt x="1030986" y="22098"/>
                          <a:pt x="1031272" y="22003"/>
                        </a:cubicBezTo>
                        <a:cubicBezTo>
                          <a:pt x="1039749" y="21146"/>
                          <a:pt x="1048131" y="20288"/>
                          <a:pt x="1056513" y="19622"/>
                        </a:cubicBezTo>
                        <a:cubicBezTo>
                          <a:pt x="1061276" y="19241"/>
                          <a:pt x="1064800" y="15145"/>
                          <a:pt x="1064419" y="10478"/>
                        </a:cubicBezTo>
                        <a:cubicBezTo>
                          <a:pt x="1064038" y="5715"/>
                          <a:pt x="1059847" y="2191"/>
                          <a:pt x="1055180" y="2667"/>
                        </a:cubicBezTo>
                        <a:close/>
                        <a:moveTo>
                          <a:pt x="1210247" y="4763"/>
                        </a:moveTo>
                        <a:cubicBezTo>
                          <a:pt x="1201674" y="3810"/>
                          <a:pt x="1193102" y="3048"/>
                          <a:pt x="1184529" y="2381"/>
                        </a:cubicBezTo>
                        <a:cubicBezTo>
                          <a:pt x="1179767" y="2191"/>
                          <a:pt x="1175671" y="5525"/>
                          <a:pt x="1175385" y="10287"/>
                        </a:cubicBezTo>
                        <a:cubicBezTo>
                          <a:pt x="1175004" y="14954"/>
                          <a:pt x="1178528" y="19050"/>
                          <a:pt x="1183196" y="19431"/>
                        </a:cubicBezTo>
                        <a:cubicBezTo>
                          <a:pt x="1191673" y="20098"/>
                          <a:pt x="1200055" y="20860"/>
                          <a:pt x="1208437" y="21717"/>
                        </a:cubicBezTo>
                        <a:cubicBezTo>
                          <a:pt x="1208723" y="21812"/>
                          <a:pt x="1209104" y="21812"/>
                          <a:pt x="1209389" y="21812"/>
                        </a:cubicBezTo>
                        <a:cubicBezTo>
                          <a:pt x="1213676" y="21812"/>
                          <a:pt x="1217390" y="18574"/>
                          <a:pt x="1217867" y="14192"/>
                        </a:cubicBezTo>
                        <a:cubicBezTo>
                          <a:pt x="1218343" y="9525"/>
                          <a:pt x="1215009" y="5239"/>
                          <a:pt x="1210247" y="4763"/>
                        </a:cubicBezTo>
                        <a:close/>
                        <a:moveTo>
                          <a:pt x="1132808" y="95"/>
                        </a:moveTo>
                        <a:cubicBezTo>
                          <a:pt x="1128998" y="0"/>
                          <a:pt x="1125188" y="0"/>
                          <a:pt x="1121378" y="0"/>
                        </a:cubicBezTo>
                        <a:cubicBezTo>
                          <a:pt x="1116616" y="0"/>
                          <a:pt x="1111758" y="95"/>
                          <a:pt x="1106900" y="95"/>
                        </a:cubicBezTo>
                        <a:cubicBezTo>
                          <a:pt x="1102138" y="191"/>
                          <a:pt x="1098423" y="4096"/>
                          <a:pt x="1098518" y="8858"/>
                        </a:cubicBezTo>
                        <a:cubicBezTo>
                          <a:pt x="1098614" y="13526"/>
                          <a:pt x="1102424" y="17240"/>
                          <a:pt x="1107091" y="17240"/>
                        </a:cubicBezTo>
                        <a:lnTo>
                          <a:pt x="1107186" y="17240"/>
                        </a:lnTo>
                        <a:cubicBezTo>
                          <a:pt x="1111663" y="17145"/>
                          <a:pt x="1116140" y="17050"/>
                          <a:pt x="1120712" y="17050"/>
                        </a:cubicBezTo>
                        <a:cubicBezTo>
                          <a:pt x="1124617" y="17050"/>
                          <a:pt x="1128617" y="17145"/>
                          <a:pt x="1132523" y="17145"/>
                        </a:cubicBezTo>
                        <a:cubicBezTo>
                          <a:pt x="1137095" y="16955"/>
                          <a:pt x="1141095" y="13430"/>
                          <a:pt x="1141190" y="8763"/>
                        </a:cubicBezTo>
                        <a:cubicBezTo>
                          <a:pt x="1141286" y="4001"/>
                          <a:pt x="1137476" y="191"/>
                          <a:pt x="1132808" y="95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19" name="AutoShape 119"/>
                  <p:cNvSpPr/>
                  <p:nvPr/>
                </p:nvSpPr>
                <p:spPr>
                  <a:xfrm>
                    <a:off x="3660196" y="2641926"/>
                    <a:ext cx="592262" cy="3314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2262" h="331493">
                        <a:moveTo>
                          <a:pt x="184760" y="313300"/>
                        </a:moveTo>
                        <a:cubicBezTo>
                          <a:pt x="176378" y="313872"/>
                          <a:pt x="167996" y="314253"/>
                          <a:pt x="159614" y="314443"/>
                        </a:cubicBezTo>
                        <a:cubicBezTo>
                          <a:pt x="154947" y="314539"/>
                          <a:pt x="151137" y="318348"/>
                          <a:pt x="151232" y="323111"/>
                        </a:cubicBezTo>
                        <a:cubicBezTo>
                          <a:pt x="151232" y="327778"/>
                          <a:pt x="155137" y="331493"/>
                          <a:pt x="159709" y="331493"/>
                        </a:cubicBezTo>
                        <a:lnTo>
                          <a:pt x="159900" y="331493"/>
                        </a:lnTo>
                        <a:cubicBezTo>
                          <a:pt x="168567" y="331398"/>
                          <a:pt x="177330" y="331017"/>
                          <a:pt x="185998" y="330350"/>
                        </a:cubicBezTo>
                        <a:cubicBezTo>
                          <a:pt x="190665" y="330064"/>
                          <a:pt x="194190" y="325968"/>
                          <a:pt x="193904" y="321206"/>
                        </a:cubicBezTo>
                        <a:cubicBezTo>
                          <a:pt x="193523" y="316539"/>
                          <a:pt x="189522" y="312919"/>
                          <a:pt x="184760" y="313300"/>
                        </a:cubicBezTo>
                        <a:close/>
                        <a:moveTo>
                          <a:pt x="109417" y="312443"/>
                        </a:moveTo>
                        <a:cubicBezTo>
                          <a:pt x="101035" y="311681"/>
                          <a:pt x="92653" y="310633"/>
                          <a:pt x="84462" y="309395"/>
                        </a:cubicBezTo>
                        <a:cubicBezTo>
                          <a:pt x="79794" y="308633"/>
                          <a:pt x="75413" y="311871"/>
                          <a:pt x="74746" y="316539"/>
                        </a:cubicBezTo>
                        <a:cubicBezTo>
                          <a:pt x="73984" y="321206"/>
                          <a:pt x="77223" y="325587"/>
                          <a:pt x="81890" y="326254"/>
                        </a:cubicBezTo>
                        <a:cubicBezTo>
                          <a:pt x="90367" y="327588"/>
                          <a:pt x="99130" y="328635"/>
                          <a:pt x="107798" y="329493"/>
                        </a:cubicBezTo>
                        <a:lnTo>
                          <a:pt x="108560" y="329493"/>
                        </a:lnTo>
                        <a:cubicBezTo>
                          <a:pt x="112941" y="329493"/>
                          <a:pt x="116656" y="326159"/>
                          <a:pt x="117132" y="321777"/>
                        </a:cubicBezTo>
                        <a:cubicBezTo>
                          <a:pt x="117513" y="317110"/>
                          <a:pt x="114084" y="312919"/>
                          <a:pt x="109417" y="312443"/>
                        </a:cubicBezTo>
                        <a:close/>
                        <a:moveTo>
                          <a:pt x="269532" y="307966"/>
                        </a:moveTo>
                        <a:cubicBezTo>
                          <a:pt x="268389" y="303394"/>
                          <a:pt x="263817" y="300537"/>
                          <a:pt x="259150" y="301680"/>
                        </a:cubicBezTo>
                        <a:cubicBezTo>
                          <a:pt x="251149" y="303680"/>
                          <a:pt x="242862" y="305394"/>
                          <a:pt x="234576" y="306918"/>
                        </a:cubicBezTo>
                        <a:cubicBezTo>
                          <a:pt x="230004" y="307776"/>
                          <a:pt x="226860" y="312252"/>
                          <a:pt x="227717" y="316920"/>
                        </a:cubicBezTo>
                        <a:cubicBezTo>
                          <a:pt x="228480" y="321015"/>
                          <a:pt x="232099" y="323873"/>
                          <a:pt x="236100" y="323873"/>
                        </a:cubicBezTo>
                        <a:cubicBezTo>
                          <a:pt x="236671" y="323873"/>
                          <a:pt x="237147" y="323873"/>
                          <a:pt x="237719" y="323778"/>
                        </a:cubicBezTo>
                        <a:cubicBezTo>
                          <a:pt x="246196" y="322158"/>
                          <a:pt x="254864" y="320349"/>
                          <a:pt x="263246" y="318348"/>
                        </a:cubicBezTo>
                        <a:cubicBezTo>
                          <a:pt x="267818" y="317206"/>
                          <a:pt x="270580" y="312538"/>
                          <a:pt x="269532" y="307966"/>
                        </a:cubicBezTo>
                        <a:close/>
                        <a:moveTo>
                          <a:pt x="35313" y="299013"/>
                        </a:moveTo>
                        <a:cubicBezTo>
                          <a:pt x="27216" y="296727"/>
                          <a:pt x="19120" y="294345"/>
                          <a:pt x="11309" y="291678"/>
                        </a:cubicBezTo>
                        <a:cubicBezTo>
                          <a:pt x="6833" y="290154"/>
                          <a:pt x="1975" y="292536"/>
                          <a:pt x="451" y="297012"/>
                        </a:cubicBezTo>
                        <a:cubicBezTo>
                          <a:pt x="-1073" y="301489"/>
                          <a:pt x="1404" y="306347"/>
                          <a:pt x="5785" y="307871"/>
                        </a:cubicBezTo>
                        <a:cubicBezTo>
                          <a:pt x="13976" y="310633"/>
                          <a:pt x="22359" y="313205"/>
                          <a:pt x="30836" y="315491"/>
                        </a:cubicBezTo>
                        <a:cubicBezTo>
                          <a:pt x="31598" y="315681"/>
                          <a:pt x="32360" y="315777"/>
                          <a:pt x="33026" y="315777"/>
                        </a:cubicBezTo>
                        <a:cubicBezTo>
                          <a:pt x="36837" y="315777"/>
                          <a:pt x="40266" y="313300"/>
                          <a:pt x="41313" y="309490"/>
                        </a:cubicBezTo>
                        <a:cubicBezTo>
                          <a:pt x="42551" y="304918"/>
                          <a:pt x="39884" y="300251"/>
                          <a:pt x="35313" y="299013"/>
                        </a:cubicBezTo>
                        <a:close/>
                        <a:moveTo>
                          <a:pt x="341827" y="282249"/>
                        </a:moveTo>
                        <a:cubicBezTo>
                          <a:pt x="339922" y="277867"/>
                          <a:pt x="334969" y="275962"/>
                          <a:pt x="330588" y="277772"/>
                        </a:cubicBezTo>
                        <a:cubicBezTo>
                          <a:pt x="322968" y="281106"/>
                          <a:pt x="315062" y="284249"/>
                          <a:pt x="307251" y="287106"/>
                        </a:cubicBezTo>
                        <a:cubicBezTo>
                          <a:pt x="302870" y="288726"/>
                          <a:pt x="300584" y="293679"/>
                          <a:pt x="302203" y="298060"/>
                        </a:cubicBezTo>
                        <a:cubicBezTo>
                          <a:pt x="303441" y="301584"/>
                          <a:pt x="306775" y="303680"/>
                          <a:pt x="310204" y="303680"/>
                        </a:cubicBezTo>
                        <a:cubicBezTo>
                          <a:pt x="311157" y="303680"/>
                          <a:pt x="312204" y="303490"/>
                          <a:pt x="313157" y="303204"/>
                        </a:cubicBezTo>
                        <a:cubicBezTo>
                          <a:pt x="321253" y="300156"/>
                          <a:pt x="329444" y="296917"/>
                          <a:pt x="337350" y="293488"/>
                        </a:cubicBezTo>
                        <a:cubicBezTo>
                          <a:pt x="341732" y="291583"/>
                          <a:pt x="343732" y="286535"/>
                          <a:pt x="341827" y="282249"/>
                        </a:cubicBezTo>
                        <a:close/>
                        <a:moveTo>
                          <a:pt x="408597" y="244244"/>
                        </a:moveTo>
                        <a:cubicBezTo>
                          <a:pt x="405930" y="240339"/>
                          <a:pt x="400692" y="239291"/>
                          <a:pt x="396691" y="241863"/>
                        </a:cubicBezTo>
                        <a:cubicBezTo>
                          <a:pt x="389738" y="246530"/>
                          <a:pt x="382499" y="251007"/>
                          <a:pt x="375355" y="255102"/>
                        </a:cubicBezTo>
                        <a:cubicBezTo>
                          <a:pt x="371355" y="257484"/>
                          <a:pt x="369926" y="262723"/>
                          <a:pt x="372307" y="266818"/>
                        </a:cubicBezTo>
                        <a:cubicBezTo>
                          <a:pt x="373926" y="269581"/>
                          <a:pt x="376784" y="271009"/>
                          <a:pt x="379737" y="271009"/>
                        </a:cubicBezTo>
                        <a:cubicBezTo>
                          <a:pt x="381165" y="271009"/>
                          <a:pt x="382594" y="270723"/>
                          <a:pt x="384023" y="269866"/>
                        </a:cubicBezTo>
                        <a:cubicBezTo>
                          <a:pt x="391452" y="265580"/>
                          <a:pt x="398882" y="260913"/>
                          <a:pt x="406121" y="256055"/>
                        </a:cubicBezTo>
                        <a:cubicBezTo>
                          <a:pt x="410121" y="253483"/>
                          <a:pt x="411169" y="248149"/>
                          <a:pt x="408597" y="244244"/>
                        </a:cubicBezTo>
                        <a:close/>
                        <a:moveTo>
                          <a:pt x="467748" y="195381"/>
                        </a:moveTo>
                        <a:cubicBezTo>
                          <a:pt x="464509" y="191952"/>
                          <a:pt x="459175" y="191761"/>
                          <a:pt x="455746" y="195000"/>
                        </a:cubicBezTo>
                        <a:cubicBezTo>
                          <a:pt x="449650" y="200715"/>
                          <a:pt x="443364" y="206334"/>
                          <a:pt x="436982" y="211764"/>
                        </a:cubicBezTo>
                        <a:cubicBezTo>
                          <a:pt x="433362" y="214812"/>
                          <a:pt x="432886" y="220146"/>
                          <a:pt x="435934" y="223765"/>
                        </a:cubicBezTo>
                        <a:cubicBezTo>
                          <a:pt x="437553" y="225765"/>
                          <a:pt x="440030" y="226813"/>
                          <a:pt x="442411" y="226813"/>
                        </a:cubicBezTo>
                        <a:cubicBezTo>
                          <a:pt x="444411" y="226813"/>
                          <a:pt x="446316" y="226146"/>
                          <a:pt x="447935" y="224813"/>
                        </a:cubicBezTo>
                        <a:cubicBezTo>
                          <a:pt x="454603" y="219193"/>
                          <a:pt x="461175" y="213383"/>
                          <a:pt x="467462" y="207477"/>
                        </a:cubicBezTo>
                        <a:cubicBezTo>
                          <a:pt x="470891" y="204239"/>
                          <a:pt x="470986" y="198810"/>
                          <a:pt x="467748" y="195381"/>
                        </a:cubicBezTo>
                        <a:close/>
                        <a:moveTo>
                          <a:pt x="518040" y="137373"/>
                        </a:moveTo>
                        <a:cubicBezTo>
                          <a:pt x="514325" y="134516"/>
                          <a:pt x="508991" y="135278"/>
                          <a:pt x="506133" y="138993"/>
                        </a:cubicBezTo>
                        <a:cubicBezTo>
                          <a:pt x="501085" y="145660"/>
                          <a:pt x="495751" y="152232"/>
                          <a:pt x="490322" y="158614"/>
                        </a:cubicBezTo>
                        <a:cubicBezTo>
                          <a:pt x="487274" y="162234"/>
                          <a:pt x="487750" y="167568"/>
                          <a:pt x="491274" y="170616"/>
                        </a:cubicBezTo>
                        <a:cubicBezTo>
                          <a:pt x="492893" y="172044"/>
                          <a:pt x="494894" y="172711"/>
                          <a:pt x="496894" y="172711"/>
                        </a:cubicBezTo>
                        <a:cubicBezTo>
                          <a:pt x="499275" y="172711"/>
                          <a:pt x="501657" y="171663"/>
                          <a:pt x="503371" y="169663"/>
                        </a:cubicBezTo>
                        <a:cubicBezTo>
                          <a:pt x="508991" y="163091"/>
                          <a:pt x="514515" y="156233"/>
                          <a:pt x="519659" y="149375"/>
                        </a:cubicBezTo>
                        <a:cubicBezTo>
                          <a:pt x="522516" y="145565"/>
                          <a:pt x="521850" y="140231"/>
                          <a:pt x="518040" y="137373"/>
                        </a:cubicBezTo>
                        <a:close/>
                        <a:moveTo>
                          <a:pt x="558044" y="71841"/>
                        </a:moveTo>
                        <a:cubicBezTo>
                          <a:pt x="553854" y="69651"/>
                          <a:pt x="548710" y="71270"/>
                          <a:pt x="546519" y="75461"/>
                        </a:cubicBezTo>
                        <a:cubicBezTo>
                          <a:pt x="542709" y="82795"/>
                          <a:pt x="538518" y="90129"/>
                          <a:pt x="534232" y="97368"/>
                        </a:cubicBezTo>
                        <a:cubicBezTo>
                          <a:pt x="531851" y="101369"/>
                          <a:pt x="533184" y="106608"/>
                          <a:pt x="537185" y="109084"/>
                        </a:cubicBezTo>
                        <a:cubicBezTo>
                          <a:pt x="538518" y="109846"/>
                          <a:pt x="540042" y="110322"/>
                          <a:pt x="541566" y="110322"/>
                        </a:cubicBezTo>
                        <a:cubicBezTo>
                          <a:pt x="544519" y="110322"/>
                          <a:pt x="547281" y="108798"/>
                          <a:pt x="548901" y="106131"/>
                        </a:cubicBezTo>
                        <a:cubicBezTo>
                          <a:pt x="553377" y="98607"/>
                          <a:pt x="557664" y="90987"/>
                          <a:pt x="561664" y="83367"/>
                        </a:cubicBezTo>
                        <a:cubicBezTo>
                          <a:pt x="563855" y="79176"/>
                          <a:pt x="562235" y="74032"/>
                          <a:pt x="558044" y="71841"/>
                        </a:cubicBezTo>
                        <a:close/>
                        <a:moveTo>
                          <a:pt x="586334" y="404"/>
                        </a:moveTo>
                        <a:cubicBezTo>
                          <a:pt x="581762" y="-1025"/>
                          <a:pt x="576999" y="1452"/>
                          <a:pt x="575571" y="6024"/>
                        </a:cubicBezTo>
                        <a:cubicBezTo>
                          <a:pt x="573094" y="13929"/>
                          <a:pt x="570237" y="21835"/>
                          <a:pt x="567284" y="29646"/>
                        </a:cubicBezTo>
                        <a:cubicBezTo>
                          <a:pt x="565569" y="34027"/>
                          <a:pt x="567760" y="38980"/>
                          <a:pt x="572142" y="40695"/>
                        </a:cubicBezTo>
                        <a:cubicBezTo>
                          <a:pt x="573189" y="41076"/>
                          <a:pt x="574142" y="41266"/>
                          <a:pt x="575190" y="41266"/>
                        </a:cubicBezTo>
                        <a:cubicBezTo>
                          <a:pt x="578618" y="41266"/>
                          <a:pt x="581857" y="39171"/>
                          <a:pt x="583191" y="35837"/>
                        </a:cubicBezTo>
                        <a:cubicBezTo>
                          <a:pt x="586334" y="27741"/>
                          <a:pt x="589191" y="19454"/>
                          <a:pt x="591858" y="11167"/>
                        </a:cubicBezTo>
                        <a:cubicBezTo>
                          <a:pt x="593287" y="6690"/>
                          <a:pt x="590810" y="1833"/>
                          <a:pt x="586334" y="404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20" name="AutoShape 120"/>
                  <p:cNvSpPr/>
                  <p:nvPr/>
                </p:nvSpPr>
                <p:spPr>
                  <a:xfrm>
                    <a:off x="1967092" y="4684082"/>
                    <a:ext cx="705987" cy="3973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5987" h="397314">
                        <a:moveTo>
                          <a:pt x="18203" y="356071"/>
                        </a:moveTo>
                        <a:cubicBezTo>
                          <a:pt x="13726" y="354642"/>
                          <a:pt x="8869" y="357119"/>
                          <a:pt x="7535" y="361595"/>
                        </a:cubicBezTo>
                        <a:cubicBezTo>
                          <a:pt x="4868" y="369882"/>
                          <a:pt x="2392" y="378264"/>
                          <a:pt x="296" y="386646"/>
                        </a:cubicBezTo>
                        <a:cubicBezTo>
                          <a:pt x="-942" y="391218"/>
                          <a:pt x="1820" y="395885"/>
                          <a:pt x="6392" y="397124"/>
                        </a:cubicBezTo>
                        <a:cubicBezTo>
                          <a:pt x="7059" y="397219"/>
                          <a:pt x="7821" y="397314"/>
                          <a:pt x="8488" y="397314"/>
                        </a:cubicBezTo>
                        <a:cubicBezTo>
                          <a:pt x="12298" y="397314"/>
                          <a:pt x="15822" y="394838"/>
                          <a:pt x="16774" y="390932"/>
                        </a:cubicBezTo>
                        <a:cubicBezTo>
                          <a:pt x="18870" y="382836"/>
                          <a:pt x="21251" y="374740"/>
                          <a:pt x="23728" y="366739"/>
                        </a:cubicBezTo>
                        <a:cubicBezTo>
                          <a:pt x="25156" y="362262"/>
                          <a:pt x="22680" y="357500"/>
                          <a:pt x="18203" y="356071"/>
                        </a:cubicBezTo>
                        <a:close/>
                        <a:moveTo>
                          <a:pt x="48207" y="285395"/>
                        </a:moveTo>
                        <a:cubicBezTo>
                          <a:pt x="44016" y="283300"/>
                          <a:pt x="38872" y="285014"/>
                          <a:pt x="36777" y="289205"/>
                        </a:cubicBezTo>
                        <a:cubicBezTo>
                          <a:pt x="32967" y="297016"/>
                          <a:pt x="29252" y="304922"/>
                          <a:pt x="25823" y="312827"/>
                        </a:cubicBezTo>
                        <a:cubicBezTo>
                          <a:pt x="23918" y="317209"/>
                          <a:pt x="25918" y="322162"/>
                          <a:pt x="30205" y="324067"/>
                        </a:cubicBezTo>
                        <a:cubicBezTo>
                          <a:pt x="31348" y="324543"/>
                          <a:pt x="32491" y="324829"/>
                          <a:pt x="33634" y="324829"/>
                        </a:cubicBezTo>
                        <a:cubicBezTo>
                          <a:pt x="36872" y="324829"/>
                          <a:pt x="40015" y="322829"/>
                          <a:pt x="41444" y="319685"/>
                        </a:cubicBezTo>
                        <a:cubicBezTo>
                          <a:pt x="44778" y="311970"/>
                          <a:pt x="48397" y="304255"/>
                          <a:pt x="52112" y="296825"/>
                        </a:cubicBezTo>
                        <a:cubicBezTo>
                          <a:pt x="54208" y="292634"/>
                          <a:pt x="52398" y="287491"/>
                          <a:pt x="48207" y="285395"/>
                        </a:cubicBezTo>
                        <a:close/>
                        <a:moveTo>
                          <a:pt x="88498" y="219958"/>
                        </a:moveTo>
                        <a:cubicBezTo>
                          <a:pt x="84592" y="217291"/>
                          <a:pt x="79258" y="218244"/>
                          <a:pt x="76591" y="222054"/>
                        </a:cubicBezTo>
                        <a:cubicBezTo>
                          <a:pt x="71638" y="229103"/>
                          <a:pt x="66781" y="236437"/>
                          <a:pt x="62209" y="243771"/>
                        </a:cubicBezTo>
                        <a:cubicBezTo>
                          <a:pt x="59732" y="247772"/>
                          <a:pt x="60875" y="253106"/>
                          <a:pt x="64876" y="255582"/>
                        </a:cubicBezTo>
                        <a:cubicBezTo>
                          <a:pt x="66304" y="256439"/>
                          <a:pt x="67924" y="256916"/>
                          <a:pt x="69448" y="256916"/>
                        </a:cubicBezTo>
                        <a:cubicBezTo>
                          <a:pt x="72305" y="256916"/>
                          <a:pt x="75067" y="255487"/>
                          <a:pt x="76687" y="252820"/>
                        </a:cubicBezTo>
                        <a:cubicBezTo>
                          <a:pt x="81163" y="245771"/>
                          <a:pt x="85735" y="238723"/>
                          <a:pt x="90593" y="231865"/>
                        </a:cubicBezTo>
                        <a:cubicBezTo>
                          <a:pt x="93260" y="227960"/>
                          <a:pt x="92308" y="222626"/>
                          <a:pt x="88498" y="219958"/>
                        </a:cubicBezTo>
                        <a:close/>
                        <a:moveTo>
                          <a:pt x="137837" y="161094"/>
                        </a:moveTo>
                        <a:cubicBezTo>
                          <a:pt x="134408" y="157856"/>
                          <a:pt x="128979" y="158046"/>
                          <a:pt x="125740" y="161475"/>
                        </a:cubicBezTo>
                        <a:cubicBezTo>
                          <a:pt x="119930" y="167762"/>
                          <a:pt x="114025" y="174239"/>
                          <a:pt x="108405" y="180906"/>
                        </a:cubicBezTo>
                        <a:cubicBezTo>
                          <a:pt x="105357" y="184430"/>
                          <a:pt x="105738" y="189860"/>
                          <a:pt x="109357" y="192908"/>
                        </a:cubicBezTo>
                        <a:cubicBezTo>
                          <a:pt x="110977" y="194337"/>
                          <a:pt x="112882" y="195003"/>
                          <a:pt x="114882" y="195003"/>
                        </a:cubicBezTo>
                        <a:cubicBezTo>
                          <a:pt x="117263" y="195003"/>
                          <a:pt x="119644" y="193955"/>
                          <a:pt x="121359" y="191955"/>
                        </a:cubicBezTo>
                        <a:cubicBezTo>
                          <a:pt x="126788" y="185573"/>
                          <a:pt x="132408" y="179287"/>
                          <a:pt x="138218" y="173191"/>
                        </a:cubicBezTo>
                        <a:cubicBezTo>
                          <a:pt x="141457" y="169762"/>
                          <a:pt x="141266" y="164333"/>
                          <a:pt x="137837" y="161094"/>
                        </a:cubicBezTo>
                        <a:close/>
                        <a:moveTo>
                          <a:pt x="195273" y="110231"/>
                        </a:moveTo>
                        <a:cubicBezTo>
                          <a:pt x="192415" y="106516"/>
                          <a:pt x="186986" y="105849"/>
                          <a:pt x="183367" y="108802"/>
                        </a:cubicBezTo>
                        <a:cubicBezTo>
                          <a:pt x="176509" y="114136"/>
                          <a:pt x="169746" y="119756"/>
                          <a:pt x="163269" y="125375"/>
                        </a:cubicBezTo>
                        <a:cubicBezTo>
                          <a:pt x="159745" y="128519"/>
                          <a:pt x="159364" y="133853"/>
                          <a:pt x="162412" y="137472"/>
                        </a:cubicBezTo>
                        <a:cubicBezTo>
                          <a:pt x="164126" y="139377"/>
                          <a:pt x="166507" y="140330"/>
                          <a:pt x="168889" y="140330"/>
                        </a:cubicBezTo>
                        <a:cubicBezTo>
                          <a:pt x="170889" y="140330"/>
                          <a:pt x="172889" y="139663"/>
                          <a:pt x="174508" y="138234"/>
                        </a:cubicBezTo>
                        <a:cubicBezTo>
                          <a:pt x="180795" y="132805"/>
                          <a:pt x="187272" y="127376"/>
                          <a:pt x="193844" y="122137"/>
                        </a:cubicBezTo>
                        <a:cubicBezTo>
                          <a:pt x="197559" y="119279"/>
                          <a:pt x="198226" y="113850"/>
                          <a:pt x="195273" y="110231"/>
                        </a:cubicBezTo>
                        <a:close/>
                        <a:moveTo>
                          <a:pt x="259757" y="68511"/>
                        </a:moveTo>
                        <a:cubicBezTo>
                          <a:pt x="257471" y="64320"/>
                          <a:pt x="252232" y="62891"/>
                          <a:pt x="248137" y="65273"/>
                        </a:cubicBezTo>
                        <a:cubicBezTo>
                          <a:pt x="242612" y="68321"/>
                          <a:pt x="237088" y="71654"/>
                          <a:pt x="231754" y="74893"/>
                        </a:cubicBezTo>
                        <a:cubicBezTo>
                          <a:pt x="229753" y="76131"/>
                          <a:pt x="227753" y="77370"/>
                          <a:pt x="225848" y="78608"/>
                        </a:cubicBezTo>
                        <a:cubicBezTo>
                          <a:pt x="221848" y="81179"/>
                          <a:pt x="220609" y="86418"/>
                          <a:pt x="223181" y="90419"/>
                        </a:cubicBezTo>
                        <a:cubicBezTo>
                          <a:pt x="224800" y="92990"/>
                          <a:pt x="227563" y="94419"/>
                          <a:pt x="230420" y="94419"/>
                        </a:cubicBezTo>
                        <a:cubicBezTo>
                          <a:pt x="231944" y="94419"/>
                          <a:pt x="233563" y="93943"/>
                          <a:pt x="234992" y="93086"/>
                        </a:cubicBezTo>
                        <a:cubicBezTo>
                          <a:pt x="235373" y="92895"/>
                          <a:pt x="235659" y="92609"/>
                          <a:pt x="236040" y="92419"/>
                        </a:cubicBezTo>
                        <a:cubicBezTo>
                          <a:pt x="242707" y="88133"/>
                          <a:pt x="249661" y="84037"/>
                          <a:pt x="256519" y="80132"/>
                        </a:cubicBezTo>
                        <a:cubicBezTo>
                          <a:pt x="260614" y="77750"/>
                          <a:pt x="262138" y="72607"/>
                          <a:pt x="259757" y="68511"/>
                        </a:cubicBezTo>
                        <a:close/>
                        <a:moveTo>
                          <a:pt x="329956" y="37269"/>
                        </a:moveTo>
                        <a:cubicBezTo>
                          <a:pt x="328337" y="32888"/>
                          <a:pt x="323384" y="30697"/>
                          <a:pt x="319003" y="32316"/>
                        </a:cubicBezTo>
                        <a:cubicBezTo>
                          <a:pt x="310906" y="35269"/>
                          <a:pt x="302810" y="38603"/>
                          <a:pt x="294809" y="42032"/>
                        </a:cubicBezTo>
                        <a:cubicBezTo>
                          <a:pt x="290523" y="43937"/>
                          <a:pt x="288523" y="48890"/>
                          <a:pt x="290332" y="53271"/>
                        </a:cubicBezTo>
                        <a:cubicBezTo>
                          <a:pt x="291761" y="56510"/>
                          <a:pt x="294904" y="58415"/>
                          <a:pt x="298238" y="58415"/>
                        </a:cubicBezTo>
                        <a:cubicBezTo>
                          <a:pt x="299381" y="58415"/>
                          <a:pt x="300524" y="58129"/>
                          <a:pt x="301572" y="57653"/>
                        </a:cubicBezTo>
                        <a:cubicBezTo>
                          <a:pt x="309287" y="54319"/>
                          <a:pt x="317193" y="51176"/>
                          <a:pt x="324908" y="48318"/>
                        </a:cubicBezTo>
                        <a:cubicBezTo>
                          <a:pt x="329385" y="46699"/>
                          <a:pt x="331576" y="41746"/>
                          <a:pt x="329956" y="37269"/>
                        </a:cubicBezTo>
                        <a:close/>
                        <a:moveTo>
                          <a:pt x="700669" y="38603"/>
                        </a:moveTo>
                        <a:cubicBezTo>
                          <a:pt x="692764" y="35269"/>
                          <a:pt x="684572" y="32126"/>
                          <a:pt x="676381" y="29173"/>
                        </a:cubicBezTo>
                        <a:cubicBezTo>
                          <a:pt x="671904" y="27649"/>
                          <a:pt x="667046" y="29935"/>
                          <a:pt x="665522" y="34412"/>
                        </a:cubicBezTo>
                        <a:cubicBezTo>
                          <a:pt x="663903" y="38888"/>
                          <a:pt x="666189" y="43746"/>
                          <a:pt x="670666" y="45270"/>
                        </a:cubicBezTo>
                        <a:cubicBezTo>
                          <a:pt x="678667" y="48128"/>
                          <a:pt x="686572" y="51176"/>
                          <a:pt x="694192" y="54319"/>
                        </a:cubicBezTo>
                        <a:cubicBezTo>
                          <a:pt x="695240" y="54795"/>
                          <a:pt x="696383" y="54986"/>
                          <a:pt x="697431" y="54986"/>
                        </a:cubicBezTo>
                        <a:cubicBezTo>
                          <a:pt x="700765" y="54986"/>
                          <a:pt x="704003" y="52985"/>
                          <a:pt x="705337" y="49747"/>
                        </a:cubicBezTo>
                        <a:cubicBezTo>
                          <a:pt x="707146" y="45365"/>
                          <a:pt x="705051" y="40317"/>
                          <a:pt x="700669" y="38603"/>
                        </a:cubicBezTo>
                        <a:close/>
                        <a:moveTo>
                          <a:pt x="404156" y="17266"/>
                        </a:moveTo>
                        <a:cubicBezTo>
                          <a:pt x="403108" y="12695"/>
                          <a:pt x="398632" y="9742"/>
                          <a:pt x="393964" y="10695"/>
                        </a:cubicBezTo>
                        <a:cubicBezTo>
                          <a:pt x="385487" y="12409"/>
                          <a:pt x="376915" y="14409"/>
                          <a:pt x="368628" y="16600"/>
                        </a:cubicBezTo>
                        <a:cubicBezTo>
                          <a:pt x="364056" y="17838"/>
                          <a:pt x="361389" y="22505"/>
                          <a:pt x="362532" y="27077"/>
                        </a:cubicBezTo>
                        <a:cubicBezTo>
                          <a:pt x="363580" y="30887"/>
                          <a:pt x="367009" y="33459"/>
                          <a:pt x="370819" y="33459"/>
                        </a:cubicBezTo>
                        <a:cubicBezTo>
                          <a:pt x="371485" y="33459"/>
                          <a:pt x="372247" y="33364"/>
                          <a:pt x="373009" y="33173"/>
                        </a:cubicBezTo>
                        <a:cubicBezTo>
                          <a:pt x="381010" y="31078"/>
                          <a:pt x="389202" y="29078"/>
                          <a:pt x="397489" y="27363"/>
                        </a:cubicBezTo>
                        <a:cubicBezTo>
                          <a:pt x="402061" y="26411"/>
                          <a:pt x="405109" y="21934"/>
                          <a:pt x="404156" y="17266"/>
                        </a:cubicBezTo>
                        <a:close/>
                        <a:moveTo>
                          <a:pt x="626470" y="14314"/>
                        </a:moveTo>
                        <a:cubicBezTo>
                          <a:pt x="618088" y="12314"/>
                          <a:pt x="609515" y="10504"/>
                          <a:pt x="600943" y="8885"/>
                        </a:cubicBezTo>
                        <a:cubicBezTo>
                          <a:pt x="596275" y="7932"/>
                          <a:pt x="591894" y="10980"/>
                          <a:pt x="591037" y="15647"/>
                        </a:cubicBezTo>
                        <a:cubicBezTo>
                          <a:pt x="590084" y="20315"/>
                          <a:pt x="593132" y="24791"/>
                          <a:pt x="597799" y="25649"/>
                        </a:cubicBezTo>
                        <a:cubicBezTo>
                          <a:pt x="605991" y="27173"/>
                          <a:pt x="614278" y="28982"/>
                          <a:pt x="622374" y="30983"/>
                        </a:cubicBezTo>
                        <a:cubicBezTo>
                          <a:pt x="623136" y="31078"/>
                          <a:pt x="623803" y="31173"/>
                          <a:pt x="624469" y="31173"/>
                        </a:cubicBezTo>
                        <a:cubicBezTo>
                          <a:pt x="628279" y="31173"/>
                          <a:pt x="631804" y="28601"/>
                          <a:pt x="632756" y="24696"/>
                        </a:cubicBezTo>
                        <a:cubicBezTo>
                          <a:pt x="633804" y="20124"/>
                          <a:pt x="631042" y="15457"/>
                          <a:pt x="626470" y="14314"/>
                        </a:cubicBezTo>
                        <a:close/>
                        <a:moveTo>
                          <a:pt x="471403" y="503"/>
                        </a:moveTo>
                        <a:cubicBezTo>
                          <a:pt x="462735" y="979"/>
                          <a:pt x="453972" y="1646"/>
                          <a:pt x="445399" y="2598"/>
                        </a:cubicBezTo>
                        <a:cubicBezTo>
                          <a:pt x="440732" y="3074"/>
                          <a:pt x="437398" y="7361"/>
                          <a:pt x="437875" y="12028"/>
                        </a:cubicBezTo>
                        <a:cubicBezTo>
                          <a:pt x="438351" y="16409"/>
                          <a:pt x="442066" y="19648"/>
                          <a:pt x="446352" y="19648"/>
                        </a:cubicBezTo>
                        <a:cubicBezTo>
                          <a:pt x="446638" y="19648"/>
                          <a:pt x="446923" y="19648"/>
                          <a:pt x="447304" y="19648"/>
                        </a:cubicBezTo>
                        <a:cubicBezTo>
                          <a:pt x="455591" y="18791"/>
                          <a:pt x="463973" y="18124"/>
                          <a:pt x="472355" y="17648"/>
                        </a:cubicBezTo>
                        <a:cubicBezTo>
                          <a:pt x="477118" y="17362"/>
                          <a:pt x="480642" y="13266"/>
                          <a:pt x="480451" y="8599"/>
                        </a:cubicBezTo>
                        <a:cubicBezTo>
                          <a:pt x="480166" y="3836"/>
                          <a:pt x="476070" y="217"/>
                          <a:pt x="471403" y="598"/>
                        </a:cubicBezTo>
                        <a:close/>
                        <a:moveTo>
                          <a:pt x="549412" y="1646"/>
                        </a:moveTo>
                        <a:cubicBezTo>
                          <a:pt x="540745" y="883"/>
                          <a:pt x="532077" y="312"/>
                          <a:pt x="523409" y="26"/>
                        </a:cubicBezTo>
                        <a:cubicBezTo>
                          <a:pt x="518837" y="-355"/>
                          <a:pt x="514741" y="3455"/>
                          <a:pt x="514551" y="8218"/>
                        </a:cubicBezTo>
                        <a:cubicBezTo>
                          <a:pt x="514360" y="12885"/>
                          <a:pt x="518075" y="16886"/>
                          <a:pt x="522742" y="17076"/>
                        </a:cubicBezTo>
                        <a:cubicBezTo>
                          <a:pt x="531124" y="17457"/>
                          <a:pt x="539506" y="17933"/>
                          <a:pt x="547888" y="18695"/>
                        </a:cubicBezTo>
                        <a:lnTo>
                          <a:pt x="548650" y="18695"/>
                        </a:lnTo>
                        <a:cubicBezTo>
                          <a:pt x="553032" y="18695"/>
                          <a:pt x="556747" y="15362"/>
                          <a:pt x="557128" y="10980"/>
                        </a:cubicBezTo>
                        <a:cubicBezTo>
                          <a:pt x="557604" y="6218"/>
                          <a:pt x="554080" y="2122"/>
                          <a:pt x="549412" y="1646"/>
                        </a:cubicBezTo>
                        <a:close/>
                      </a:path>
                    </a:pathLst>
                  </a:custGeom>
                  <a:solidFill>
                    <a:srgbClr val="000000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</p:grpSp>
        </p:grpSp>
      </p:grpSp>
      <p:cxnSp>
        <p:nvCxnSpPr>
          <p:cNvPr id="121" name="Connector 121"/>
          <p:cNvCxnSpPr/>
          <p:nvPr/>
        </p:nvCxnSpPr>
        <p:spPr>
          <a:xfrm flipH="1" flipV="1">
            <a:off x="3613326" y="1483359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D05C">
            <a:alpha val="10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8766" cy="6858000"/>
            <a:chOff x="0" y="0"/>
            <a:chExt cx="12198766" cy="6858000"/>
          </a:xfrm>
        </p:grpSpPr>
        <p:sp>
          <p:nvSpPr>
            <p:cNvPr id="3" name="AutoShape 3"/>
            <p:cNvSpPr/>
            <p:nvPr/>
          </p:nvSpPr>
          <p:spPr>
            <a:xfrm>
              <a:off x="6429043" y="2829043"/>
              <a:ext cx="5762957" cy="4025328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rot="10800000">
              <a:off x="0" y="2218"/>
              <a:ext cx="3558454" cy="2459955"/>
            </a:xfrm>
            <a:custGeom>
              <a:avLst/>
              <a:gdLst/>
              <a:ahLst/>
              <a:cxnLst/>
              <a:rect l="l" t="t" r="r" b="b"/>
              <a:pathLst>
                <a:path w="5762957" h="4025328">
                  <a:moveTo>
                    <a:pt x="5762957" y="0"/>
                  </a:moveTo>
                  <a:lnTo>
                    <a:pt x="5762957" y="3800746"/>
                  </a:lnTo>
                  <a:lnTo>
                    <a:pt x="5750980" y="4025328"/>
                  </a:lnTo>
                  <a:lnTo>
                    <a:pt x="0" y="4025328"/>
                  </a:lnTo>
                  <a:cubicBezTo>
                    <a:pt x="8149" y="3974854"/>
                    <a:pt x="23535" y="3925771"/>
                    <a:pt x="45680" y="3879660"/>
                  </a:cubicBezTo>
                  <a:cubicBezTo>
                    <a:pt x="50857" y="3868970"/>
                    <a:pt x="56417" y="3858569"/>
                    <a:pt x="62265" y="3848504"/>
                  </a:cubicBezTo>
                  <a:cubicBezTo>
                    <a:pt x="71420" y="3832829"/>
                    <a:pt x="81438" y="3817682"/>
                    <a:pt x="92367" y="3803159"/>
                  </a:cubicBezTo>
                  <a:cubicBezTo>
                    <a:pt x="95387" y="3799085"/>
                    <a:pt x="98501" y="3795106"/>
                    <a:pt x="101666" y="3791175"/>
                  </a:cubicBezTo>
                  <a:cubicBezTo>
                    <a:pt x="102912" y="3789594"/>
                    <a:pt x="104207" y="3788012"/>
                    <a:pt x="105501" y="3786382"/>
                  </a:cubicBezTo>
                  <a:cubicBezTo>
                    <a:pt x="160767" y="3719276"/>
                    <a:pt x="234344" y="3667844"/>
                    <a:pt x="322923" y="3629449"/>
                  </a:cubicBezTo>
                  <a:cubicBezTo>
                    <a:pt x="336872" y="3623410"/>
                    <a:pt x="351251" y="3617707"/>
                    <a:pt x="366063" y="3612339"/>
                  </a:cubicBezTo>
                  <a:lnTo>
                    <a:pt x="372198" y="3610086"/>
                  </a:lnTo>
                  <a:cubicBezTo>
                    <a:pt x="510868" y="3560235"/>
                    <a:pt x="680838" y="3538187"/>
                    <a:pt x="871036" y="3536365"/>
                  </a:cubicBezTo>
                  <a:lnTo>
                    <a:pt x="880622" y="3536365"/>
                  </a:lnTo>
                  <a:lnTo>
                    <a:pt x="898789" y="3536365"/>
                  </a:lnTo>
                  <a:cubicBezTo>
                    <a:pt x="943509" y="3536365"/>
                    <a:pt x="989286" y="3537419"/>
                    <a:pt x="1036068" y="3539576"/>
                  </a:cubicBezTo>
                  <a:lnTo>
                    <a:pt x="1052989" y="3540343"/>
                  </a:lnTo>
                  <a:lnTo>
                    <a:pt x="1063149" y="3540871"/>
                  </a:lnTo>
                  <a:cubicBezTo>
                    <a:pt x="1090568" y="3542309"/>
                    <a:pt x="1118320" y="3544083"/>
                    <a:pt x="1146361" y="3546143"/>
                  </a:cubicBezTo>
                  <a:lnTo>
                    <a:pt x="1147128" y="3546143"/>
                  </a:lnTo>
                  <a:lnTo>
                    <a:pt x="1172149" y="3548060"/>
                  </a:lnTo>
                  <a:cubicBezTo>
                    <a:pt x="1214378" y="3551415"/>
                    <a:pt x="1257278" y="3555441"/>
                    <a:pt x="1300609" y="3560139"/>
                  </a:cubicBezTo>
                  <a:lnTo>
                    <a:pt x="1310196" y="3561194"/>
                  </a:lnTo>
                  <a:lnTo>
                    <a:pt x="1325630" y="3562872"/>
                  </a:lnTo>
                  <a:cubicBezTo>
                    <a:pt x="1415936" y="3573033"/>
                    <a:pt x="1508351" y="3585736"/>
                    <a:pt x="1602060" y="3600451"/>
                  </a:cubicBezTo>
                  <a:cubicBezTo>
                    <a:pt x="1967643" y="3657971"/>
                    <a:pt x="2174425" y="3500175"/>
                    <a:pt x="2360645" y="3290805"/>
                  </a:cubicBezTo>
                  <a:lnTo>
                    <a:pt x="2366587" y="3284095"/>
                  </a:lnTo>
                  <a:lnTo>
                    <a:pt x="2376175" y="3273214"/>
                  </a:lnTo>
                  <a:cubicBezTo>
                    <a:pt x="2391608" y="3255526"/>
                    <a:pt x="2406947" y="3237551"/>
                    <a:pt x="2422189" y="3219290"/>
                  </a:cubicBezTo>
                  <a:cubicBezTo>
                    <a:pt x="2456318" y="3178547"/>
                    <a:pt x="2490301" y="3136606"/>
                    <a:pt x="2525053" y="3094664"/>
                  </a:cubicBezTo>
                  <a:cubicBezTo>
                    <a:pt x="2589284" y="3016869"/>
                    <a:pt x="2656006" y="2938691"/>
                    <a:pt x="2730781" y="2866936"/>
                  </a:cubicBezTo>
                  <a:cubicBezTo>
                    <a:pt x="2762225" y="2836738"/>
                    <a:pt x="2795155" y="2807690"/>
                    <a:pt x="2829955" y="2780224"/>
                  </a:cubicBezTo>
                  <a:cubicBezTo>
                    <a:pt x="2854543" y="2761051"/>
                    <a:pt x="2880043" y="2742214"/>
                    <a:pt x="2906647" y="2724669"/>
                  </a:cubicBezTo>
                  <a:cubicBezTo>
                    <a:pt x="2910721" y="2721938"/>
                    <a:pt x="2914843" y="2719253"/>
                    <a:pt x="2919013" y="2716618"/>
                  </a:cubicBezTo>
                  <a:cubicBezTo>
                    <a:pt x="2921218" y="2715180"/>
                    <a:pt x="2923423" y="2713742"/>
                    <a:pt x="2925676" y="2712351"/>
                  </a:cubicBezTo>
                  <a:cubicBezTo>
                    <a:pt x="3035585" y="2642849"/>
                    <a:pt x="3158007" y="2595395"/>
                    <a:pt x="3286083" y="2572675"/>
                  </a:cubicBezTo>
                  <a:cubicBezTo>
                    <a:pt x="3681193" y="2500536"/>
                    <a:pt x="4104679" y="2387415"/>
                    <a:pt x="4425830" y="2200333"/>
                  </a:cubicBezTo>
                  <a:cubicBezTo>
                    <a:pt x="4432493" y="2196450"/>
                    <a:pt x="4439107" y="2192520"/>
                    <a:pt x="4445675" y="2188542"/>
                  </a:cubicBezTo>
                  <a:cubicBezTo>
                    <a:pt x="4460293" y="2179818"/>
                    <a:pt x="4474673" y="2170902"/>
                    <a:pt x="4488814" y="2161795"/>
                  </a:cubicBezTo>
                  <a:cubicBezTo>
                    <a:pt x="4495477" y="2157529"/>
                    <a:pt x="4502091" y="2153215"/>
                    <a:pt x="4508659" y="2148805"/>
                  </a:cubicBezTo>
                  <a:cubicBezTo>
                    <a:pt x="4536889" y="2130112"/>
                    <a:pt x="4564067" y="2110699"/>
                    <a:pt x="4590145" y="2090616"/>
                  </a:cubicBezTo>
                  <a:cubicBezTo>
                    <a:pt x="4596855" y="2085438"/>
                    <a:pt x="4603516" y="2080213"/>
                    <a:pt x="4610083" y="2074941"/>
                  </a:cubicBezTo>
                  <a:cubicBezTo>
                    <a:pt x="4625469" y="2062623"/>
                    <a:pt x="4640425" y="2050015"/>
                    <a:pt x="4654997" y="2037218"/>
                  </a:cubicBezTo>
                  <a:cubicBezTo>
                    <a:pt x="4660700" y="2032184"/>
                    <a:pt x="4666357" y="2027105"/>
                    <a:pt x="4671869" y="2021976"/>
                  </a:cubicBezTo>
                  <a:cubicBezTo>
                    <a:pt x="4824248" y="1882059"/>
                    <a:pt x="4925913" y="1711707"/>
                    <a:pt x="4947579" y="1503773"/>
                  </a:cubicBezTo>
                  <a:cubicBezTo>
                    <a:pt x="4948681" y="1493468"/>
                    <a:pt x="4949591" y="1483067"/>
                    <a:pt x="4950263" y="1472568"/>
                  </a:cubicBezTo>
                  <a:cubicBezTo>
                    <a:pt x="4952180" y="1442563"/>
                    <a:pt x="4952515" y="1412509"/>
                    <a:pt x="4951270" y="1382455"/>
                  </a:cubicBezTo>
                  <a:cubicBezTo>
                    <a:pt x="4950935" y="1374162"/>
                    <a:pt x="4950502" y="1365822"/>
                    <a:pt x="4949880" y="1357386"/>
                  </a:cubicBezTo>
                  <a:cubicBezTo>
                    <a:pt x="4948251" y="1333515"/>
                    <a:pt x="4945613" y="1309215"/>
                    <a:pt x="4942017" y="1284433"/>
                  </a:cubicBezTo>
                  <a:cubicBezTo>
                    <a:pt x="4940820" y="1276332"/>
                    <a:pt x="4939525" y="1268136"/>
                    <a:pt x="4938088" y="1259891"/>
                  </a:cubicBezTo>
                  <a:cubicBezTo>
                    <a:pt x="4936602" y="1250927"/>
                    <a:pt x="4934924" y="1241917"/>
                    <a:pt x="4933295" y="1232857"/>
                  </a:cubicBezTo>
                  <a:cubicBezTo>
                    <a:pt x="4919730" y="1164984"/>
                    <a:pt x="4912347" y="1095961"/>
                    <a:pt x="4911245" y="1026746"/>
                  </a:cubicBezTo>
                  <a:cubicBezTo>
                    <a:pt x="4910957" y="1005799"/>
                    <a:pt x="4911295" y="985188"/>
                    <a:pt x="4912301" y="964816"/>
                  </a:cubicBezTo>
                  <a:cubicBezTo>
                    <a:pt x="4916614" y="867896"/>
                    <a:pt x="4935643" y="772223"/>
                    <a:pt x="4968861" y="681054"/>
                  </a:cubicBezTo>
                  <a:cubicBezTo>
                    <a:pt x="4971687" y="673336"/>
                    <a:pt x="4974565" y="665717"/>
                    <a:pt x="4977633" y="658142"/>
                  </a:cubicBezTo>
                  <a:cubicBezTo>
                    <a:pt x="4996421" y="610546"/>
                    <a:pt x="5019047" y="564529"/>
                    <a:pt x="5045265" y="520575"/>
                  </a:cubicBezTo>
                  <a:cubicBezTo>
                    <a:pt x="5049101" y="514104"/>
                    <a:pt x="5052981" y="507777"/>
                    <a:pt x="5056960" y="501402"/>
                  </a:cubicBezTo>
                  <a:cubicBezTo>
                    <a:pt x="5085336" y="456153"/>
                    <a:pt x="5117165" y="413109"/>
                    <a:pt x="5152203" y="372799"/>
                  </a:cubicBezTo>
                  <a:cubicBezTo>
                    <a:pt x="5157332" y="366806"/>
                    <a:pt x="5162605" y="360910"/>
                    <a:pt x="5167878" y="355063"/>
                  </a:cubicBezTo>
                  <a:cubicBezTo>
                    <a:pt x="5171281" y="351325"/>
                    <a:pt x="5174684" y="347585"/>
                    <a:pt x="5178183" y="343846"/>
                  </a:cubicBezTo>
                  <a:lnTo>
                    <a:pt x="5179718" y="342169"/>
                  </a:lnTo>
                  <a:cubicBezTo>
                    <a:pt x="5184655" y="336896"/>
                    <a:pt x="5189639" y="331720"/>
                    <a:pt x="5194575" y="326591"/>
                  </a:cubicBezTo>
                  <a:lnTo>
                    <a:pt x="5204163" y="316717"/>
                  </a:lnTo>
                  <a:cubicBezTo>
                    <a:pt x="5208621" y="312212"/>
                    <a:pt x="5213126" y="307801"/>
                    <a:pt x="5217632" y="303440"/>
                  </a:cubicBezTo>
                  <a:cubicBezTo>
                    <a:pt x="5232491" y="288916"/>
                    <a:pt x="5247685" y="274871"/>
                    <a:pt x="5263263" y="261307"/>
                  </a:cubicBezTo>
                  <a:cubicBezTo>
                    <a:pt x="5285793" y="241654"/>
                    <a:pt x="5308849" y="223008"/>
                    <a:pt x="5332432" y="205321"/>
                  </a:cubicBezTo>
                  <a:cubicBezTo>
                    <a:pt x="5338183" y="200910"/>
                    <a:pt x="5343985" y="196645"/>
                    <a:pt x="5349831" y="192475"/>
                  </a:cubicBezTo>
                  <a:cubicBezTo>
                    <a:pt x="5401934" y="154751"/>
                    <a:pt x="5456816" y="121103"/>
                    <a:pt x="5514097" y="91817"/>
                  </a:cubicBezTo>
                  <a:cubicBezTo>
                    <a:pt x="5520664" y="88412"/>
                    <a:pt x="5527231" y="85105"/>
                    <a:pt x="5533797" y="81894"/>
                  </a:cubicBezTo>
                  <a:cubicBezTo>
                    <a:pt x="5583504" y="57497"/>
                    <a:pt x="5633198" y="37125"/>
                    <a:pt x="5681616" y="20912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0" y="0"/>
              <a:ext cx="12198766" cy="6858000"/>
              <a:chOff x="0" y="0"/>
              <a:chExt cx="12198766" cy="685800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0" y="5226715"/>
                <a:ext cx="1245392" cy="1631285"/>
              </a:xfrm>
              <a:custGeom>
                <a:avLst/>
                <a:gdLst/>
                <a:ahLst/>
                <a:cxnLst/>
                <a:rect l="l" t="t" r="r" b="b"/>
                <a:pathLst>
                  <a:path w="1166907" h="1528481">
                    <a:moveTo>
                      <a:pt x="1039463" y="982413"/>
                    </a:moveTo>
                    <a:cubicBezTo>
                      <a:pt x="1104995" y="956124"/>
                      <a:pt x="1166908" y="931359"/>
                      <a:pt x="1166908" y="893926"/>
                    </a:cubicBezTo>
                    <a:cubicBezTo>
                      <a:pt x="1166908" y="856493"/>
                      <a:pt x="1104995" y="831727"/>
                      <a:pt x="1039463" y="805439"/>
                    </a:cubicBezTo>
                    <a:cubicBezTo>
                      <a:pt x="989171" y="785341"/>
                      <a:pt x="932212" y="762481"/>
                      <a:pt x="926973" y="739525"/>
                    </a:cubicBezTo>
                    <a:cubicBezTo>
                      <a:pt x="921449" y="715141"/>
                      <a:pt x="963930" y="668755"/>
                      <a:pt x="1001459" y="627702"/>
                    </a:cubicBezTo>
                    <a:cubicBezTo>
                      <a:pt x="1047940" y="576839"/>
                      <a:pt x="1091946" y="528737"/>
                      <a:pt x="1076325" y="496352"/>
                    </a:cubicBezTo>
                    <a:cubicBezTo>
                      <a:pt x="1060418" y="463300"/>
                      <a:pt x="994601" y="467873"/>
                      <a:pt x="924878" y="472635"/>
                    </a:cubicBezTo>
                    <a:cubicBezTo>
                      <a:pt x="870204" y="476445"/>
                      <a:pt x="808196" y="480636"/>
                      <a:pt x="793052" y="461777"/>
                    </a:cubicBezTo>
                    <a:cubicBezTo>
                      <a:pt x="777812" y="442631"/>
                      <a:pt x="795719" y="382814"/>
                      <a:pt x="811625" y="330141"/>
                    </a:cubicBezTo>
                    <a:cubicBezTo>
                      <a:pt x="831723" y="263466"/>
                      <a:pt x="850583" y="200601"/>
                      <a:pt x="822103" y="177836"/>
                    </a:cubicBezTo>
                    <a:cubicBezTo>
                      <a:pt x="793813" y="155262"/>
                      <a:pt x="736854" y="187456"/>
                      <a:pt x="676561" y="221747"/>
                    </a:cubicBezTo>
                    <a:cubicBezTo>
                      <a:pt x="628460" y="248988"/>
                      <a:pt x="573977" y="279849"/>
                      <a:pt x="551783" y="269181"/>
                    </a:cubicBezTo>
                    <a:cubicBezTo>
                      <a:pt x="530162" y="258704"/>
                      <a:pt x="520541" y="197648"/>
                      <a:pt x="512064" y="143737"/>
                    </a:cubicBezTo>
                    <a:cubicBezTo>
                      <a:pt x="501110" y="74395"/>
                      <a:pt x="490823" y="8958"/>
                      <a:pt x="454724" y="766"/>
                    </a:cubicBezTo>
                    <a:cubicBezTo>
                      <a:pt x="420053" y="-7044"/>
                      <a:pt x="383286" y="46106"/>
                      <a:pt x="344234" y="102494"/>
                    </a:cubicBezTo>
                    <a:cubicBezTo>
                      <a:pt x="312420" y="148499"/>
                      <a:pt x="276320" y="200696"/>
                      <a:pt x="250984" y="200696"/>
                    </a:cubicBezTo>
                    <a:cubicBezTo>
                      <a:pt x="225647" y="200696"/>
                      <a:pt x="189452" y="148499"/>
                      <a:pt x="157639" y="102494"/>
                    </a:cubicBezTo>
                    <a:cubicBezTo>
                      <a:pt x="118682" y="46106"/>
                      <a:pt x="81820" y="-7044"/>
                      <a:pt x="47149" y="766"/>
                    </a:cubicBezTo>
                    <a:cubicBezTo>
                      <a:pt x="21717" y="6577"/>
                      <a:pt x="9049" y="40772"/>
                      <a:pt x="0" y="84777"/>
                    </a:cubicBezTo>
                    <a:lnTo>
                      <a:pt x="0" y="186695"/>
                    </a:lnTo>
                    <a:cubicBezTo>
                      <a:pt x="2381" y="173740"/>
                      <a:pt x="4477" y="160120"/>
                      <a:pt x="6668" y="146404"/>
                    </a:cubicBezTo>
                    <a:cubicBezTo>
                      <a:pt x="15716" y="88587"/>
                      <a:pt x="26099" y="22960"/>
                      <a:pt x="50959" y="17340"/>
                    </a:cubicBezTo>
                    <a:cubicBezTo>
                      <a:pt x="74295" y="11911"/>
                      <a:pt x="111252" y="65156"/>
                      <a:pt x="143732" y="112114"/>
                    </a:cubicBezTo>
                    <a:cubicBezTo>
                      <a:pt x="181166" y="166406"/>
                      <a:pt x="216694" y="217651"/>
                      <a:pt x="250984" y="217651"/>
                    </a:cubicBezTo>
                    <a:cubicBezTo>
                      <a:pt x="285274" y="217651"/>
                      <a:pt x="320707" y="166406"/>
                      <a:pt x="358235" y="112114"/>
                    </a:cubicBezTo>
                    <a:cubicBezTo>
                      <a:pt x="390716" y="65156"/>
                      <a:pt x="427577" y="12006"/>
                      <a:pt x="450914" y="17340"/>
                    </a:cubicBezTo>
                    <a:cubicBezTo>
                      <a:pt x="475869" y="22960"/>
                      <a:pt x="486156" y="88587"/>
                      <a:pt x="495300" y="146404"/>
                    </a:cubicBezTo>
                    <a:cubicBezTo>
                      <a:pt x="505301" y="210031"/>
                      <a:pt x="514826" y="270134"/>
                      <a:pt x="544354" y="284421"/>
                    </a:cubicBezTo>
                    <a:cubicBezTo>
                      <a:pt x="574643" y="298994"/>
                      <a:pt x="628174" y="268610"/>
                      <a:pt x="684943" y="236510"/>
                    </a:cubicBezTo>
                    <a:cubicBezTo>
                      <a:pt x="735235" y="207935"/>
                      <a:pt x="792194" y="175646"/>
                      <a:pt x="811530" y="191076"/>
                    </a:cubicBezTo>
                    <a:cubicBezTo>
                      <a:pt x="831056" y="206697"/>
                      <a:pt x="812102" y="269657"/>
                      <a:pt x="795338" y="325188"/>
                    </a:cubicBezTo>
                    <a:cubicBezTo>
                      <a:pt x="776669" y="387481"/>
                      <a:pt x="758952" y="446251"/>
                      <a:pt x="779717" y="472349"/>
                    </a:cubicBezTo>
                    <a:cubicBezTo>
                      <a:pt x="800386" y="498258"/>
                      <a:pt x="861441" y="494067"/>
                      <a:pt x="926116" y="489589"/>
                    </a:cubicBezTo>
                    <a:cubicBezTo>
                      <a:pt x="984218" y="485589"/>
                      <a:pt x="1050131" y="481112"/>
                      <a:pt x="1061085" y="503782"/>
                    </a:cubicBezTo>
                    <a:cubicBezTo>
                      <a:pt x="1071658" y="525784"/>
                      <a:pt x="1027652" y="573886"/>
                      <a:pt x="988886" y="616272"/>
                    </a:cubicBezTo>
                    <a:cubicBezTo>
                      <a:pt x="944690" y="664659"/>
                      <a:pt x="902875" y="710284"/>
                      <a:pt x="910400" y="743336"/>
                    </a:cubicBezTo>
                    <a:cubicBezTo>
                      <a:pt x="917638" y="774959"/>
                      <a:pt x="973741" y="797438"/>
                      <a:pt x="1033177" y="821250"/>
                    </a:cubicBezTo>
                    <a:cubicBezTo>
                      <a:pt x="1087946" y="843157"/>
                      <a:pt x="1149953" y="868018"/>
                      <a:pt x="1149953" y="893926"/>
                    </a:cubicBezTo>
                    <a:cubicBezTo>
                      <a:pt x="1149953" y="919834"/>
                      <a:pt x="1087946" y="944694"/>
                      <a:pt x="1033177" y="966602"/>
                    </a:cubicBezTo>
                    <a:cubicBezTo>
                      <a:pt x="973741" y="990414"/>
                      <a:pt x="917638" y="1012893"/>
                      <a:pt x="910400" y="1044611"/>
                    </a:cubicBezTo>
                    <a:cubicBezTo>
                      <a:pt x="902875" y="1077568"/>
                      <a:pt x="944690" y="1123288"/>
                      <a:pt x="988886" y="1171580"/>
                    </a:cubicBezTo>
                    <a:cubicBezTo>
                      <a:pt x="1027652" y="1214061"/>
                      <a:pt x="1071658" y="1262067"/>
                      <a:pt x="1061085" y="1284165"/>
                    </a:cubicBezTo>
                    <a:cubicBezTo>
                      <a:pt x="1050131" y="1306834"/>
                      <a:pt x="984218" y="1302263"/>
                      <a:pt x="926116" y="1298262"/>
                    </a:cubicBezTo>
                    <a:cubicBezTo>
                      <a:pt x="861441" y="1293881"/>
                      <a:pt x="800386" y="1289594"/>
                      <a:pt x="779717" y="1315503"/>
                    </a:cubicBezTo>
                    <a:cubicBezTo>
                      <a:pt x="758952" y="1341601"/>
                      <a:pt x="776669" y="1400370"/>
                      <a:pt x="795338" y="1462664"/>
                    </a:cubicBezTo>
                    <a:cubicBezTo>
                      <a:pt x="801910" y="1484571"/>
                      <a:pt x="808863" y="1507622"/>
                      <a:pt x="813626" y="1528481"/>
                    </a:cubicBezTo>
                    <a:lnTo>
                      <a:pt x="831056" y="1528481"/>
                    </a:lnTo>
                    <a:cubicBezTo>
                      <a:pt x="826294" y="1506669"/>
                      <a:pt x="819055" y="1482380"/>
                      <a:pt x="811625" y="1457711"/>
                    </a:cubicBezTo>
                    <a:cubicBezTo>
                      <a:pt x="795719" y="1405037"/>
                      <a:pt x="777812" y="1345220"/>
                      <a:pt x="793052" y="1326170"/>
                    </a:cubicBezTo>
                    <a:cubicBezTo>
                      <a:pt x="808196" y="1307216"/>
                      <a:pt x="870204" y="1311502"/>
                      <a:pt x="924878" y="1315216"/>
                    </a:cubicBezTo>
                    <a:cubicBezTo>
                      <a:pt x="994601" y="1319979"/>
                      <a:pt x="1060418" y="1324551"/>
                      <a:pt x="1076325" y="1291499"/>
                    </a:cubicBezTo>
                    <a:cubicBezTo>
                      <a:pt x="1091946" y="1259114"/>
                      <a:pt x="1047940" y="1211013"/>
                      <a:pt x="1001459" y="1160150"/>
                    </a:cubicBezTo>
                    <a:cubicBezTo>
                      <a:pt x="963930" y="1119097"/>
                      <a:pt x="921449" y="1072710"/>
                      <a:pt x="926973" y="1048326"/>
                    </a:cubicBezTo>
                    <a:cubicBezTo>
                      <a:pt x="932212" y="1025371"/>
                      <a:pt x="989171" y="1002511"/>
                      <a:pt x="1039463" y="982413"/>
                    </a:cubicBezTo>
                    <a:close/>
                    <a:moveTo>
                      <a:pt x="544354" y="1503431"/>
                    </a:moveTo>
                    <a:cubicBezTo>
                      <a:pt x="535210" y="1507812"/>
                      <a:pt x="528066" y="1516575"/>
                      <a:pt x="522256" y="1528481"/>
                    </a:cubicBezTo>
                    <a:lnTo>
                      <a:pt x="541592" y="1528481"/>
                    </a:lnTo>
                    <a:cubicBezTo>
                      <a:pt x="544640" y="1523910"/>
                      <a:pt x="548069" y="1520575"/>
                      <a:pt x="551783" y="1518766"/>
                    </a:cubicBezTo>
                    <a:cubicBezTo>
                      <a:pt x="563023" y="1513336"/>
                      <a:pt x="582454" y="1518480"/>
                      <a:pt x="605123" y="1528481"/>
                    </a:cubicBezTo>
                    <a:lnTo>
                      <a:pt x="643604" y="1528481"/>
                    </a:lnTo>
                    <a:cubicBezTo>
                      <a:pt x="603028" y="1506955"/>
                      <a:pt x="567119" y="1492477"/>
                      <a:pt x="544354" y="1503431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20000"/>
                  <a:lumOff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8412270" y="0"/>
                <a:ext cx="1955156" cy="1008657"/>
              </a:xfrm>
              <a:custGeom>
                <a:avLst/>
                <a:gdLst/>
                <a:ahLst/>
                <a:cxnLst/>
                <a:rect l="l" t="t" r="r" b="b"/>
                <a:pathLst>
                  <a:path w="1831942" h="945091">
                    <a:moveTo>
                      <a:pt x="1704498" y="139637"/>
                    </a:moveTo>
                    <a:cubicBezTo>
                      <a:pt x="1770030" y="113348"/>
                      <a:pt x="1831943" y="88583"/>
                      <a:pt x="1831943" y="51149"/>
                    </a:cubicBezTo>
                    <a:cubicBezTo>
                      <a:pt x="1831943" y="31242"/>
                      <a:pt x="1814322" y="14859"/>
                      <a:pt x="1788033" y="0"/>
                    </a:cubicBezTo>
                    <a:lnTo>
                      <a:pt x="1749837" y="0"/>
                    </a:lnTo>
                    <a:cubicBezTo>
                      <a:pt x="1785842" y="16097"/>
                      <a:pt x="1814989" y="33433"/>
                      <a:pt x="1814989" y="51149"/>
                    </a:cubicBezTo>
                    <a:cubicBezTo>
                      <a:pt x="1814989" y="77057"/>
                      <a:pt x="1752886" y="101918"/>
                      <a:pt x="1698212" y="123825"/>
                    </a:cubicBezTo>
                    <a:cubicBezTo>
                      <a:pt x="1638776" y="147638"/>
                      <a:pt x="1582578" y="170117"/>
                      <a:pt x="1575435" y="201740"/>
                    </a:cubicBezTo>
                    <a:cubicBezTo>
                      <a:pt x="1567910" y="234791"/>
                      <a:pt x="1609630" y="280416"/>
                      <a:pt x="1653921" y="328803"/>
                    </a:cubicBezTo>
                    <a:cubicBezTo>
                      <a:pt x="1692687" y="371189"/>
                      <a:pt x="1736693" y="419291"/>
                      <a:pt x="1726025" y="441293"/>
                    </a:cubicBezTo>
                    <a:cubicBezTo>
                      <a:pt x="1715072" y="463963"/>
                      <a:pt x="1649253" y="459486"/>
                      <a:pt x="1591056" y="455486"/>
                    </a:cubicBezTo>
                    <a:cubicBezTo>
                      <a:pt x="1526477" y="451009"/>
                      <a:pt x="1465421" y="446818"/>
                      <a:pt x="1444752" y="472726"/>
                    </a:cubicBezTo>
                    <a:cubicBezTo>
                      <a:pt x="1423988" y="498824"/>
                      <a:pt x="1441609" y="557594"/>
                      <a:pt x="1460373" y="619887"/>
                    </a:cubicBezTo>
                    <a:cubicBezTo>
                      <a:pt x="1477042" y="675418"/>
                      <a:pt x="1495997" y="738378"/>
                      <a:pt x="1476565" y="753999"/>
                    </a:cubicBezTo>
                    <a:cubicBezTo>
                      <a:pt x="1458849" y="768001"/>
                      <a:pt x="1410176" y="742569"/>
                      <a:pt x="1363694" y="716375"/>
                    </a:cubicBezTo>
                    <a:cubicBezTo>
                      <a:pt x="1359122" y="713708"/>
                      <a:pt x="1354550" y="711137"/>
                      <a:pt x="1349978" y="708565"/>
                    </a:cubicBezTo>
                    <a:cubicBezTo>
                      <a:pt x="1293209" y="676465"/>
                      <a:pt x="1239583" y="646081"/>
                      <a:pt x="1209389" y="660654"/>
                    </a:cubicBezTo>
                    <a:cubicBezTo>
                      <a:pt x="1199959" y="665226"/>
                      <a:pt x="1192530" y="674465"/>
                      <a:pt x="1186529" y="687038"/>
                    </a:cubicBezTo>
                    <a:cubicBezTo>
                      <a:pt x="1184434" y="691325"/>
                      <a:pt x="1182528" y="696087"/>
                      <a:pt x="1180719" y="701135"/>
                    </a:cubicBezTo>
                    <a:cubicBezTo>
                      <a:pt x="1177957" y="709041"/>
                      <a:pt x="1175480" y="717804"/>
                      <a:pt x="1173289" y="727138"/>
                    </a:cubicBezTo>
                    <a:cubicBezTo>
                      <a:pt x="1172147" y="731711"/>
                      <a:pt x="1171098" y="736378"/>
                      <a:pt x="1170146" y="741236"/>
                    </a:cubicBezTo>
                    <a:cubicBezTo>
                      <a:pt x="1166527" y="758952"/>
                      <a:pt x="1163478" y="778288"/>
                      <a:pt x="1160336" y="798005"/>
                    </a:cubicBezTo>
                    <a:cubicBezTo>
                      <a:pt x="1160336" y="798195"/>
                      <a:pt x="1160240" y="798481"/>
                      <a:pt x="1160240" y="798671"/>
                    </a:cubicBezTo>
                    <a:cubicBezTo>
                      <a:pt x="1159573" y="803243"/>
                      <a:pt x="1158811" y="807911"/>
                      <a:pt x="1158049" y="812578"/>
                    </a:cubicBezTo>
                    <a:cubicBezTo>
                      <a:pt x="1155478" y="828675"/>
                      <a:pt x="1152715" y="844963"/>
                      <a:pt x="1149572" y="860012"/>
                    </a:cubicBezTo>
                    <a:cubicBezTo>
                      <a:pt x="1148906" y="863060"/>
                      <a:pt x="1148239" y="866013"/>
                      <a:pt x="1147572" y="868871"/>
                    </a:cubicBezTo>
                    <a:cubicBezTo>
                      <a:pt x="1145762" y="876586"/>
                      <a:pt x="1143857" y="883825"/>
                      <a:pt x="1141762" y="890492"/>
                    </a:cubicBezTo>
                    <a:cubicBezTo>
                      <a:pt x="1135189" y="910876"/>
                      <a:pt x="1126998" y="925163"/>
                      <a:pt x="1115949" y="927735"/>
                    </a:cubicBezTo>
                    <a:cubicBezTo>
                      <a:pt x="1113282" y="928307"/>
                      <a:pt x="1110519" y="928211"/>
                      <a:pt x="1107567" y="927449"/>
                    </a:cubicBezTo>
                    <a:cubicBezTo>
                      <a:pt x="1103947" y="926497"/>
                      <a:pt x="1100042" y="924497"/>
                      <a:pt x="1096042" y="921639"/>
                    </a:cubicBezTo>
                    <a:cubicBezTo>
                      <a:pt x="1091279" y="918496"/>
                      <a:pt x="1086326" y="914114"/>
                      <a:pt x="1081278" y="908971"/>
                    </a:cubicBezTo>
                    <a:cubicBezTo>
                      <a:pt x="1073848" y="901446"/>
                      <a:pt x="1066038" y="892112"/>
                      <a:pt x="1058227" y="881920"/>
                    </a:cubicBezTo>
                    <a:cubicBezTo>
                      <a:pt x="1052703" y="874681"/>
                      <a:pt x="1047179" y="867061"/>
                      <a:pt x="1041654" y="859346"/>
                    </a:cubicBezTo>
                    <a:cubicBezTo>
                      <a:pt x="1039082" y="855726"/>
                      <a:pt x="1036511" y="852107"/>
                      <a:pt x="1034034" y="848487"/>
                    </a:cubicBezTo>
                    <a:cubicBezTo>
                      <a:pt x="1030414" y="843248"/>
                      <a:pt x="1026795" y="838105"/>
                      <a:pt x="1023271" y="832961"/>
                    </a:cubicBezTo>
                    <a:cubicBezTo>
                      <a:pt x="1019842" y="828008"/>
                      <a:pt x="1016412" y="822960"/>
                      <a:pt x="1012888" y="818102"/>
                    </a:cubicBezTo>
                    <a:cubicBezTo>
                      <a:pt x="1004602" y="806006"/>
                      <a:pt x="996219" y="794385"/>
                      <a:pt x="988028" y="783622"/>
                    </a:cubicBezTo>
                    <a:cubicBezTo>
                      <a:pt x="963358" y="751237"/>
                      <a:pt x="939355" y="727424"/>
                      <a:pt x="915924" y="727424"/>
                    </a:cubicBezTo>
                    <a:cubicBezTo>
                      <a:pt x="881634" y="727424"/>
                      <a:pt x="846201" y="778669"/>
                      <a:pt x="808672" y="832961"/>
                    </a:cubicBezTo>
                    <a:cubicBezTo>
                      <a:pt x="776192" y="879920"/>
                      <a:pt x="739426" y="932974"/>
                      <a:pt x="715994" y="927735"/>
                    </a:cubicBezTo>
                    <a:cubicBezTo>
                      <a:pt x="691134" y="922115"/>
                      <a:pt x="680752" y="856488"/>
                      <a:pt x="671608" y="798671"/>
                    </a:cubicBezTo>
                    <a:cubicBezTo>
                      <a:pt x="661606" y="735044"/>
                      <a:pt x="652177" y="674942"/>
                      <a:pt x="622554" y="660654"/>
                    </a:cubicBezTo>
                    <a:cubicBezTo>
                      <a:pt x="617220" y="658082"/>
                      <a:pt x="611124" y="656844"/>
                      <a:pt x="604361" y="656844"/>
                    </a:cubicBezTo>
                    <a:cubicBezTo>
                      <a:pt x="573214" y="656844"/>
                      <a:pt x="528638" y="682085"/>
                      <a:pt x="481965" y="708565"/>
                    </a:cubicBezTo>
                    <a:cubicBezTo>
                      <a:pt x="431673" y="737140"/>
                      <a:pt x="374713" y="769430"/>
                      <a:pt x="355378" y="753999"/>
                    </a:cubicBezTo>
                    <a:cubicBezTo>
                      <a:pt x="335852" y="738378"/>
                      <a:pt x="354806" y="675418"/>
                      <a:pt x="371570" y="619887"/>
                    </a:cubicBezTo>
                    <a:cubicBezTo>
                      <a:pt x="390334" y="557594"/>
                      <a:pt x="407955" y="498824"/>
                      <a:pt x="387191" y="472726"/>
                    </a:cubicBezTo>
                    <a:cubicBezTo>
                      <a:pt x="366522" y="446818"/>
                      <a:pt x="305467" y="451009"/>
                      <a:pt x="240792" y="455486"/>
                    </a:cubicBezTo>
                    <a:cubicBezTo>
                      <a:pt x="182689" y="459486"/>
                      <a:pt x="116777" y="464058"/>
                      <a:pt x="105823" y="441293"/>
                    </a:cubicBezTo>
                    <a:cubicBezTo>
                      <a:pt x="95250" y="419291"/>
                      <a:pt x="139255" y="371189"/>
                      <a:pt x="178022" y="328803"/>
                    </a:cubicBezTo>
                    <a:cubicBezTo>
                      <a:pt x="222218" y="280416"/>
                      <a:pt x="264033" y="234791"/>
                      <a:pt x="256508" y="201740"/>
                    </a:cubicBezTo>
                    <a:cubicBezTo>
                      <a:pt x="249269" y="170117"/>
                      <a:pt x="193167" y="147638"/>
                      <a:pt x="133731" y="123825"/>
                    </a:cubicBezTo>
                    <a:cubicBezTo>
                      <a:pt x="79057" y="101918"/>
                      <a:pt x="16954" y="77057"/>
                      <a:pt x="16954" y="51149"/>
                    </a:cubicBezTo>
                    <a:cubicBezTo>
                      <a:pt x="16954" y="33433"/>
                      <a:pt x="46101" y="16193"/>
                      <a:pt x="82010" y="0"/>
                    </a:cubicBezTo>
                    <a:lnTo>
                      <a:pt x="44005" y="0"/>
                    </a:lnTo>
                    <a:cubicBezTo>
                      <a:pt x="17621" y="14859"/>
                      <a:pt x="0" y="31147"/>
                      <a:pt x="0" y="51149"/>
                    </a:cubicBezTo>
                    <a:cubicBezTo>
                      <a:pt x="0" y="88583"/>
                      <a:pt x="61913" y="113348"/>
                      <a:pt x="127445" y="139637"/>
                    </a:cubicBezTo>
                    <a:cubicBezTo>
                      <a:pt x="177736" y="159734"/>
                      <a:pt x="234696" y="182594"/>
                      <a:pt x="239935" y="205550"/>
                    </a:cubicBezTo>
                    <a:cubicBezTo>
                      <a:pt x="245459" y="229934"/>
                      <a:pt x="202978" y="276320"/>
                      <a:pt x="165545" y="317373"/>
                    </a:cubicBezTo>
                    <a:cubicBezTo>
                      <a:pt x="118967" y="368237"/>
                      <a:pt x="74962" y="416338"/>
                      <a:pt x="90583" y="448723"/>
                    </a:cubicBezTo>
                    <a:cubicBezTo>
                      <a:pt x="106489" y="481775"/>
                      <a:pt x="172307" y="477203"/>
                      <a:pt x="242030" y="472440"/>
                    </a:cubicBezTo>
                    <a:cubicBezTo>
                      <a:pt x="296703" y="468630"/>
                      <a:pt x="358807" y="464439"/>
                      <a:pt x="373856" y="483299"/>
                    </a:cubicBezTo>
                    <a:cubicBezTo>
                      <a:pt x="389191" y="502444"/>
                      <a:pt x="371189" y="562261"/>
                      <a:pt x="355282" y="614934"/>
                    </a:cubicBezTo>
                    <a:cubicBezTo>
                      <a:pt x="335280" y="681609"/>
                      <a:pt x="316325" y="744474"/>
                      <a:pt x="344805" y="767239"/>
                    </a:cubicBezTo>
                    <a:cubicBezTo>
                      <a:pt x="373094" y="789908"/>
                      <a:pt x="430053" y="757523"/>
                      <a:pt x="490347" y="723329"/>
                    </a:cubicBezTo>
                    <a:cubicBezTo>
                      <a:pt x="538448" y="696087"/>
                      <a:pt x="592931" y="665226"/>
                      <a:pt x="615124" y="675894"/>
                    </a:cubicBezTo>
                    <a:cubicBezTo>
                      <a:pt x="636746" y="686372"/>
                      <a:pt x="646366" y="747427"/>
                      <a:pt x="654844" y="801338"/>
                    </a:cubicBezTo>
                    <a:cubicBezTo>
                      <a:pt x="665797" y="870680"/>
                      <a:pt x="676084" y="936117"/>
                      <a:pt x="712184" y="944309"/>
                    </a:cubicBezTo>
                    <a:cubicBezTo>
                      <a:pt x="746855" y="952214"/>
                      <a:pt x="783717" y="898970"/>
                      <a:pt x="822674" y="842582"/>
                    </a:cubicBezTo>
                    <a:cubicBezTo>
                      <a:pt x="854487" y="796576"/>
                      <a:pt x="890588" y="744379"/>
                      <a:pt x="915924" y="744379"/>
                    </a:cubicBezTo>
                    <a:cubicBezTo>
                      <a:pt x="932973" y="744379"/>
                      <a:pt x="954977" y="768001"/>
                      <a:pt x="977169" y="797433"/>
                    </a:cubicBezTo>
                    <a:cubicBezTo>
                      <a:pt x="985456" y="808387"/>
                      <a:pt x="993838" y="820198"/>
                      <a:pt x="1001935" y="832009"/>
                    </a:cubicBezTo>
                    <a:cubicBezTo>
                      <a:pt x="1004411" y="835533"/>
                      <a:pt x="1006887" y="839057"/>
                      <a:pt x="1009269" y="842582"/>
                    </a:cubicBezTo>
                    <a:cubicBezTo>
                      <a:pt x="1013841" y="849249"/>
                      <a:pt x="1018413" y="855821"/>
                      <a:pt x="1022889" y="862298"/>
                    </a:cubicBezTo>
                    <a:cubicBezTo>
                      <a:pt x="1025557" y="865918"/>
                      <a:pt x="1028033" y="869537"/>
                      <a:pt x="1030605" y="873062"/>
                    </a:cubicBezTo>
                    <a:cubicBezTo>
                      <a:pt x="1036320" y="880967"/>
                      <a:pt x="1041845" y="888587"/>
                      <a:pt x="1047464" y="895636"/>
                    </a:cubicBezTo>
                    <a:cubicBezTo>
                      <a:pt x="1055370" y="905828"/>
                      <a:pt x="1063276" y="914972"/>
                      <a:pt x="1070991" y="922592"/>
                    </a:cubicBezTo>
                    <a:cubicBezTo>
                      <a:pt x="1075944" y="927354"/>
                      <a:pt x="1080897" y="931640"/>
                      <a:pt x="1085755" y="935069"/>
                    </a:cubicBezTo>
                    <a:cubicBezTo>
                      <a:pt x="1089470" y="937641"/>
                      <a:pt x="1093184" y="939832"/>
                      <a:pt x="1096899" y="941451"/>
                    </a:cubicBezTo>
                    <a:cubicBezTo>
                      <a:pt x="1102233" y="943832"/>
                      <a:pt x="1107567" y="945071"/>
                      <a:pt x="1112805" y="945071"/>
                    </a:cubicBezTo>
                    <a:cubicBezTo>
                      <a:pt x="1115092" y="945071"/>
                      <a:pt x="1117378" y="944880"/>
                      <a:pt x="1119759" y="944309"/>
                    </a:cubicBezTo>
                    <a:cubicBezTo>
                      <a:pt x="1122807" y="943642"/>
                      <a:pt x="1125760" y="942499"/>
                      <a:pt x="1128427" y="940975"/>
                    </a:cubicBezTo>
                    <a:cubicBezTo>
                      <a:pt x="1139190" y="935069"/>
                      <a:pt x="1147286" y="923163"/>
                      <a:pt x="1153668" y="907256"/>
                    </a:cubicBezTo>
                    <a:cubicBezTo>
                      <a:pt x="1154335" y="905542"/>
                      <a:pt x="1155002" y="903827"/>
                      <a:pt x="1155668" y="902018"/>
                    </a:cubicBezTo>
                    <a:cubicBezTo>
                      <a:pt x="1158049" y="895445"/>
                      <a:pt x="1160240" y="888302"/>
                      <a:pt x="1162145" y="880682"/>
                    </a:cubicBezTo>
                    <a:cubicBezTo>
                      <a:pt x="1163098" y="877253"/>
                      <a:pt x="1163955" y="873633"/>
                      <a:pt x="1164812" y="870013"/>
                    </a:cubicBezTo>
                    <a:cubicBezTo>
                      <a:pt x="1167956" y="856012"/>
                      <a:pt x="1170718" y="840867"/>
                      <a:pt x="1173194" y="825151"/>
                    </a:cubicBezTo>
                    <a:cubicBezTo>
                      <a:pt x="1174052" y="820388"/>
                      <a:pt x="1174813" y="815435"/>
                      <a:pt x="1175575" y="810578"/>
                    </a:cubicBezTo>
                    <a:cubicBezTo>
                      <a:pt x="1176147" y="807530"/>
                      <a:pt x="1176623" y="804386"/>
                      <a:pt x="1177099" y="801338"/>
                    </a:cubicBezTo>
                    <a:cubicBezTo>
                      <a:pt x="1179576" y="785717"/>
                      <a:pt x="1182052" y="769430"/>
                      <a:pt x="1185005" y="753999"/>
                    </a:cubicBezTo>
                    <a:cubicBezTo>
                      <a:pt x="1185958" y="749141"/>
                      <a:pt x="1186910" y="744284"/>
                      <a:pt x="1187862" y="739712"/>
                    </a:cubicBezTo>
                    <a:cubicBezTo>
                      <a:pt x="1189958" y="729996"/>
                      <a:pt x="1192244" y="720852"/>
                      <a:pt x="1194816" y="712661"/>
                    </a:cubicBezTo>
                    <a:cubicBezTo>
                      <a:pt x="1196435" y="707327"/>
                      <a:pt x="1198150" y="702374"/>
                      <a:pt x="1200055" y="697992"/>
                    </a:cubicBezTo>
                    <a:cubicBezTo>
                      <a:pt x="1204722" y="687038"/>
                      <a:pt x="1210151" y="679133"/>
                      <a:pt x="1216723" y="675894"/>
                    </a:cubicBezTo>
                    <a:cubicBezTo>
                      <a:pt x="1238917" y="665226"/>
                      <a:pt x="1293495" y="696087"/>
                      <a:pt x="1341596" y="723424"/>
                    </a:cubicBezTo>
                    <a:cubicBezTo>
                      <a:pt x="1345311" y="725519"/>
                      <a:pt x="1349121" y="727710"/>
                      <a:pt x="1352836" y="729710"/>
                    </a:cubicBezTo>
                    <a:cubicBezTo>
                      <a:pt x="1408843" y="761333"/>
                      <a:pt x="1460563" y="788480"/>
                      <a:pt x="1487138" y="767239"/>
                    </a:cubicBezTo>
                    <a:cubicBezTo>
                      <a:pt x="1515618" y="744569"/>
                      <a:pt x="1496663" y="681609"/>
                      <a:pt x="1476661" y="614934"/>
                    </a:cubicBezTo>
                    <a:cubicBezTo>
                      <a:pt x="1460754" y="562261"/>
                      <a:pt x="1442752" y="502444"/>
                      <a:pt x="1457992" y="483299"/>
                    </a:cubicBezTo>
                    <a:cubicBezTo>
                      <a:pt x="1473136" y="464439"/>
                      <a:pt x="1535239" y="468630"/>
                      <a:pt x="1589913" y="472440"/>
                    </a:cubicBezTo>
                    <a:cubicBezTo>
                      <a:pt x="1659541" y="477203"/>
                      <a:pt x="1725453" y="481775"/>
                      <a:pt x="1741361" y="448723"/>
                    </a:cubicBezTo>
                    <a:cubicBezTo>
                      <a:pt x="1756981" y="416338"/>
                      <a:pt x="1712976" y="368237"/>
                      <a:pt x="1666398" y="317373"/>
                    </a:cubicBezTo>
                    <a:cubicBezTo>
                      <a:pt x="1628965" y="276320"/>
                      <a:pt x="1586484" y="229934"/>
                      <a:pt x="1592008" y="205550"/>
                    </a:cubicBezTo>
                    <a:cubicBezTo>
                      <a:pt x="1597247" y="182594"/>
                      <a:pt x="1654207" y="159734"/>
                      <a:pt x="1704498" y="139637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20000"/>
                  <a:lumOff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11221137" y="5903933"/>
                <a:ext cx="977629" cy="954067"/>
              </a:xfrm>
              <a:custGeom>
                <a:avLst/>
                <a:gdLst/>
                <a:ahLst/>
                <a:cxnLst/>
                <a:rect l="l" t="t" r="r" b="b"/>
                <a:pathLst>
                  <a:path w="916019" h="893942">
                    <a:moveTo>
                      <a:pt x="822770" y="102510"/>
                    </a:moveTo>
                    <a:cubicBezTo>
                      <a:pt x="783717" y="46122"/>
                      <a:pt x="746760" y="-7122"/>
                      <a:pt x="712280" y="783"/>
                    </a:cubicBezTo>
                    <a:cubicBezTo>
                      <a:pt x="676180" y="8975"/>
                      <a:pt x="665798" y="74412"/>
                      <a:pt x="654939" y="143753"/>
                    </a:cubicBezTo>
                    <a:cubicBezTo>
                      <a:pt x="646462" y="197665"/>
                      <a:pt x="636841" y="258720"/>
                      <a:pt x="615221" y="269103"/>
                    </a:cubicBezTo>
                    <a:cubicBezTo>
                      <a:pt x="593027" y="279866"/>
                      <a:pt x="538544" y="249004"/>
                      <a:pt x="490442" y="221668"/>
                    </a:cubicBezTo>
                    <a:cubicBezTo>
                      <a:pt x="430149" y="187473"/>
                      <a:pt x="373190" y="155279"/>
                      <a:pt x="344901" y="177853"/>
                    </a:cubicBezTo>
                    <a:cubicBezTo>
                      <a:pt x="316421" y="200522"/>
                      <a:pt x="335281" y="263483"/>
                      <a:pt x="355378" y="330158"/>
                    </a:cubicBezTo>
                    <a:cubicBezTo>
                      <a:pt x="371190" y="382831"/>
                      <a:pt x="389191" y="442648"/>
                      <a:pt x="373952" y="461698"/>
                    </a:cubicBezTo>
                    <a:cubicBezTo>
                      <a:pt x="358807" y="480652"/>
                      <a:pt x="296799" y="476366"/>
                      <a:pt x="242031" y="472652"/>
                    </a:cubicBezTo>
                    <a:cubicBezTo>
                      <a:pt x="172403" y="467889"/>
                      <a:pt x="106585" y="463317"/>
                      <a:pt x="90583" y="496369"/>
                    </a:cubicBezTo>
                    <a:cubicBezTo>
                      <a:pt x="74962" y="528754"/>
                      <a:pt x="118967" y="576855"/>
                      <a:pt x="165545" y="627719"/>
                    </a:cubicBezTo>
                    <a:cubicBezTo>
                      <a:pt x="203074" y="668771"/>
                      <a:pt x="245555" y="715158"/>
                      <a:pt x="240031" y="739542"/>
                    </a:cubicBezTo>
                    <a:cubicBezTo>
                      <a:pt x="234791" y="762498"/>
                      <a:pt x="177737" y="785357"/>
                      <a:pt x="127445" y="805455"/>
                    </a:cubicBezTo>
                    <a:cubicBezTo>
                      <a:pt x="61913" y="831744"/>
                      <a:pt x="0" y="856509"/>
                      <a:pt x="0" y="893942"/>
                    </a:cubicBezTo>
                    <a:lnTo>
                      <a:pt x="17050" y="893942"/>
                    </a:lnTo>
                    <a:cubicBezTo>
                      <a:pt x="17050" y="868035"/>
                      <a:pt x="79058" y="843174"/>
                      <a:pt x="133827" y="821267"/>
                    </a:cubicBezTo>
                    <a:cubicBezTo>
                      <a:pt x="193263" y="797454"/>
                      <a:pt x="249365" y="774975"/>
                      <a:pt x="256604" y="743257"/>
                    </a:cubicBezTo>
                    <a:cubicBezTo>
                      <a:pt x="264034" y="710300"/>
                      <a:pt x="222314" y="664580"/>
                      <a:pt x="178118" y="616288"/>
                    </a:cubicBezTo>
                    <a:cubicBezTo>
                      <a:pt x="139255" y="573807"/>
                      <a:pt x="95345" y="525801"/>
                      <a:pt x="105918" y="503798"/>
                    </a:cubicBezTo>
                    <a:cubicBezTo>
                      <a:pt x="116872" y="481034"/>
                      <a:pt x="182785" y="485606"/>
                      <a:pt x="240888" y="489606"/>
                    </a:cubicBezTo>
                    <a:cubicBezTo>
                      <a:pt x="305563" y="494083"/>
                      <a:pt x="366523" y="498274"/>
                      <a:pt x="387191" y="472366"/>
                    </a:cubicBezTo>
                    <a:cubicBezTo>
                      <a:pt x="408052" y="446267"/>
                      <a:pt x="390335" y="387498"/>
                      <a:pt x="371666" y="325204"/>
                    </a:cubicBezTo>
                    <a:cubicBezTo>
                      <a:pt x="354902" y="269674"/>
                      <a:pt x="335947" y="206619"/>
                      <a:pt x="355474" y="191093"/>
                    </a:cubicBezTo>
                    <a:cubicBezTo>
                      <a:pt x="374810" y="175662"/>
                      <a:pt x="431769" y="207952"/>
                      <a:pt x="482060" y="236527"/>
                    </a:cubicBezTo>
                    <a:cubicBezTo>
                      <a:pt x="538735" y="268626"/>
                      <a:pt x="592360" y="299011"/>
                      <a:pt x="622649" y="284438"/>
                    </a:cubicBezTo>
                    <a:cubicBezTo>
                      <a:pt x="652178" y="270150"/>
                      <a:pt x="661703" y="210047"/>
                      <a:pt x="671703" y="146421"/>
                    </a:cubicBezTo>
                    <a:cubicBezTo>
                      <a:pt x="680848" y="88508"/>
                      <a:pt x="691135" y="22976"/>
                      <a:pt x="715995" y="17356"/>
                    </a:cubicBezTo>
                    <a:cubicBezTo>
                      <a:pt x="739426" y="11928"/>
                      <a:pt x="776288" y="65172"/>
                      <a:pt x="808768" y="112130"/>
                    </a:cubicBezTo>
                    <a:cubicBezTo>
                      <a:pt x="846297" y="166423"/>
                      <a:pt x="881730" y="217667"/>
                      <a:pt x="916020" y="217667"/>
                    </a:cubicBezTo>
                    <a:lnTo>
                      <a:pt x="916020" y="200713"/>
                    </a:lnTo>
                    <a:cubicBezTo>
                      <a:pt x="890588" y="200713"/>
                      <a:pt x="854584" y="148516"/>
                      <a:pt x="822770" y="102510"/>
                    </a:cubicBezTo>
                    <a:close/>
                  </a:path>
                </a:pathLst>
              </a:custGeom>
              <a:solidFill>
                <a:srgbClr val="FFD05C">
                  <a:alpha val="100000"/>
                  <a:lumMod val="20000"/>
                  <a:lumOff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236119" y="1202548"/>
                <a:ext cx="11580795" cy="4697746"/>
                <a:chOff x="236119" y="1202548"/>
                <a:chExt cx="11580795" cy="4697746"/>
              </a:xfrm>
            </p:grpSpPr>
            <p:grpSp>
              <p:nvGrpSpPr>
                <p:cNvPr id="10" name="Group 10"/>
                <p:cNvGrpSpPr/>
                <p:nvPr/>
              </p:nvGrpSpPr>
              <p:grpSpPr>
                <a:xfrm>
                  <a:off x="236119" y="1283255"/>
                  <a:ext cx="2887682" cy="4315598"/>
                  <a:chOff x="294226" y="452879"/>
                  <a:chExt cx="3837623" cy="5735270"/>
                </a:xfrm>
              </p:grpSpPr>
              <p:sp>
                <p:nvSpPr>
                  <p:cNvPr id="11" name="AutoShape 11"/>
                  <p:cNvSpPr/>
                  <p:nvPr/>
                </p:nvSpPr>
                <p:spPr>
                  <a:xfrm>
                    <a:off x="948353" y="2201400"/>
                    <a:ext cx="2812832" cy="27442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67" h="2571311">
                        <a:moveTo>
                          <a:pt x="2635568" y="1285656"/>
                        </a:moveTo>
                        <a:cubicBezTo>
                          <a:pt x="2635568" y="1374048"/>
                          <a:pt x="2306288" y="1424340"/>
                          <a:pt x="2287429" y="1507112"/>
                        </a:cubicBezTo>
                        <a:cubicBezTo>
                          <a:pt x="2267998" y="1592551"/>
                          <a:pt x="2542413" y="1780479"/>
                          <a:pt x="2505266" y="1857537"/>
                        </a:cubicBezTo>
                        <a:cubicBezTo>
                          <a:pt x="2467451" y="1935927"/>
                          <a:pt x="2149126" y="1838201"/>
                          <a:pt x="2095309" y="1905447"/>
                        </a:cubicBezTo>
                        <a:cubicBezTo>
                          <a:pt x="2041303" y="1973075"/>
                          <a:pt x="2207133" y="2261778"/>
                          <a:pt x="2139506" y="2315784"/>
                        </a:cubicBezTo>
                        <a:cubicBezTo>
                          <a:pt x="2072164" y="2369505"/>
                          <a:pt x="1827562" y="2143954"/>
                          <a:pt x="1749266" y="2181672"/>
                        </a:cubicBezTo>
                        <a:cubicBezTo>
                          <a:pt x="1672209" y="2218820"/>
                          <a:pt x="1696403" y="2551052"/>
                          <a:pt x="1610963" y="2570483"/>
                        </a:cubicBezTo>
                        <a:cubicBezTo>
                          <a:pt x="1528191" y="2589247"/>
                          <a:pt x="1406271" y="2279875"/>
                          <a:pt x="1317784" y="2279875"/>
                        </a:cubicBezTo>
                        <a:cubicBezTo>
                          <a:pt x="1229297" y="2279875"/>
                          <a:pt x="1107377" y="2589342"/>
                          <a:pt x="1024604" y="2570483"/>
                        </a:cubicBezTo>
                        <a:cubicBezTo>
                          <a:pt x="939165" y="2551052"/>
                          <a:pt x="963454" y="2218820"/>
                          <a:pt x="886301" y="2181672"/>
                        </a:cubicBezTo>
                        <a:cubicBezTo>
                          <a:pt x="807911" y="2143858"/>
                          <a:pt x="563308" y="2369505"/>
                          <a:pt x="496062" y="2315784"/>
                        </a:cubicBezTo>
                        <a:cubicBezTo>
                          <a:pt x="428435" y="2261778"/>
                          <a:pt x="594265" y="1973075"/>
                          <a:pt x="540258" y="1905447"/>
                        </a:cubicBezTo>
                        <a:cubicBezTo>
                          <a:pt x="486537" y="1838106"/>
                          <a:pt x="168116" y="1935832"/>
                          <a:pt x="130302" y="1857537"/>
                        </a:cubicBezTo>
                        <a:cubicBezTo>
                          <a:pt x="93154" y="1780479"/>
                          <a:pt x="367570" y="1592551"/>
                          <a:pt x="348139" y="1507112"/>
                        </a:cubicBezTo>
                        <a:cubicBezTo>
                          <a:pt x="329375" y="1424340"/>
                          <a:pt x="0" y="1374048"/>
                          <a:pt x="0" y="1285656"/>
                        </a:cubicBezTo>
                        <a:cubicBezTo>
                          <a:pt x="0" y="1197264"/>
                          <a:pt x="329279" y="1146972"/>
                          <a:pt x="348139" y="1064199"/>
                        </a:cubicBezTo>
                        <a:cubicBezTo>
                          <a:pt x="367570" y="978760"/>
                          <a:pt x="93154" y="790832"/>
                          <a:pt x="130302" y="713774"/>
                        </a:cubicBezTo>
                        <a:cubicBezTo>
                          <a:pt x="168116" y="635384"/>
                          <a:pt x="486442" y="733110"/>
                          <a:pt x="540258" y="665864"/>
                        </a:cubicBezTo>
                        <a:cubicBezTo>
                          <a:pt x="594265" y="598236"/>
                          <a:pt x="428435" y="309534"/>
                          <a:pt x="496062" y="255527"/>
                        </a:cubicBezTo>
                        <a:cubicBezTo>
                          <a:pt x="563404" y="201806"/>
                          <a:pt x="808006" y="427358"/>
                          <a:pt x="886301" y="389639"/>
                        </a:cubicBezTo>
                        <a:cubicBezTo>
                          <a:pt x="963358" y="352491"/>
                          <a:pt x="939165" y="20259"/>
                          <a:pt x="1024604" y="828"/>
                        </a:cubicBezTo>
                        <a:cubicBezTo>
                          <a:pt x="1107377" y="-17936"/>
                          <a:pt x="1229297" y="291436"/>
                          <a:pt x="1317784" y="291436"/>
                        </a:cubicBezTo>
                        <a:cubicBezTo>
                          <a:pt x="1406271" y="291436"/>
                          <a:pt x="1528191" y="-18031"/>
                          <a:pt x="1610963" y="828"/>
                        </a:cubicBezTo>
                        <a:cubicBezTo>
                          <a:pt x="1696403" y="20259"/>
                          <a:pt x="1672114" y="352491"/>
                          <a:pt x="1749266" y="389639"/>
                        </a:cubicBezTo>
                        <a:cubicBezTo>
                          <a:pt x="1827657" y="427453"/>
                          <a:pt x="2072259" y="201806"/>
                          <a:pt x="2139506" y="255527"/>
                        </a:cubicBezTo>
                        <a:cubicBezTo>
                          <a:pt x="2207133" y="309534"/>
                          <a:pt x="2041303" y="598236"/>
                          <a:pt x="2095309" y="665864"/>
                        </a:cubicBezTo>
                        <a:cubicBezTo>
                          <a:pt x="2149031" y="733206"/>
                          <a:pt x="2467451" y="635479"/>
                          <a:pt x="2505266" y="713774"/>
                        </a:cubicBezTo>
                        <a:cubicBezTo>
                          <a:pt x="2542413" y="790832"/>
                          <a:pt x="2267998" y="978760"/>
                          <a:pt x="2287429" y="1064199"/>
                        </a:cubicBezTo>
                        <a:cubicBezTo>
                          <a:pt x="2306193" y="1146972"/>
                          <a:pt x="2635568" y="1197264"/>
                          <a:pt x="2635568" y="1285656"/>
                        </a:cubicBezTo>
                        <a:close/>
                      </a:path>
                    </a:pathLst>
                  </a:custGeom>
                  <a:solidFill>
                    <a:srgbClr val="FFD05C">
                      <a:alpha val="100000"/>
                      <a:lumMod val="20000"/>
                      <a:lumOff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2" name="Group 12"/>
                  <p:cNvGrpSpPr/>
                  <p:nvPr/>
                </p:nvGrpSpPr>
                <p:grpSpPr>
                  <a:xfrm>
                    <a:off x="294226" y="452879"/>
                    <a:ext cx="3837623" cy="5735270"/>
                    <a:chOff x="656683" y="862488"/>
                    <a:chExt cx="3595776" cy="5373833"/>
                  </a:xfrm>
                </p:grpSpPr>
                <p:grpSp>
                  <p:nvGrpSpPr>
                    <p:cNvPr id="13" name="Group 13"/>
                    <p:cNvGrpSpPr/>
                    <p:nvPr/>
                  </p:nvGrpSpPr>
                  <p:grpSpPr>
                    <a:xfrm>
                      <a:off x="656683" y="954359"/>
                      <a:ext cx="3300764" cy="5281962"/>
                      <a:chOff x="656683" y="954359"/>
                      <a:chExt cx="3300764" cy="5281962"/>
                    </a:xfrm>
                  </p:grpSpPr>
                  <p:grpSp>
                    <p:nvGrpSpPr>
                      <p:cNvPr id="14" name="Group 14"/>
                      <p:cNvGrpSpPr/>
                      <p:nvPr/>
                    </p:nvGrpSpPr>
                    <p:grpSpPr>
                      <a:xfrm>
                        <a:off x="656683" y="954359"/>
                        <a:ext cx="3154572" cy="5281962"/>
                        <a:chOff x="656683" y="954359"/>
                        <a:chExt cx="3154572" cy="5281962"/>
                      </a:xfrm>
                    </p:grpSpPr>
                    <p:grpSp>
                      <p:nvGrpSpPr>
                        <p:cNvPr id="15" name="Group 15"/>
                        <p:cNvGrpSpPr/>
                        <p:nvPr/>
                      </p:nvGrpSpPr>
                      <p:grpSpPr>
                        <a:xfrm>
                          <a:off x="2748081" y="954359"/>
                          <a:ext cx="1016663" cy="1127328"/>
                          <a:chOff x="2748081" y="954359"/>
                          <a:chExt cx="1016663" cy="1127328"/>
                        </a:xfrm>
                      </p:grpSpPr>
                      <p:grpSp>
                        <p:nvGrpSpPr>
                          <p:cNvPr id="16" name="Group 16"/>
                          <p:cNvGrpSpPr/>
                          <p:nvPr/>
                        </p:nvGrpSpPr>
                        <p:grpSpPr>
                          <a:xfrm>
                            <a:off x="2748081" y="954359"/>
                            <a:ext cx="1016663" cy="1127328"/>
                            <a:chOff x="2748081" y="954359"/>
                            <a:chExt cx="1016663" cy="1127328"/>
                          </a:xfrm>
                        </p:grpSpPr>
                        <p:grpSp>
                          <p:nvGrpSpPr>
                            <p:cNvPr id="17" name="Group 17"/>
                            <p:cNvGrpSpPr/>
                            <p:nvPr/>
                          </p:nvGrpSpPr>
                          <p:grpSpPr>
                            <a:xfrm>
                              <a:off x="2770869" y="992258"/>
                              <a:ext cx="993875" cy="1089429"/>
                              <a:chOff x="2770869" y="992258"/>
                              <a:chExt cx="993875" cy="1089429"/>
                            </a:xfrm>
                          </p:grpSpPr>
                          <p:sp>
                            <p:nvSpPr>
                              <p:cNvPr id="18" name="AutoShape 18"/>
                              <p:cNvSpPr/>
                              <p:nvPr/>
                            </p:nvSpPr>
                            <p:spPr>
                              <a:xfrm>
                                <a:off x="2777277" y="998651"/>
                                <a:ext cx="981075" cy="1076706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81075" h="1076706">
                                    <a:moveTo>
                                      <a:pt x="336636" y="712"/>
                                    </a:moveTo>
                                    <a:cubicBezTo>
                                      <a:pt x="671820" y="98343"/>
                                      <a:pt x="913089" y="210452"/>
                                      <a:pt x="971096" y="238456"/>
                                    </a:cubicBezTo>
                                    <a:cubicBezTo>
                                      <a:pt x="978907" y="242171"/>
                                      <a:pt x="982812" y="251029"/>
                                      <a:pt x="980335" y="259316"/>
                                    </a:cubicBezTo>
                                    <a:cubicBezTo>
                                      <a:pt x="957380" y="338468"/>
                                      <a:pt x="839842" y="731565"/>
                                      <a:pt x="678202" y="1066750"/>
                                    </a:cubicBezTo>
                                    <a:cubicBezTo>
                                      <a:pt x="673916" y="1075608"/>
                                      <a:pt x="663153" y="1079228"/>
                                      <a:pt x="654390" y="1074846"/>
                                    </a:cubicBezTo>
                                    <a:cubicBezTo>
                                      <a:pt x="375403" y="936067"/>
                                      <a:pt x="87938" y="840912"/>
                                      <a:pt x="12310" y="816814"/>
                                    </a:cubicBezTo>
                                    <a:cubicBezTo>
                                      <a:pt x="2213" y="813575"/>
                                      <a:pt x="-2835" y="802145"/>
                                      <a:pt x="1642" y="792525"/>
                                    </a:cubicBezTo>
                                    <a:cubicBezTo>
                                      <a:pt x="183378" y="398095"/>
                                      <a:pt x="290630" y="85199"/>
                                      <a:pt x="314919" y="12142"/>
                                    </a:cubicBezTo>
                                    <a:cubicBezTo>
                                      <a:pt x="317872" y="3093"/>
                                      <a:pt x="327587" y="-1955"/>
                                      <a:pt x="336636" y="712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FFD05C">
                                  <a:alpha val="100000"/>
                                  <a:lumMod val="20000"/>
                                  <a:lumOff val="8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19" name="AutoShape 19"/>
                              <p:cNvSpPr/>
                              <p:nvPr/>
                            </p:nvSpPr>
                            <p:spPr>
                              <a:xfrm>
                                <a:off x="2770869" y="992258"/>
                                <a:ext cx="993875" cy="108942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93875" h="1089429">
                                    <a:moveTo>
                                      <a:pt x="980266" y="239038"/>
                                    </a:moveTo>
                                    <a:cubicBezTo>
                                      <a:pt x="974456" y="236180"/>
                                      <a:pt x="967217" y="232751"/>
                                      <a:pt x="958644" y="228751"/>
                                    </a:cubicBezTo>
                                    <a:cubicBezTo>
                                      <a:pt x="919401" y="210463"/>
                                      <a:pt x="852250" y="180269"/>
                                      <a:pt x="762620" y="144550"/>
                                    </a:cubicBezTo>
                                    <a:cubicBezTo>
                                      <a:pt x="653463" y="101021"/>
                                      <a:pt x="510874" y="49395"/>
                                      <a:pt x="344853" y="1008"/>
                                    </a:cubicBezTo>
                                    <a:cubicBezTo>
                                      <a:pt x="332375" y="-2707"/>
                                      <a:pt x="319422" y="4151"/>
                                      <a:pt x="315230" y="16534"/>
                                    </a:cubicBezTo>
                                    <a:cubicBezTo>
                                      <a:pt x="313421" y="22058"/>
                                      <a:pt x="311230" y="28440"/>
                                      <a:pt x="308754" y="35774"/>
                                    </a:cubicBezTo>
                                    <a:cubicBezTo>
                                      <a:pt x="305610" y="45109"/>
                                      <a:pt x="301896" y="55777"/>
                                      <a:pt x="297705" y="67969"/>
                                    </a:cubicBezTo>
                                    <a:cubicBezTo>
                                      <a:pt x="289037" y="93020"/>
                                      <a:pt x="278178" y="123881"/>
                                      <a:pt x="265034" y="159885"/>
                                    </a:cubicBezTo>
                                    <a:cubicBezTo>
                                      <a:pt x="261319" y="170172"/>
                                      <a:pt x="257414" y="180840"/>
                                      <a:pt x="253318" y="191984"/>
                                    </a:cubicBezTo>
                                    <a:cubicBezTo>
                                      <a:pt x="242936" y="219988"/>
                                      <a:pt x="231411" y="250468"/>
                                      <a:pt x="218838" y="283329"/>
                                    </a:cubicBezTo>
                                    <a:cubicBezTo>
                                      <a:pt x="214837" y="293711"/>
                                      <a:pt x="210741" y="304284"/>
                                      <a:pt x="206550" y="315238"/>
                                    </a:cubicBezTo>
                                    <a:cubicBezTo>
                                      <a:pt x="195311" y="344003"/>
                                      <a:pt x="183309" y="374293"/>
                                      <a:pt x="170546" y="406106"/>
                                    </a:cubicBezTo>
                                    <a:cubicBezTo>
                                      <a:pt x="166355" y="416489"/>
                                      <a:pt x="162069" y="427157"/>
                                      <a:pt x="157687" y="437920"/>
                                    </a:cubicBezTo>
                                    <a:cubicBezTo>
                                      <a:pt x="145781" y="466971"/>
                                      <a:pt x="133303" y="497165"/>
                                      <a:pt x="120254" y="528312"/>
                                    </a:cubicBezTo>
                                    <a:cubicBezTo>
                                      <a:pt x="115872" y="538694"/>
                                      <a:pt x="111396" y="549267"/>
                                      <a:pt x="106823" y="559935"/>
                                    </a:cubicBezTo>
                                    <a:cubicBezTo>
                                      <a:pt x="94441" y="589177"/>
                                      <a:pt x="81487" y="619181"/>
                                      <a:pt x="67962" y="649946"/>
                                    </a:cubicBezTo>
                                    <a:cubicBezTo>
                                      <a:pt x="63389" y="660329"/>
                                      <a:pt x="58817" y="670901"/>
                                      <a:pt x="54150" y="681474"/>
                                    </a:cubicBezTo>
                                    <a:cubicBezTo>
                                      <a:pt x="39291" y="714812"/>
                                      <a:pt x="23956" y="748911"/>
                                      <a:pt x="7954" y="783677"/>
                                    </a:cubicBezTo>
                                    <a:cubicBezTo>
                                      <a:pt x="6049" y="787868"/>
                                      <a:pt x="4144" y="791964"/>
                                      <a:pt x="2239" y="796155"/>
                                    </a:cubicBezTo>
                                    <a:cubicBezTo>
                                      <a:pt x="-714" y="802442"/>
                                      <a:pt x="-714" y="809681"/>
                                      <a:pt x="2048" y="815967"/>
                                    </a:cubicBezTo>
                                    <a:cubicBezTo>
                                      <a:pt x="4811" y="822349"/>
                                      <a:pt x="10145" y="827111"/>
                                      <a:pt x="16717" y="829207"/>
                                    </a:cubicBezTo>
                                    <a:cubicBezTo>
                                      <a:pt x="97203" y="854829"/>
                                      <a:pt x="381334" y="949222"/>
                                      <a:pt x="657940" y="1086858"/>
                                    </a:cubicBezTo>
                                    <a:cubicBezTo>
                                      <a:pt x="661369" y="1088573"/>
                                      <a:pt x="665084" y="1089430"/>
                                      <a:pt x="668703" y="1089430"/>
                                    </a:cubicBezTo>
                                    <a:cubicBezTo>
                                      <a:pt x="671370" y="1089430"/>
                                      <a:pt x="674037" y="1088954"/>
                                      <a:pt x="676609" y="1088096"/>
                                    </a:cubicBezTo>
                                    <a:cubicBezTo>
                                      <a:pt x="682705" y="1086001"/>
                                      <a:pt x="687563" y="1081619"/>
                                      <a:pt x="690420" y="1075809"/>
                                    </a:cubicBezTo>
                                    <a:cubicBezTo>
                                      <a:pt x="852631" y="739577"/>
                                      <a:pt x="970836" y="343432"/>
                                      <a:pt x="992934" y="267422"/>
                                    </a:cubicBezTo>
                                    <a:cubicBezTo>
                                      <a:pt x="996173" y="256088"/>
                                      <a:pt x="990839" y="244181"/>
                                      <a:pt x="980266" y="239038"/>
                                    </a:cubicBezTo>
                                    <a:close/>
                                    <a:moveTo>
                                      <a:pt x="672418" y="1076000"/>
                                    </a:moveTo>
                                    <a:cubicBezTo>
                                      <a:pt x="669561" y="1077047"/>
                                      <a:pt x="666417" y="1076762"/>
                                      <a:pt x="663655" y="1075428"/>
                                    </a:cubicBezTo>
                                    <a:cubicBezTo>
                                      <a:pt x="386192" y="937411"/>
                                      <a:pt x="101299" y="842828"/>
                                      <a:pt x="20622" y="817110"/>
                                    </a:cubicBezTo>
                                    <a:cubicBezTo>
                                      <a:pt x="17479" y="816062"/>
                                      <a:pt x="15002" y="813872"/>
                                      <a:pt x="13669" y="810824"/>
                                    </a:cubicBezTo>
                                    <a:cubicBezTo>
                                      <a:pt x="12335" y="807871"/>
                                      <a:pt x="12431" y="804537"/>
                                      <a:pt x="13669" y="801489"/>
                                    </a:cubicBezTo>
                                    <a:cubicBezTo>
                                      <a:pt x="15764" y="796822"/>
                                      <a:pt x="17955" y="792250"/>
                                      <a:pt x="20051" y="787678"/>
                                    </a:cubicBezTo>
                                    <a:cubicBezTo>
                                      <a:pt x="36053" y="752721"/>
                                      <a:pt x="51483" y="718431"/>
                                      <a:pt x="66342" y="684998"/>
                                    </a:cubicBezTo>
                                    <a:cubicBezTo>
                                      <a:pt x="71009" y="674426"/>
                                      <a:pt x="75677" y="663948"/>
                                      <a:pt x="80249" y="653566"/>
                                    </a:cubicBezTo>
                                    <a:cubicBezTo>
                                      <a:pt x="93679" y="622800"/>
                                      <a:pt x="106633" y="592701"/>
                                      <a:pt x="119111" y="563459"/>
                                    </a:cubicBezTo>
                                    <a:cubicBezTo>
                                      <a:pt x="123588" y="552791"/>
                                      <a:pt x="128064" y="542314"/>
                                      <a:pt x="132446" y="531836"/>
                                    </a:cubicBezTo>
                                    <a:cubicBezTo>
                                      <a:pt x="145590" y="500690"/>
                                      <a:pt x="158068" y="470495"/>
                                      <a:pt x="169879" y="441444"/>
                                    </a:cubicBezTo>
                                    <a:cubicBezTo>
                                      <a:pt x="174261" y="430681"/>
                                      <a:pt x="178547" y="420013"/>
                                      <a:pt x="182738" y="409631"/>
                                    </a:cubicBezTo>
                                    <a:cubicBezTo>
                                      <a:pt x="195501" y="377817"/>
                                      <a:pt x="207503" y="347528"/>
                                      <a:pt x="218742" y="318762"/>
                                    </a:cubicBezTo>
                                    <a:cubicBezTo>
                                      <a:pt x="222933" y="307904"/>
                                      <a:pt x="227029" y="297236"/>
                                      <a:pt x="231030" y="286853"/>
                                    </a:cubicBezTo>
                                    <a:cubicBezTo>
                                      <a:pt x="243603" y="253992"/>
                                      <a:pt x="255128" y="223512"/>
                                      <a:pt x="265510" y="195509"/>
                                    </a:cubicBezTo>
                                    <a:cubicBezTo>
                                      <a:pt x="269606" y="184460"/>
                                      <a:pt x="273511" y="173696"/>
                                      <a:pt x="277226" y="163505"/>
                                    </a:cubicBezTo>
                                    <a:cubicBezTo>
                                      <a:pt x="290370" y="127405"/>
                                      <a:pt x="301229" y="96639"/>
                                      <a:pt x="309897" y="71588"/>
                                    </a:cubicBezTo>
                                    <a:cubicBezTo>
                                      <a:pt x="314088" y="59396"/>
                                      <a:pt x="317802" y="48633"/>
                                      <a:pt x="320946" y="39394"/>
                                    </a:cubicBezTo>
                                    <a:cubicBezTo>
                                      <a:pt x="323327" y="32250"/>
                                      <a:pt x="325422" y="25964"/>
                                      <a:pt x="327232" y="20534"/>
                                    </a:cubicBezTo>
                                    <a:cubicBezTo>
                                      <a:pt x="328851" y="15772"/>
                                      <a:pt x="333233" y="12724"/>
                                      <a:pt x="337995" y="12724"/>
                                    </a:cubicBezTo>
                                    <a:cubicBezTo>
                                      <a:pt x="339043" y="12724"/>
                                      <a:pt x="340091" y="12914"/>
                                      <a:pt x="341234" y="13200"/>
                                    </a:cubicBezTo>
                                    <a:cubicBezTo>
                                      <a:pt x="644796" y="101687"/>
                                      <a:pt x="869586" y="201128"/>
                                      <a:pt x="954930" y="241133"/>
                                    </a:cubicBezTo>
                                    <a:cubicBezTo>
                                      <a:pt x="962645" y="244848"/>
                                      <a:pt x="969217" y="247991"/>
                                      <a:pt x="974646" y="250563"/>
                                    </a:cubicBezTo>
                                    <a:cubicBezTo>
                                      <a:pt x="979599" y="252944"/>
                                      <a:pt x="982076" y="258564"/>
                                      <a:pt x="980552" y="263898"/>
                                    </a:cubicBezTo>
                                    <a:cubicBezTo>
                                      <a:pt x="958549" y="339717"/>
                                      <a:pt x="840630" y="734909"/>
                                      <a:pt x="678800" y="1070285"/>
                                    </a:cubicBezTo>
                                    <a:cubicBezTo>
                                      <a:pt x="677466" y="1073047"/>
                                      <a:pt x="675180" y="1075047"/>
                                      <a:pt x="672323" y="107600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</p:grpSp>
                        <p:sp>
                          <p:nvSpPr>
                            <p:cNvPr id="20" name="AutoShape 20"/>
                            <p:cNvSpPr/>
                            <p:nvPr/>
                          </p:nvSpPr>
                          <p:spPr>
                            <a:xfrm>
                              <a:off x="2751369" y="954359"/>
                              <a:ext cx="981075" cy="107670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81075" h="1076706">
                                  <a:moveTo>
                                    <a:pt x="336636" y="712"/>
                                  </a:moveTo>
                                  <a:cubicBezTo>
                                    <a:pt x="671821" y="98343"/>
                                    <a:pt x="913089" y="210452"/>
                                    <a:pt x="971096" y="238456"/>
                                  </a:cubicBezTo>
                                  <a:cubicBezTo>
                                    <a:pt x="978907" y="242171"/>
                                    <a:pt x="982812" y="251029"/>
                                    <a:pt x="980335" y="259316"/>
                                  </a:cubicBezTo>
                                  <a:cubicBezTo>
                                    <a:pt x="957380" y="338468"/>
                                    <a:pt x="839842" y="731565"/>
                                    <a:pt x="678202" y="1066750"/>
                                  </a:cubicBezTo>
                                  <a:cubicBezTo>
                                    <a:pt x="673916" y="1075608"/>
                                    <a:pt x="663153" y="1079228"/>
                                    <a:pt x="654390" y="1074846"/>
                                  </a:cubicBezTo>
                                  <a:cubicBezTo>
                                    <a:pt x="375403" y="936067"/>
                                    <a:pt x="87938" y="840912"/>
                                    <a:pt x="12310" y="816814"/>
                                  </a:cubicBezTo>
                                  <a:cubicBezTo>
                                    <a:pt x="2213" y="813575"/>
                                    <a:pt x="-2835" y="802145"/>
                                    <a:pt x="1642" y="792525"/>
                                  </a:cubicBezTo>
                                  <a:cubicBezTo>
                                    <a:pt x="183378" y="398095"/>
                                    <a:pt x="290630" y="85199"/>
                                    <a:pt x="314919" y="12142"/>
                                  </a:cubicBezTo>
                                  <a:cubicBezTo>
                                    <a:pt x="317872" y="3093"/>
                                    <a:pt x="327587" y="-1955"/>
                                    <a:pt x="336636" y="71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21" name="AutoShape 21"/>
                            <p:cNvSpPr/>
                            <p:nvPr/>
                          </p:nvSpPr>
                          <p:spPr>
                            <a:xfrm>
                              <a:off x="2979348" y="1004976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22" name="AutoShape 22"/>
                            <p:cNvSpPr/>
                            <p:nvPr/>
                          </p:nvSpPr>
                          <p:spPr>
                            <a:xfrm>
                              <a:off x="2933056" y="1128325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23" name="AutoShape 23"/>
                            <p:cNvSpPr/>
                            <p:nvPr/>
                          </p:nvSpPr>
                          <p:spPr>
                            <a:xfrm>
                              <a:off x="2886765" y="1251674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24" name="AutoShape 24"/>
                            <p:cNvSpPr/>
                            <p:nvPr/>
                          </p:nvSpPr>
                          <p:spPr>
                            <a:xfrm>
                              <a:off x="2840569" y="1375118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25" name="AutoShape 25"/>
                            <p:cNvSpPr/>
                            <p:nvPr/>
                          </p:nvSpPr>
                          <p:spPr>
                            <a:xfrm>
                              <a:off x="2794277" y="1498466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8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26" name="AutoShape 26"/>
                            <p:cNvSpPr/>
                            <p:nvPr/>
                          </p:nvSpPr>
                          <p:spPr>
                            <a:xfrm>
                              <a:off x="2748081" y="1621910"/>
                              <a:ext cx="126635" cy="603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6635" h="60305">
                                  <a:moveTo>
                                    <a:pt x="115610" y="27533"/>
                                  </a:moveTo>
                                  <a:cubicBezTo>
                                    <a:pt x="84749" y="18580"/>
                                    <a:pt x="53888" y="9722"/>
                                    <a:pt x="23027" y="768"/>
                                  </a:cubicBezTo>
                                  <a:cubicBezTo>
                                    <a:pt x="2072" y="-5328"/>
                                    <a:pt x="-10120" y="26676"/>
                                    <a:pt x="11025" y="32772"/>
                                  </a:cubicBezTo>
                                  <a:cubicBezTo>
                                    <a:pt x="41886" y="41726"/>
                                    <a:pt x="72747" y="50584"/>
                                    <a:pt x="103609" y="59537"/>
                                  </a:cubicBezTo>
                                  <a:cubicBezTo>
                                    <a:pt x="124563" y="65633"/>
                                    <a:pt x="136755" y="33629"/>
                                    <a:pt x="115610" y="275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  <p:grpSp>
                        <p:nvGrpSpPr>
                          <p:cNvPr id="27" name="Group 27"/>
                          <p:cNvGrpSpPr/>
                          <p:nvPr/>
                        </p:nvGrpSpPr>
                        <p:grpSpPr>
                          <a:xfrm>
                            <a:off x="2912437" y="1076493"/>
                            <a:ext cx="754613" cy="829458"/>
                            <a:chOff x="2912437" y="1076493"/>
                            <a:chExt cx="754613" cy="829458"/>
                          </a:xfrm>
                          <a:solidFill>
                            <a:srgbClr val="282523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28" name="AutoShape 28"/>
                            <p:cNvSpPr/>
                            <p:nvPr/>
                          </p:nvSpPr>
                          <p:spPr>
                            <a:xfrm>
                              <a:off x="3149609" y="1076493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2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29" name="AutoShape 29"/>
                            <p:cNvSpPr/>
                            <p:nvPr/>
                          </p:nvSpPr>
                          <p:spPr>
                            <a:xfrm>
                              <a:off x="3110081" y="1181935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3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30" name="AutoShape 30"/>
                            <p:cNvSpPr/>
                            <p:nvPr/>
                          </p:nvSpPr>
                          <p:spPr>
                            <a:xfrm>
                              <a:off x="3070552" y="1287472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3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31" name="AutoShape 31"/>
                            <p:cNvSpPr/>
                            <p:nvPr/>
                          </p:nvSpPr>
                          <p:spPr>
                            <a:xfrm>
                              <a:off x="3031023" y="1392914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0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3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32" name="AutoShape 32"/>
                            <p:cNvSpPr/>
                            <p:nvPr/>
                          </p:nvSpPr>
                          <p:spPr>
                            <a:xfrm>
                              <a:off x="2991495" y="1498356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5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0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2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33" name="AutoShape 33"/>
                            <p:cNvSpPr/>
                            <p:nvPr/>
                          </p:nvSpPr>
                          <p:spPr>
                            <a:xfrm>
                              <a:off x="2951966" y="1603893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2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34" name="AutoShape 34"/>
                            <p:cNvSpPr/>
                            <p:nvPr/>
                          </p:nvSpPr>
                          <p:spPr>
                            <a:xfrm>
                              <a:off x="2912437" y="1709334"/>
                              <a:ext cx="517441" cy="1966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7441" h="196617">
                                  <a:moveTo>
                                    <a:pt x="511038" y="196618"/>
                                  </a:moveTo>
                                  <a:cubicBezTo>
                                    <a:pt x="510276" y="196618"/>
                                    <a:pt x="509609" y="196522"/>
                                    <a:pt x="508847" y="196237"/>
                                  </a:cubicBezTo>
                                  <a:lnTo>
                                    <a:pt x="4213" y="12404"/>
                                  </a:lnTo>
                                  <a:cubicBezTo>
                                    <a:pt x="879" y="11166"/>
                                    <a:pt x="-836" y="7546"/>
                                    <a:pt x="403" y="4213"/>
                                  </a:cubicBezTo>
                                  <a:cubicBezTo>
                                    <a:pt x="1641" y="879"/>
                                    <a:pt x="5261" y="-836"/>
                                    <a:pt x="8594" y="403"/>
                                  </a:cubicBezTo>
                                  <a:lnTo>
                                    <a:pt x="513229" y="184235"/>
                                  </a:lnTo>
                                  <a:cubicBezTo>
                                    <a:pt x="516563" y="185473"/>
                                    <a:pt x="518277" y="189093"/>
                                    <a:pt x="517039" y="192427"/>
                                  </a:cubicBezTo>
                                  <a:cubicBezTo>
                                    <a:pt x="516086" y="194998"/>
                                    <a:pt x="513610" y="196618"/>
                                    <a:pt x="511038" y="1966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</p:grpSp>
                    <p:grpSp>
                      <p:nvGrpSpPr>
                        <p:cNvPr id="35" name="Group 35"/>
                        <p:cNvGrpSpPr/>
                        <p:nvPr/>
                      </p:nvGrpSpPr>
                      <p:grpSpPr>
                        <a:xfrm>
                          <a:off x="1087710" y="1689491"/>
                          <a:ext cx="1629499" cy="1620694"/>
                          <a:chOff x="1087710" y="1689491"/>
                          <a:chExt cx="1629499" cy="1620694"/>
                        </a:xfrm>
                      </p:grpSpPr>
                      <p:sp>
                        <p:nvSpPr>
                          <p:cNvPr id="36" name="AutoShape 36"/>
                          <p:cNvSpPr/>
                          <p:nvPr/>
                        </p:nvSpPr>
                        <p:spPr>
                          <a:xfrm>
                            <a:off x="1087710" y="1689491"/>
                            <a:ext cx="1629499" cy="162069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629499" h="1620694">
                                <a:moveTo>
                                  <a:pt x="8712" y="687663"/>
                                </a:moveTo>
                                <a:lnTo>
                                  <a:pt x="512966" y="1585870"/>
                                </a:lnTo>
                                <a:cubicBezTo>
                                  <a:pt x="531254" y="1618541"/>
                                  <a:pt x="572497" y="1630257"/>
                                  <a:pt x="605263" y="1612255"/>
                                </a:cubicBezTo>
                                <a:lnTo>
                                  <a:pt x="1594149" y="1068663"/>
                                </a:lnTo>
                                <a:cubicBezTo>
                                  <a:pt x="1627200" y="1050470"/>
                                  <a:pt x="1639202" y="1008941"/>
                                  <a:pt x="1621009" y="975889"/>
                                </a:cubicBezTo>
                                <a:lnTo>
                                  <a:pt x="1100658" y="35200"/>
                                </a:lnTo>
                                <a:cubicBezTo>
                                  <a:pt x="1081989" y="1387"/>
                                  <a:pt x="1038936" y="-10139"/>
                                  <a:pt x="1005789" y="9768"/>
                                </a:cubicBezTo>
                                <a:lnTo>
                                  <a:pt x="33001" y="595746"/>
                                </a:lnTo>
                                <a:cubicBezTo>
                                  <a:pt x="1473" y="614796"/>
                                  <a:pt x="-9290" y="655373"/>
                                  <a:pt x="8712" y="68756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6000">
                              <a:alpha val="100000"/>
                              <a:lumMod val="40000"/>
                              <a:lumOff val="6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grpSp>
                        <p:nvGrpSpPr>
                          <p:cNvPr id="37" name="Group 37"/>
                          <p:cNvGrpSpPr/>
                          <p:nvPr/>
                        </p:nvGrpSpPr>
                        <p:grpSpPr>
                          <a:xfrm>
                            <a:off x="1526913" y="2108119"/>
                            <a:ext cx="775720" cy="797400"/>
                            <a:chOff x="1526913" y="2108119"/>
                            <a:chExt cx="775720" cy="797400"/>
                          </a:xfrm>
                        </p:grpSpPr>
                        <p:sp>
                          <p:nvSpPr>
                            <p:cNvPr id="38" name="AutoShape 38"/>
                            <p:cNvSpPr/>
                            <p:nvPr/>
                          </p:nvSpPr>
                          <p:spPr>
                            <a:xfrm>
                              <a:off x="2017204" y="2305907"/>
                              <a:ext cx="285429" cy="53511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85429" h="535114">
                                  <a:moveTo>
                                    <a:pt x="231362" y="1238"/>
                                  </a:moveTo>
                                  <a:cubicBezTo>
                                    <a:pt x="231362" y="1238"/>
                                    <a:pt x="230791" y="381"/>
                                    <a:pt x="230505" y="0"/>
                                  </a:cubicBezTo>
                                  <a:cubicBezTo>
                                    <a:pt x="182785" y="27051"/>
                                    <a:pt x="133731" y="55245"/>
                                    <a:pt x="87535" y="84201"/>
                                  </a:cubicBezTo>
                                  <a:cubicBezTo>
                                    <a:pt x="153638" y="190024"/>
                                    <a:pt x="106871" y="326231"/>
                                    <a:pt x="953" y="392716"/>
                                  </a:cubicBezTo>
                                  <a:cubicBezTo>
                                    <a:pt x="667" y="392906"/>
                                    <a:pt x="286" y="393097"/>
                                    <a:pt x="0" y="393287"/>
                                  </a:cubicBezTo>
                                  <a:cubicBezTo>
                                    <a:pt x="29432" y="439198"/>
                                    <a:pt x="61055" y="486061"/>
                                    <a:pt x="85344" y="535115"/>
                                  </a:cubicBezTo>
                                  <a:cubicBezTo>
                                    <a:pt x="267367" y="419100"/>
                                    <a:pt x="346996" y="183737"/>
                                    <a:pt x="231362" y="123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39" name="AutoShape 39"/>
                            <p:cNvSpPr/>
                            <p:nvPr/>
                          </p:nvSpPr>
                          <p:spPr>
                            <a:xfrm>
                              <a:off x="1566481" y="2609564"/>
                              <a:ext cx="535971" cy="29595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35971" h="295955">
                                  <a:moveTo>
                                    <a:pt x="533495" y="233077"/>
                                  </a:moveTo>
                                  <a:cubicBezTo>
                                    <a:pt x="534353" y="232505"/>
                                    <a:pt x="535210" y="232029"/>
                                    <a:pt x="535972" y="231458"/>
                                  </a:cubicBezTo>
                                  <a:cubicBezTo>
                                    <a:pt x="511683" y="182309"/>
                                    <a:pt x="479965" y="135541"/>
                                    <a:pt x="450628" y="89630"/>
                                  </a:cubicBezTo>
                                  <a:cubicBezTo>
                                    <a:pt x="334518" y="161830"/>
                                    <a:pt x="193072" y="120587"/>
                                    <a:pt x="141923" y="3143"/>
                                  </a:cubicBezTo>
                                  <a:cubicBezTo>
                                    <a:pt x="141446" y="2096"/>
                                    <a:pt x="141065" y="1048"/>
                                    <a:pt x="140589" y="0"/>
                                  </a:cubicBezTo>
                                  <a:cubicBezTo>
                                    <a:pt x="95155" y="33623"/>
                                    <a:pt x="48387" y="61531"/>
                                    <a:pt x="0" y="89154"/>
                                  </a:cubicBezTo>
                                  <a:cubicBezTo>
                                    <a:pt x="90297" y="289179"/>
                                    <a:pt x="333851" y="358426"/>
                                    <a:pt x="533400" y="23307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53AFA6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0" name="AutoShape 40"/>
                            <p:cNvSpPr/>
                            <p:nvPr/>
                          </p:nvSpPr>
                          <p:spPr>
                            <a:xfrm>
                              <a:off x="1526913" y="2155126"/>
                              <a:ext cx="269501" cy="54359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69501" h="543591">
                                  <a:moveTo>
                                    <a:pt x="186158" y="3524"/>
                                  </a:moveTo>
                                  <a:cubicBezTo>
                                    <a:pt x="19470" y="110395"/>
                                    <a:pt x="-49015" y="340043"/>
                                    <a:pt x="37663" y="539020"/>
                                  </a:cubicBezTo>
                                  <a:cubicBezTo>
                                    <a:pt x="38330" y="540544"/>
                                    <a:pt x="38996" y="542068"/>
                                    <a:pt x="39758" y="543592"/>
                                  </a:cubicBezTo>
                                  <a:cubicBezTo>
                                    <a:pt x="88145" y="515969"/>
                                    <a:pt x="134818" y="488156"/>
                                    <a:pt x="180347" y="454438"/>
                                  </a:cubicBezTo>
                                  <a:cubicBezTo>
                                    <a:pt x="132341" y="340138"/>
                                    <a:pt x="171965" y="209169"/>
                                    <a:pt x="267501" y="147923"/>
                                  </a:cubicBezTo>
                                  <a:cubicBezTo>
                                    <a:pt x="268168" y="147542"/>
                                    <a:pt x="268835" y="147066"/>
                                    <a:pt x="269501" y="146685"/>
                                  </a:cubicBezTo>
                                  <a:cubicBezTo>
                                    <a:pt x="246832" y="96965"/>
                                    <a:pt x="217685" y="48482"/>
                                    <a:pt x="191968" y="0"/>
                                  </a:cubicBezTo>
                                  <a:cubicBezTo>
                                    <a:pt x="190063" y="1143"/>
                                    <a:pt x="188063" y="2381"/>
                                    <a:pt x="186158" y="362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1" name="AutoShape 41"/>
                            <p:cNvSpPr/>
                            <p:nvPr/>
                          </p:nvSpPr>
                          <p:spPr>
                            <a:xfrm>
                              <a:off x="1718786" y="2108119"/>
                              <a:ext cx="528923" cy="28189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28923" h="281893">
                                  <a:moveTo>
                                    <a:pt x="0" y="46912"/>
                                  </a:moveTo>
                                  <a:cubicBezTo>
                                    <a:pt x="25717" y="95394"/>
                                    <a:pt x="54769" y="143876"/>
                                    <a:pt x="77533" y="193597"/>
                                  </a:cubicBezTo>
                                  <a:cubicBezTo>
                                    <a:pt x="182975" y="127874"/>
                                    <a:pt x="325660" y="186644"/>
                                    <a:pt x="385286" y="280751"/>
                                  </a:cubicBezTo>
                                  <a:cubicBezTo>
                                    <a:pt x="385572" y="281132"/>
                                    <a:pt x="385763" y="281513"/>
                                    <a:pt x="385953" y="281894"/>
                                  </a:cubicBezTo>
                                  <a:cubicBezTo>
                                    <a:pt x="432149" y="252938"/>
                                    <a:pt x="481203" y="224744"/>
                                    <a:pt x="528923" y="197693"/>
                                  </a:cubicBezTo>
                                  <a:cubicBezTo>
                                    <a:pt x="425767" y="36434"/>
                                    <a:pt x="181737" y="-64150"/>
                                    <a:pt x="0" y="4691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6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2" name="AutoShape 42"/>
                            <p:cNvSpPr/>
                            <p:nvPr/>
                          </p:nvSpPr>
                          <p:spPr>
                            <a:xfrm>
                              <a:off x="1528583" y="2595436"/>
                              <a:ext cx="200286" cy="1291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00286" h="129189">
                                  <a:moveTo>
                                    <a:pt x="6370" y="129189"/>
                                  </a:moveTo>
                                  <a:cubicBezTo>
                                    <a:pt x="4274" y="129189"/>
                                    <a:pt x="2179" y="128142"/>
                                    <a:pt x="941" y="126141"/>
                                  </a:cubicBezTo>
                                  <a:cubicBezTo>
                                    <a:pt x="-869" y="123189"/>
                                    <a:pt x="-12" y="119188"/>
                                    <a:pt x="3036" y="117378"/>
                                  </a:cubicBezTo>
                                  <a:lnTo>
                                    <a:pt x="190583" y="983"/>
                                  </a:lnTo>
                                  <a:cubicBezTo>
                                    <a:pt x="193536" y="-922"/>
                                    <a:pt x="197537" y="30"/>
                                    <a:pt x="199346" y="3078"/>
                                  </a:cubicBezTo>
                                  <a:cubicBezTo>
                                    <a:pt x="201156" y="6031"/>
                                    <a:pt x="200299" y="10031"/>
                                    <a:pt x="197251" y="11841"/>
                                  </a:cubicBezTo>
                                  <a:lnTo>
                                    <a:pt x="9704" y="128237"/>
                                  </a:lnTo>
                                  <a:cubicBezTo>
                                    <a:pt x="8656" y="128904"/>
                                    <a:pt x="7513" y="129189"/>
                                    <a:pt x="6370" y="12918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3" name="AutoShape 43"/>
                            <p:cNvSpPr/>
                            <p:nvPr/>
                          </p:nvSpPr>
                          <p:spPr>
                            <a:xfrm>
                              <a:off x="2005454" y="2686438"/>
                              <a:ext cx="112749" cy="17353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2749" h="173537">
                                  <a:moveTo>
                                    <a:pt x="106429" y="173538"/>
                                  </a:moveTo>
                                  <a:cubicBezTo>
                                    <a:pt x="104333" y="173538"/>
                                    <a:pt x="102238" y="172490"/>
                                    <a:pt x="100999" y="170490"/>
                                  </a:cubicBezTo>
                                  <a:lnTo>
                                    <a:pt x="987" y="9708"/>
                                  </a:lnTo>
                                  <a:cubicBezTo>
                                    <a:pt x="-918" y="6755"/>
                                    <a:pt x="34" y="2754"/>
                                    <a:pt x="2987" y="945"/>
                                  </a:cubicBezTo>
                                  <a:cubicBezTo>
                                    <a:pt x="5940" y="-865"/>
                                    <a:pt x="9940" y="-8"/>
                                    <a:pt x="11750" y="2945"/>
                                  </a:cubicBezTo>
                                  <a:lnTo>
                                    <a:pt x="111763" y="163727"/>
                                  </a:lnTo>
                                  <a:cubicBezTo>
                                    <a:pt x="113668" y="166680"/>
                                    <a:pt x="112715" y="170680"/>
                                    <a:pt x="109762" y="172490"/>
                                  </a:cubicBezTo>
                                  <a:cubicBezTo>
                                    <a:pt x="108715" y="173157"/>
                                    <a:pt x="107572" y="173442"/>
                                    <a:pt x="106429" y="17344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4" name="AutoShape 44"/>
                            <p:cNvSpPr/>
                            <p:nvPr/>
                          </p:nvSpPr>
                          <p:spPr>
                            <a:xfrm>
                              <a:off x="2091909" y="2289052"/>
                              <a:ext cx="176155" cy="11943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76155" h="119439">
                                  <a:moveTo>
                                    <a:pt x="6353" y="119439"/>
                                  </a:moveTo>
                                  <a:cubicBezTo>
                                    <a:pt x="4258" y="119439"/>
                                    <a:pt x="2257" y="118391"/>
                                    <a:pt x="1019" y="116582"/>
                                  </a:cubicBezTo>
                                  <a:cubicBezTo>
                                    <a:pt x="-886" y="113629"/>
                                    <a:pt x="-29" y="109724"/>
                                    <a:pt x="2829" y="107723"/>
                                  </a:cubicBezTo>
                                  <a:lnTo>
                                    <a:pt x="166278" y="1043"/>
                                  </a:lnTo>
                                  <a:cubicBezTo>
                                    <a:pt x="169231" y="-862"/>
                                    <a:pt x="173136" y="-100"/>
                                    <a:pt x="175136" y="2853"/>
                                  </a:cubicBezTo>
                                  <a:cubicBezTo>
                                    <a:pt x="177041" y="5806"/>
                                    <a:pt x="176184" y="9711"/>
                                    <a:pt x="173326" y="11711"/>
                                  </a:cubicBezTo>
                                  <a:lnTo>
                                    <a:pt x="9877" y="118391"/>
                                  </a:lnTo>
                                  <a:cubicBezTo>
                                    <a:pt x="8830" y="119058"/>
                                    <a:pt x="7591" y="119439"/>
                                    <a:pt x="6448" y="11943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5" name="AutoShape 45"/>
                            <p:cNvSpPr/>
                            <p:nvPr/>
                          </p:nvSpPr>
                          <p:spPr>
                            <a:xfrm>
                              <a:off x="1703580" y="2136968"/>
                              <a:ext cx="104229" cy="17446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4229" h="174463">
                                  <a:moveTo>
                                    <a:pt x="97882" y="174463"/>
                                  </a:moveTo>
                                  <a:cubicBezTo>
                                    <a:pt x="95691" y="174463"/>
                                    <a:pt x="93501" y="173320"/>
                                    <a:pt x="92358" y="171225"/>
                                  </a:cubicBezTo>
                                  <a:lnTo>
                                    <a:pt x="823" y="9490"/>
                                  </a:lnTo>
                                  <a:cubicBezTo>
                                    <a:pt x="-892" y="6442"/>
                                    <a:pt x="156" y="2537"/>
                                    <a:pt x="3204" y="823"/>
                                  </a:cubicBezTo>
                                  <a:cubicBezTo>
                                    <a:pt x="6252" y="-892"/>
                                    <a:pt x="10157" y="156"/>
                                    <a:pt x="11872" y="3204"/>
                                  </a:cubicBezTo>
                                  <a:lnTo>
                                    <a:pt x="103407" y="164938"/>
                                  </a:lnTo>
                                  <a:cubicBezTo>
                                    <a:pt x="105121" y="167986"/>
                                    <a:pt x="104074" y="171891"/>
                                    <a:pt x="101026" y="173606"/>
                                  </a:cubicBezTo>
                                  <a:cubicBezTo>
                                    <a:pt x="100073" y="174178"/>
                                    <a:pt x="98930" y="174463"/>
                                    <a:pt x="97882" y="17446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6" name="AutoShape 46"/>
                            <p:cNvSpPr/>
                            <p:nvPr/>
                          </p:nvSpPr>
                          <p:spPr>
                            <a:xfrm>
                              <a:off x="1878176" y="2141217"/>
                              <a:ext cx="139830" cy="3391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39830" h="33911">
                                  <a:moveTo>
                                    <a:pt x="133504" y="33911"/>
                                  </a:moveTo>
                                  <a:cubicBezTo>
                                    <a:pt x="132647" y="33911"/>
                                    <a:pt x="131694" y="33721"/>
                                    <a:pt x="130837" y="33340"/>
                                  </a:cubicBezTo>
                                  <a:cubicBezTo>
                                    <a:pt x="92165" y="15814"/>
                                    <a:pt x="49398" y="9337"/>
                                    <a:pt x="7202" y="14575"/>
                                  </a:cubicBezTo>
                                  <a:cubicBezTo>
                                    <a:pt x="3678" y="15052"/>
                                    <a:pt x="535" y="12575"/>
                                    <a:pt x="59" y="9051"/>
                                  </a:cubicBezTo>
                                  <a:cubicBezTo>
                                    <a:pt x="-418" y="5527"/>
                                    <a:pt x="2059" y="2383"/>
                                    <a:pt x="5583" y="1907"/>
                                  </a:cubicBezTo>
                                  <a:cubicBezTo>
                                    <a:pt x="50065" y="-3713"/>
                                    <a:pt x="95213" y="3145"/>
                                    <a:pt x="136076" y="21719"/>
                                  </a:cubicBezTo>
                                  <a:cubicBezTo>
                                    <a:pt x="139314" y="23148"/>
                                    <a:pt x="140743" y="26958"/>
                                    <a:pt x="139219" y="30196"/>
                                  </a:cubicBezTo>
                                  <a:cubicBezTo>
                                    <a:pt x="138171" y="32578"/>
                                    <a:pt x="135885" y="33911"/>
                                    <a:pt x="133409" y="3391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7" name="AutoShape 47"/>
                            <p:cNvSpPr/>
                            <p:nvPr/>
                          </p:nvSpPr>
                          <p:spPr>
                            <a:xfrm>
                              <a:off x="2027811" y="2170305"/>
                              <a:ext cx="39746" cy="2454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9746" h="24540">
                                  <a:moveTo>
                                    <a:pt x="33399" y="24540"/>
                                  </a:moveTo>
                                  <a:cubicBezTo>
                                    <a:pt x="32541" y="24540"/>
                                    <a:pt x="31684" y="24350"/>
                                    <a:pt x="30827" y="23969"/>
                                  </a:cubicBezTo>
                                  <a:lnTo>
                                    <a:pt x="3871" y="12253"/>
                                  </a:lnTo>
                                  <a:cubicBezTo>
                                    <a:pt x="633" y="10825"/>
                                    <a:pt x="-891" y="7110"/>
                                    <a:pt x="537" y="3871"/>
                                  </a:cubicBezTo>
                                  <a:cubicBezTo>
                                    <a:pt x="1966" y="633"/>
                                    <a:pt x="5681" y="-891"/>
                                    <a:pt x="8920" y="538"/>
                                  </a:cubicBezTo>
                                  <a:lnTo>
                                    <a:pt x="35875" y="12253"/>
                                  </a:lnTo>
                                  <a:cubicBezTo>
                                    <a:pt x="39114" y="13682"/>
                                    <a:pt x="40638" y="17397"/>
                                    <a:pt x="39209" y="20635"/>
                                  </a:cubicBezTo>
                                  <a:cubicBezTo>
                                    <a:pt x="38161" y="23017"/>
                                    <a:pt x="35780" y="24445"/>
                                    <a:pt x="33399" y="2444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8" name="AutoShape 48"/>
                            <p:cNvSpPr/>
                            <p:nvPr/>
                          </p:nvSpPr>
                          <p:spPr>
                            <a:xfrm>
                              <a:off x="1736404" y="2723861"/>
                              <a:ext cx="128421" cy="6410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8421" h="64105">
                                  <a:moveTo>
                                    <a:pt x="122113" y="64106"/>
                                  </a:moveTo>
                                  <a:cubicBezTo>
                                    <a:pt x="122113" y="64106"/>
                                    <a:pt x="121732" y="64106"/>
                                    <a:pt x="121637" y="64106"/>
                                  </a:cubicBezTo>
                                  <a:cubicBezTo>
                                    <a:pt x="77060" y="60582"/>
                                    <a:pt x="34578" y="41722"/>
                                    <a:pt x="2003" y="11052"/>
                                  </a:cubicBezTo>
                                  <a:cubicBezTo>
                                    <a:pt x="-569" y="8671"/>
                                    <a:pt x="-664" y="4575"/>
                                    <a:pt x="1717" y="2003"/>
                                  </a:cubicBezTo>
                                  <a:cubicBezTo>
                                    <a:pt x="4098" y="-569"/>
                                    <a:pt x="8194" y="-664"/>
                                    <a:pt x="10766" y="1717"/>
                                  </a:cubicBezTo>
                                  <a:cubicBezTo>
                                    <a:pt x="41151" y="30483"/>
                                    <a:pt x="80965" y="48104"/>
                                    <a:pt x="122589" y="51343"/>
                                  </a:cubicBezTo>
                                  <a:cubicBezTo>
                                    <a:pt x="126114" y="51628"/>
                                    <a:pt x="128685" y="54676"/>
                                    <a:pt x="128400" y="58201"/>
                                  </a:cubicBezTo>
                                  <a:cubicBezTo>
                                    <a:pt x="128114" y="61534"/>
                                    <a:pt x="125352" y="64106"/>
                                    <a:pt x="122018" y="641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49" name="AutoShape 49"/>
                            <p:cNvSpPr/>
                            <p:nvPr/>
                          </p:nvSpPr>
                          <p:spPr>
                            <a:xfrm>
                              <a:off x="1876234" y="2771481"/>
                              <a:ext cx="48204" cy="175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8204" h="17533">
                                  <a:moveTo>
                                    <a:pt x="6382" y="17533"/>
                                  </a:moveTo>
                                  <a:cubicBezTo>
                                    <a:pt x="2953" y="17533"/>
                                    <a:pt x="95" y="14771"/>
                                    <a:pt x="0" y="11247"/>
                                  </a:cubicBezTo>
                                  <a:cubicBezTo>
                                    <a:pt x="0" y="7723"/>
                                    <a:pt x="2762" y="4865"/>
                                    <a:pt x="6287" y="4770"/>
                                  </a:cubicBezTo>
                                  <a:cubicBezTo>
                                    <a:pt x="17717" y="4579"/>
                                    <a:pt x="29242" y="2960"/>
                                    <a:pt x="40291" y="198"/>
                                  </a:cubicBezTo>
                                  <a:cubicBezTo>
                                    <a:pt x="43720" y="-659"/>
                                    <a:pt x="47149" y="1341"/>
                                    <a:pt x="48006" y="4770"/>
                                  </a:cubicBezTo>
                                  <a:cubicBezTo>
                                    <a:pt x="48863" y="8199"/>
                                    <a:pt x="46863" y="11628"/>
                                    <a:pt x="43434" y="12485"/>
                                  </a:cubicBezTo>
                                  <a:cubicBezTo>
                                    <a:pt x="31337" y="15533"/>
                                    <a:pt x="18955" y="17248"/>
                                    <a:pt x="6477" y="17533"/>
                                  </a:cubicBezTo>
                                  <a:lnTo>
                                    <a:pt x="6382" y="1753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  <p:sp>
                        <p:nvSpPr>
                          <p:cNvPr id="50" name="AutoShape 50"/>
                          <p:cNvSpPr/>
                          <p:nvPr/>
                        </p:nvSpPr>
                        <p:spPr>
                          <a:xfrm>
                            <a:off x="2374186" y="2692649"/>
                            <a:ext cx="231869" cy="13075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31869" h="130751">
                                <a:moveTo>
                                  <a:pt x="6397" y="130751"/>
                                </a:moveTo>
                                <a:cubicBezTo>
                                  <a:pt x="4111" y="130751"/>
                                  <a:pt x="1920" y="129513"/>
                                  <a:pt x="777" y="127418"/>
                                </a:cubicBezTo>
                                <a:cubicBezTo>
                                  <a:pt x="-937" y="124274"/>
                                  <a:pt x="301" y="120464"/>
                                  <a:pt x="3349" y="118750"/>
                                </a:cubicBezTo>
                                <a:lnTo>
                                  <a:pt x="222424" y="735"/>
                                </a:lnTo>
                                <a:cubicBezTo>
                                  <a:pt x="225567" y="-884"/>
                                  <a:pt x="229377" y="259"/>
                                  <a:pt x="231092" y="3307"/>
                                </a:cubicBezTo>
                                <a:cubicBezTo>
                                  <a:pt x="232806" y="6450"/>
                                  <a:pt x="231568" y="10260"/>
                                  <a:pt x="228520" y="11975"/>
                                </a:cubicBezTo>
                                <a:lnTo>
                                  <a:pt x="9445" y="129989"/>
                                </a:lnTo>
                                <a:cubicBezTo>
                                  <a:pt x="8492" y="130466"/>
                                  <a:pt x="7445" y="130751"/>
                                  <a:pt x="6397" y="130751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51" name="AutoShape 51"/>
                          <p:cNvSpPr/>
                          <p:nvPr/>
                        </p:nvSpPr>
                        <p:spPr>
                          <a:xfrm>
                            <a:off x="2353212" y="2654487"/>
                            <a:ext cx="231240" cy="13195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31240" h="131955">
                                <a:moveTo>
                                  <a:pt x="6416" y="131956"/>
                                </a:moveTo>
                                <a:cubicBezTo>
                                  <a:pt x="4130" y="131956"/>
                                  <a:pt x="1939" y="130717"/>
                                  <a:pt x="796" y="128622"/>
                                </a:cubicBezTo>
                                <a:cubicBezTo>
                                  <a:pt x="-918" y="125574"/>
                                  <a:pt x="225" y="121669"/>
                                  <a:pt x="3368" y="119954"/>
                                </a:cubicBezTo>
                                <a:lnTo>
                                  <a:pt x="221776" y="796"/>
                                </a:lnTo>
                                <a:cubicBezTo>
                                  <a:pt x="224824" y="-918"/>
                                  <a:pt x="228730" y="225"/>
                                  <a:pt x="230444" y="3368"/>
                                </a:cubicBezTo>
                                <a:cubicBezTo>
                                  <a:pt x="232159" y="6416"/>
                                  <a:pt x="231016" y="10321"/>
                                  <a:pt x="227872" y="12036"/>
                                </a:cubicBezTo>
                                <a:lnTo>
                                  <a:pt x="9464" y="131194"/>
                                </a:lnTo>
                                <a:cubicBezTo>
                                  <a:pt x="8512" y="131765"/>
                                  <a:pt x="7464" y="131956"/>
                                  <a:pt x="6416" y="131956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52" name="AutoShape 52"/>
                          <p:cNvSpPr/>
                          <p:nvPr/>
                        </p:nvSpPr>
                        <p:spPr>
                          <a:xfrm>
                            <a:off x="2436334" y="2614946"/>
                            <a:ext cx="121193" cy="6967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21193" h="69675">
                                <a:moveTo>
                                  <a:pt x="6352" y="69675"/>
                                </a:moveTo>
                                <a:cubicBezTo>
                                  <a:pt x="4066" y="69675"/>
                                  <a:pt x="1875" y="68437"/>
                                  <a:pt x="732" y="66246"/>
                                </a:cubicBezTo>
                                <a:cubicBezTo>
                                  <a:pt x="-887" y="63103"/>
                                  <a:pt x="256" y="59293"/>
                                  <a:pt x="3399" y="57674"/>
                                </a:cubicBezTo>
                                <a:lnTo>
                                  <a:pt x="111889" y="714"/>
                                </a:lnTo>
                                <a:cubicBezTo>
                                  <a:pt x="115032" y="-905"/>
                                  <a:pt x="118842" y="333"/>
                                  <a:pt x="120462" y="3381"/>
                                </a:cubicBezTo>
                                <a:cubicBezTo>
                                  <a:pt x="122081" y="6524"/>
                                  <a:pt x="120938" y="10334"/>
                                  <a:pt x="117795" y="11954"/>
                                </a:cubicBezTo>
                                <a:lnTo>
                                  <a:pt x="9305" y="68913"/>
                                </a:lnTo>
                                <a:cubicBezTo>
                                  <a:pt x="8352" y="69389"/>
                                  <a:pt x="7305" y="69675"/>
                                  <a:pt x="6352" y="6967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53" name="AutoShape 53"/>
                          <p:cNvSpPr/>
                          <p:nvPr/>
                        </p:nvSpPr>
                        <p:spPr>
                          <a:xfrm>
                            <a:off x="1199636" y="2291582"/>
                            <a:ext cx="103706" cy="6280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03706" h="62807">
                                <a:moveTo>
                                  <a:pt x="6419" y="62807"/>
                                </a:moveTo>
                                <a:cubicBezTo>
                                  <a:pt x="4133" y="62807"/>
                                  <a:pt x="2038" y="61664"/>
                                  <a:pt x="799" y="59473"/>
                                </a:cubicBezTo>
                                <a:cubicBezTo>
                                  <a:pt x="-915" y="56425"/>
                                  <a:pt x="228" y="52520"/>
                                  <a:pt x="3276" y="50806"/>
                                </a:cubicBezTo>
                                <a:lnTo>
                                  <a:pt x="94240" y="799"/>
                                </a:lnTo>
                                <a:cubicBezTo>
                                  <a:pt x="97288" y="-915"/>
                                  <a:pt x="101193" y="228"/>
                                  <a:pt x="102907" y="3276"/>
                                </a:cubicBezTo>
                                <a:cubicBezTo>
                                  <a:pt x="104622" y="6324"/>
                                  <a:pt x="103479" y="10229"/>
                                  <a:pt x="100431" y="11944"/>
                                </a:cubicBezTo>
                                <a:lnTo>
                                  <a:pt x="9467" y="61950"/>
                                </a:lnTo>
                                <a:cubicBezTo>
                                  <a:pt x="8515" y="62521"/>
                                  <a:pt x="7467" y="62712"/>
                                  <a:pt x="6419" y="6271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54" name="AutoShape 54"/>
                          <p:cNvSpPr/>
                          <p:nvPr/>
                        </p:nvSpPr>
                        <p:spPr>
                          <a:xfrm>
                            <a:off x="1177515" y="2340422"/>
                            <a:ext cx="154807" cy="9388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54807" h="93881">
                                <a:moveTo>
                                  <a:pt x="6347" y="93882"/>
                                </a:moveTo>
                                <a:cubicBezTo>
                                  <a:pt x="4156" y="93882"/>
                                  <a:pt x="1966" y="92739"/>
                                  <a:pt x="823" y="90643"/>
                                </a:cubicBezTo>
                                <a:cubicBezTo>
                                  <a:pt x="-892" y="87595"/>
                                  <a:pt x="156" y="83690"/>
                                  <a:pt x="3204" y="81976"/>
                                </a:cubicBezTo>
                                <a:lnTo>
                                  <a:pt x="145317" y="823"/>
                                </a:lnTo>
                                <a:cubicBezTo>
                                  <a:pt x="148365" y="-892"/>
                                  <a:pt x="152270" y="156"/>
                                  <a:pt x="153985" y="3204"/>
                                </a:cubicBezTo>
                                <a:cubicBezTo>
                                  <a:pt x="155699" y="6252"/>
                                  <a:pt x="154651" y="10157"/>
                                  <a:pt x="151603" y="11872"/>
                                </a:cubicBezTo>
                                <a:lnTo>
                                  <a:pt x="9490" y="93024"/>
                                </a:lnTo>
                                <a:cubicBezTo>
                                  <a:pt x="8538" y="93596"/>
                                  <a:pt x="7395" y="93882"/>
                                  <a:pt x="6347" y="9388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55" name="AutoShape 55"/>
                          <p:cNvSpPr/>
                          <p:nvPr/>
                        </p:nvSpPr>
                        <p:spPr>
                          <a:xfrm>
                            <a:off x="1202946" y="2392047"/>
                            <a:ext cx="146710" cy="8854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46710" h="88547">
                                <a:moveTo>
                                  <a:pt x="6347" y="88548"/>
                                </a:moveTo>
                                <a:cubicBezTo>
                                  <a:pt x="4156" y="88548"/>
                                  <a:pt x="1966" y="87405"/>
                                  <a:pt x="823" y="85309"/>
                                </a:cubicBezTo>
                                <a:cubicBezTo>
                                  <a:pt x="-892" y="82261"/>
                                  <a:pt x="156" y="78356"/>
                                  <a:pt x="3204" y="76641"/>
                                </a:cubicBezTo>
                                <a:lnTo>
                                  <a:pt x="137221" y="823"/>
                                </a:lnTo>
                                <a:cubicBezTo>
                                  <a:pt x="140269" y="-892"/>
                                  <a:pt x="144174" y="156"/>
                                  <a:pt x="145888" y="3204"/>
                                </a:cubicBezTo>
                                <a:cubicBezTo>
                                  <a:pt x="147603" y="6252"/>
                                  <a:pt x="146555" y="10157"/>
                                  <a:pt x="143507" y="11872"/>
                                </a:cubicBezTo>
                                <a:lnTo>
                                  <a:pt x="9490" y="87691"/>
                                </a:lnTo>
                                <a:cubicBezTo>
                                  <a:pt x="8538" y="88262"/>
                                  <a:pt x="7395" y="88548"/>
                                  <a:pt x="6347" y="8854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56" name="AutoShape 56"/>
                          <p:cNvSpPr/>
                          <p:nvPr/>
                        </p:nvSpPr>
                        <p:spPr>
                          <a:xfrm>
                            <a:off x="1353455" y="2381651"/>
                            <a:ext cx="255720" cy="6960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55720" h="69607">
                                <a:moveTo>
                                  <a:pt x="249412" y="69512"/>
                                </a:moveTo>
                                <a:cubicBezTo>
                                  <a:pt x="248650" y="69512"/>
                                  <a:pt x="247983" y="69416"/>
                                  <a:pt x="247221" y="69131"/>
                                </a:cubicBezTo>
                                <a:lnTo>
                                  <a:pt x="92535" y="13219"/>
                                </a:lnTo>
                                <a:lnTo>
                                  <a:pt x="9287" y="56748"/>
                                </a:lnTo>
                                <a:cubicBezTo>
                                  <a:pt x="6143" y="58367"/>
                                  <a:pt x="2333" y="57129"/>
                                  <a:pt x="714" y="54081"/>
                                </a:cubicBezTo>
                                <a:cubicBezTo>
                                  <a:pt x="-905" y="50938"/>
                                  <a:pt x="333" y="47128"/>
                                  <a:pt x="3381" y="45509"/>
                                </a:cubicBezTo>
                                <a:lnTo>
                                  <a:pt x="89106" y="741"/>
                                </a:lnTo>
                                <a:cubicBezTo>
                                  <a:pt x="90725" y="-116"/>
                                  <a:pt x="92535" y="-211"/>
                                  <a:pt x="94250" y="360"/>
                                </a:cubicBezTo>
                                <a:lnTo>
                                  <a:pt x="251507" y="57224"/>
                                </a:lnTo>
                                <a:cubicBezTo>
                                  <a:pt x="254841" y="58463"/>
                                  <a:pt x="256556" y="62082"/>
                                  <a:pt x="255317" y="65416"/>
                                </a:cubicBezTo>
                                <a:cubicBezTo>
                                  <a:pt x="254365" y="67988"/>
                                  <a:pt x="251984" y="69607"/>
                                  <a:pt x="249317" y="6960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D05C">
                              <a:alpha val="100000"/>
                              <a:lumMod val="40000"/>
                              <a:lumOff val="6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</p:grpSp>
                    <p:grpSp>
                      <p:nvGrpSpPr>
                        <p:cNvPr id="57" name="Group 57"/>
                        <p:cNvGrpSpPr/>
                        <p:nvPr/>
                      </p:nvGrpSpPr>
                      <p:grpSpPr>
                        <a:xfrm>
                          <a:off x="1622110" y="4944834"/>
                          <a:ext cx="1490902" cy="1291487"/>
                          <a:chOff x="1622110" y="4944834"/>
                          <a:chExt cx="1490902" cy="1291487"/>
                        </a:xfrm>
                      </p:grpSpPr>
                      <p:sp>
                        <p:nvSpPr>
                          <p:cNvPr id="58" name="AutoShape 58"/>
                          <p:cNvSpPr/>
                          <p:nvPr/>
                        </p:nvSpPr>
                        <p:spPr>
                          <a:xfrm>
                            <a:off x="1622110" y="4944834"/>
                            <a:ext cx="1490902" cy="129148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490902" h="1291487">
                                <a:moveTo>
                                  <a:pt x="1094134" y="4069"/>
                                </a:moveTo>
                                <a:cubicBezTo>
                                  <a:pt x="727041" y="182377"/>
                                  <a:pt x="369853" y="361638"/>
                                  <a:pt x="22667" y="541756"/>
                                </a:cubicBezTo>
                                <a:cubicBezTo>
                                  <a:pt x="2855" y="552042"/>
                                  <a:pt x="-5432" y="576332"/>
                                  <a:pt x="3712" y="597381"/>
                                </a:cubicBezTo>
                                <a:cubicBezTo>
                                  <a:pt x="102486" y="824172"/>
                                  <a:pt x="211452" y="1047724"/>
                                  <a:pt x="330039" y="1268323"/>
                                </a:cubicBezTo>
                                <a:cubicBezTo>
                                  <a:pt x="341373" y="1289468"/>
                                  <a:pt x="367281" y="1297564"/>
                                  <a:pt x="387951" y="1286610"/>
                                </a:cubicBezTo>
                                <a:cubicBezTo>
                                  <a:pt x="732660" y="1102778"/>
                                  <a:pt x="1092705" y="925804"/>
                                  <a:pt x="1466371" y="754925"/>
                                </a:cubicBezTo>
                                <a:cubicBezTo>
                                  <a:pt x="1488850" y="744638"/>
                                  <a:pt x="1497613" y="716920"/>
                                  <a:pt x="1485326" y="694632"/>
                                </a:cubicBezTo>
                                <a:cubicBezTo>
                                  <a:pt x="1377027" y="498036"/>
                                  <a:pt x="1265489" y="272008"/>
                                  <a:pt x="1151856" y="25691"/>
                                </a:cubicBezTo>
                                <a:cubicBezTo>
                                  <a:pt x="1141569" y="3498"/>
                                  <a:pt x="1115565" y="-6218"/>
                                  <a:pt x="1094134" y="4164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53AFA6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59" name="AutoShape 59"/>
                          <p:cNvSpPr/>
                          <p:nvPr/>
                        </p:nvSpPr>
                        <p:spPr>
                          <a:xfrm>
                            <a:off x="1742537" y="5068048"/>
                            <a:ext cx="1247780" cy="104500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247780" h="1045001">
                                <a:moveTo>
                                  <a:pt x="1242978" y="532461"/>
                                </a:moveTo>
                                <a:cubicBezTo>
                                  <a:pt x="1164111" y="390920"/>
                                  <a:pt x="1080768" y="224042"/>
                                  <a:pt x="988470" y="22398"/>
                                </a:cubicBezTo>
                                <a:cubicBezTo>
                                  <a:pt x="984184" y="13158"/>
                                  <a:pt x="976374" y="6015"/>
                                  <a:pt x="966372" y="2395"/>
                                </a:cubicBezTo>
                                <a:cubicBezTo>
                                  <a:pt x="955609" y="-1415"/>
                                  <a:pt x="943227" y="-653"/>
                                  <a:pt x="932559" y="4491"/>
                                </a:cubicBezTo>
                                <a:cubicBezTo>
                                  <a:pt x="622710" y="155272"/>
                                  <a:pt x="316863" y="308434"/>
                                  <a:pt x="23588" y="459881"/>
                                </a:cubicBezTo>
                                <a:cubicBezTo>
                                  <a:pt x="3871" y="470073"/>
                                  <a:pt x="-5178" y="493028"/>
                                  <a:pt x="3014" y="512078"/>
                                </a:cubicBezTo>
                                <a:cubicBezTo>
                                  <a:pt x="76833" y="683909"/>
                                  <a:pt x="160557" y="856407"/>
                                  <a:pt x="252093" y="1024904"/>
                                </a:cubicBezTo>
                                <a:cubicBezTo>
                                  <a:pt x="259046" y="1037763"/>
                                  <a:pt x="272762" y="1045002"/>
                                  <a:pt x="287240" y="1045002"/>
                                </a:cubicBezTo>
                                <a:cubicBezTo>
                                  <a:pt x="294288" y="1045002"/>
                                  <a:pt x="301432" y="1043287"/>
                                  <a:pt x="308100" y="1039763"/>
                                </a:cubicBezTo>
                                <a:cubicBezTo>
                                  <a:pt x="593278" y="888887"/>
                                  <a:pt x="900840" y="737249"/>
                                  <a:pt x="1222309" y="589040"/>
                                </a:cubicBezTo>
                                <a:cubicBezTo>
                                  <a:pt x="1233549" y="583897"/>
                                  <a:pt x="1242121" y="574372"/>
                                  <a:pt x="1245836" y="563037"/>
                                </a:cubicBezTo>
                                <a:cubicBezTo>
                                  <a:pt x="1249170" y="552654"/>
                                  <a:pt x="1248217" y="541796"/>
                                  <a:pt x="1242978" y="532461"/>
                                </a:cubicBezTo>
                                <a:close/>
                                <a:moveTo>
                                  <a:pt x="1233644" y="559132"/>
                                </a:moveTo>
                                <a:cubicBezTo>
                                  <a:pt x="1231072" y="567037"/>
                                  <a:pt x="1224976" y="573800"/>
                                  <a:pt x="1216975" y="577420"/>
                                </a:cubicBezTo>
                                <a:cubicBezTo>
                                  <a:pt x="895316" y="725724"/>
                                  <a:pt x="587468" y="877552"/>
                                  <a:pt x="302194" y="1028524"/>
                                </a:cubicBezTo>
                                <a:cubicBezTo>
                                  <a:pt x="287716" y="1036143"/>
                                  <a:pt x="270285" y="1031762"/>
                                  <a:pt x="263237" y="1018808"/>
                                </a:cubicBezTo>
                                <a:cubicBezTo>
                                  <a:pt x="171987" y="850597"/>
                                  <a:pt x="88358" y="678480"/>
                                  <a:pt x="14730" y="507030"/>
                                </a:cubicBezTo>
                                <a:cubicBezTo>
                                  <a:pt x="9205" y="494076"/>
                                  <a:pt x="15587" y="478359"/>
                                  <a:pt x="29398" y="471216"/>
                                </a:cubicBezTo>
                                <a:cubicBezTo>
                                  <a:pt x="175988" y="395492"/>
                                  <a:pt x="325816" y="319292"/>
                                  <a:pt x="477645" y="243282"/>
                                </a:cubicBezTo>
                                <a:cubicBezTo>
                                  <a:pt x="629378" y="167273"/>
                                  <a:pt x="783302" y="91264"/>
                                  <a:pt x="938178" y="15921"/>
                                </a:cubicBezTo>
                                <a:cubicBezTo>
                                  <a:pt x="942560" y="13825"/>
                                  <a:pt x="947418" y="12682"/>
                                  <a:pt x="952085" y="12682"/>
                                </a:cubicBezTo>
                                <a:cubicBezTo>
                                  <a:pt x="955514" y="12682"/>
                                  <a:pt x="958943" y="13254"/>
                                  <a:pt x="962086" y="14397"/>
                                </a:cubicBezTo>
                                <a:cubicBezTo>
                                  <a:pt x="968754" y="16778"/>
                                  <a:pt x="973992" y="21540"/>
                                  <a:pt x="976850" y="27732"/>
                                </a:cubicBezTo>
                                <a:cubicBezTo>
                                  <a:pt x="1069338" y="229662"/>
                                  <a:pt x="1152777" y="396825"/>
                                  <a:pt x="1231929" y="538653"/>
                                </a:cubicBezTo>
                                <a:cubicBezTo>
                                  <a:pt x="1235359" y="544844"/>
                                  <a:pt x="1235930" y="552083"/>
                                  <a:pt x="1233644" y="559132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grpSp>
                        <p:nvGrpSpPr>
                          <p:cNvPr id="60" name="Group 60"/>
                          <p:cNvGrpSpPr/>
                          <p:nvPr/>
                        </p:nvGrpSpPr>
                        <p:grpSpPr>
                          <a:xfrm>
                            <a:off x="2022824" y="5360059"/>
                            <a:ext cx="906494" cy="677647"/>
                            <a:chOff x="2022824" y="5360059"/>
                            <a:chExt cx="906494" cy="677647"/>
                          </a:xfrm>
                        </p:grpSpPr>
                        <p:sp>
                          <p:nvSpPr>
                            <p:cNvPr id="61" name="AutoShape 61"/>
                            <p:cNvSpPr/>
                            <p:nvPr/>
                          </p:nvSpPr>
                          <p:spPr>
                            <a:xfrm>
                              <a:off x="2381154" y="5446930"/>
                              <a:ext cx="548163" cy="408848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48163" h="408848">
                                  <a:moveTo>
                                    <a:pt x="0" y="408849"/>
                                  </a:moveTo>
                                  <a:lnTo>
                                    <a:pt x="548164" y="128623"/>
                                  </a:lnTo>
                                  <a:lnTo>
                                    <a:pt x="149828" y="2227"/>
                                  </a:lnTo>
                                  <a:cubicBezTo>
                                    <a:pt x="123634" y="-6061"/>
                                    <a:pt x="96012" y="9560"/>
                                    <a:pt x="89535" y="36230"/>
                                  </a:cubicBezTo>
                                  <a:lnTo>
                                    <a:pt x="0" y="40884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6000">
                                <a:alpha val="100000"/>
                                <a:lumMod val="60000"/>
                                <a:lumOff val="4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62" name="AutoShape 62"/>
                            <p:cNvSpPr/>
                            <p:nvPr/>
                          </p:nvSpPr>
                          <p:spPr>
                            <a:xfrm>
                              <a:off x="2022824" y="5532921"/>
                              <a:ext cx="631031" cy="50478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31031" h="504785">
                                  <a:moveTo>
                                    <a:pt x="95" y="504786"/>
                                  </a:moveTo>
                                  <a:lnTo>
                                    <a:pt x="631031" y="182174"/>
                                  </a:lnTo>
                                  <a:lnTo>
                                    <a:pt x="143732" y="2723"/>
                                  </a:lnTo>
                                  <a:cubicBezTo>
                                    <a:pt x="118015" y="-6707"/>
                                    <a:pt x="90011" y="9295"/>
                                    <a:pt x="85058" y="36251"/>
                                  </a:cubicBezTo>
                                  <a:lnTo>
                                    <a:pt x="0" y="50478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63" name="AutoShape 63"/>
                            <p:cNvSpPr/>
                            <p:nvPr/>
                          </p:nvSpPr>
                          <p:spPr>
                            <a:xfrm>
                              <a:off x="2237193" y="5360059"/>
                              <a:ext cx="168193" cy="16819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68193" h="168193">
                                  <a:moveTo>
                                    <a:pt x="159487" y="46902"/>
                                  </a:moveTo>
                                  <a:cubicBezTo>
                                    <a:pt x="180061" y="88526"/>
                                    <a:pt x="162916" y="138913"/>
                                    <a:pt x="121292" y="159487"/>
                                  </a:cubicBezTo>
                                  <a:cubicBezTo>
                                    <a:pt x="79668" y="180061"/>
                                    <a:pt x="29281" y="162917"/>
                                    <a:pt x="8707" y="121292"/>
                                  </a:cubicBezTo>
                                  <a:cubicBezTo>
                                    <a:pt x="-11867" y="79668"/>
                                    <a:pt x="5278" y="29281"/>
                                    <a:pt x="46902" y="8707"/>
                                  </a:cubicBezTo>
                                  <a:cubicBezTo>
                                    <a:pt x="88526" y="-11868"/>
                                    <a:pt x="138913" y="5277"/>
                                    <a:pt x="159487" y="4690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  <p:grpSp>
                        <p:nvGrpSpPr>
                          <p:cNvPr id="64" name="Group 64"/>
                          <p:cNvGrpSpPr/>
                          <p:nvPr/>
                        </p:nvGrpSpPr>
                        <p:grpSpPr>
                          <a:xfrm>
                            <a:off x="2251188" y="5096749"/>
                            <a:ext cx="273913" cy="146572"/>
                            <a:chOff x="2251188" y="5096749"/>
                            <a:chExt cx="273913" cy="146572"/>
                          </a:xfrm>
                          <a:solidFill>
                            <a:srgbClr val="FFFFFF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65" name="AutoShape 65"/>
                            <p:cNvSpPr/>
                            <p:nvPr/>
                          </p:nvSpPr>
                          <p:spPr>
                            <a:xfrm>
                              <a:off x="2251188" y="5135757"/>
                              <a:ext cx="199924" cy="10756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99924" h="107564">
                                  <a:moveTo>
                                    <a:pt x="6427" y="107565"/>
                                  </a:moveTo>
                                  <a:cubicBezTo>
                                    <a:pt x="4141" y="107565"/>
                                    <a:pt x="1854" y="106326"/>
                                    <a:pt x="712" y="104040"/>
                                  </a:cubicBezTo>
                                  <a:cubicBezTo>
                                    <a:pt x="-908" y="100897"/>
                                    <a:pt x="331" y="97087"/>
                                    <a:pt x="3474" y="95468"/>
                                  </a:cubicBezTo>
                                  <a:lnTo>
                                    <a:pt x="190640" y="694"/>
                                  </a:lnTo>
                                  <a:cubicBezTo>
                                    <a:pt x="193783" y="-925"/>
                                    <a:pt x="197593" y="408"/>
                                    <a:pt x="199212" y="3456"/>
                                  </a:cubicBezTo>
                                  <a:cubicBezTo>
                                    <a:pt x="200832" y="6600"/>
                                    <a:pt x="199594" y="10409"/>
                                    <a:pt x="196450" y="12029"/>
                                  </a:cubicBezTo>
                                  <a:lnTo>
                                    <a:pt x="9284" y="106802"/>
                                  </a:lnTo>
                                  <a:cubicBezTo>
                                    <a:pt x="8332" y="107279"/>
                                    <a:pt x="7379" y="107469"/>
                                    <a:pt x="6427" y="10746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66" name="AutoShape 66"/>
                            <p:cNvSpPr/>
                            <p:nvPr/>
                          </p:nvSpPr>
                          <p:spPr>
                            <a:xfrm>
                              <a:off x="2466801" y="5096749"/>
                              <a:ext cx="58300" cy="3522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8300" h="35225">
                                  <a:moveTo>
                                    <a:pt x="6365" y="35226"/>
                                  </a:moveTo>
                                  <a:cubicBezTo>
                                    <a:pt x="3984" y="35226"/>
                                    <a:pt x="1793" y="33892"/>
                                    <a:pt x="650" y="31701"/>
                                  </a:cubicBezTo>
                                  <a:cubicBezTo>
                                    <a:pt x="-874" y="28558"/>
                                    <a:pt x="364" y="24748"/>
                                    <a:pt x="3507" y="23129"/>
                                  </a:cubicBezTo>
                                  <a:lnTo>
                                    <a:pt x="49037" y="650"/>
                                  </a:lnTo>
                                  <a:cubicBezTo>
                                    <a:pt x="52180" y="-874"/>
                                    <a:pt x="55990" y="364"/>
                                    <a:pt x="57609" y="3507"/>
                                  </a:cubicBezTo>
                                  <a:cubicBezTo>
                                    <a:pt x="59229" y="6651"/>
                                    <a:pt x="57895" y="10461"/>
                                    <a:pt x="54752" y="12080"/>
                                  </a:cubicBezTo>
                                  <a:lnTo>
                                    <a:pt x="9222" y="34559"/>
                                  </a:lnTo>
                                  <a:cubicBezTo>
                                    <a:pt x="8270" y="35035"/>
                                    <a:pt x="7317" y="35226"/>
                                    <a:pt x="6365" y="3522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  <p:grpSp>
                        <p:nvGrpSpPr>
                          <p:cNvPr id="67" name="Group 67"/>
                          <p:cNvGrpSpPr/>
                          <p:nvPr/>
                        </p:nvGrpSpPr>
                        <p:grpSpPr>
                          <a:xfrm>
                            <a:off x="1860630" y="5489804"/>
                            <a:ext cx="115884" cy="82129"/>
                            <a:chOff x="1860630" y="5489804"/>
                            <a:chExt cx="115884" cy="82129"/>
                          </a:xfrm>
                          <a:solidFill>
                            <a:srgbClr val="282523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68" name="AutoShape 68"/>
                            <p:cNvSpPr/>
                            <p:nvPr/>
                          </p:nvSpPr>
                          <p:spPr>
                            <a:xfrm>
                              <a:off x="1877775" y="5505657"/>
                              <a:ext cx="25588" cy="190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5588" h="19033">
                                  <a:moveTo>
                                    <a:pt x="6365" y="19033"/>
                                  </a:moveTo>
                                  <a:cubicBezTo>
                                    <a:pt x="3984" y="19033"/>
                                    <a:pt x="1793" y="17700"/>
                                    <a:pt x="650" y="15509"/>
                                  </a:cubicBezTo>
                                  <a:cubicBezTo>
                                    <a:pt x="-874" y="12366"/>
                                    <a:pt x="364" y="8555"/>
                                    <a:pt x="3507" y="6936"/>
                                  </a:cubicBezTo>
                                  <a:lnTo>
                                    <a:pt x="16366" y="650"/>
                                  </a:lnTo>
                                  <a:cubicBezTo>
                                    <a:pt x="19509" y="-874"/>
                                    <a:pt x="23319" y="364"/>
                                    <a:pt x="24939" y="3507"/>
                                  </a:cubicBezTo>
                                  <a:cubicBezTo>
                                    <a:pt x="26463" y="6650"/>
                                    <a:pt x="25224" y="10461"/>
                                    <a:pt x="22081" y="12080"/>
                                  </a:cubicBezTo>
                                  <a:lnTo>
                                    <a:pt x="9222" y="18366"/>
                                  </a:lnTo>
                                  <a:cubicBezTo>
                                    <a:pt x="8270" y="18843"/>
                                    <a:pt x="7317" y="19033"/>
                                    <a:pt x="6365" y="1903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69" name="AutoShape 69"/>
                            <p:cNvSpPr/>
                            <p:nvPr/>
                          </p:nvSpPr>
                          <p:spPr>
                            <a:xfrm>
                              <a:off x="1911642" y="5489804"/>
                              <a:ext cx="27100" cy="1945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7100" h="19455">
                                  <a:moveTo>
                                    <a:pt x="6406" y="19456"/>
                                  </a:moveTo>
                                  <a:cubicBezTo>
                                    <a:pt x="4025" y="19456"/>
                                    <a:pt x="1739" y="18122"/>
                                    <a:pt x="596" y="15741"/>
                                  </a:cubicBezTo>
                                  <a:cubicBezTo>
                                    <a:pt x="-928" y="12598"/>
                                    <a:pt x="596" y="8788"/>
                                    <a:pt x="3739" y="7264"/>
                                  </a:cubicBezTo>
                                  <a:lnTo>
                                    <a:pt x="18027" y="596"/>
                                  </a:lnTo>
                                  <a:cubicBezTo>
                                    <a:pt x="21265" y="-928"/>
                                    <a:pt x="24980" y="596"/>
                                    <a:pt x="26504" y="3739"/>
                                  </a:cubicBezTo>
                                  <a:cubicBezTo>
                                    <a:pt x="28028" y="6883"/>
                                    <a:pt x="26504" y="10692"/>
                                    <a:pt x="23361" y="12217"/>
                                  </a:cubicBezTo>
                                  <a:lnTo>
                                    <a:pt x="9073" y="18884"/>
                                  </a:lnTo>
                                  <a:cubicBezTo>
                                    <a:pt x="8216" y="19265"/>
                                    <a:pt x="7264" y="19456"/>
                                    <a:pt x="6406" y="1945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70" name="AutoShape 70"/>
                            <p:cNvSpPr/>
                            <p:nvPr/>
                          </p:nvSpPr>
                          <p:spPr>
                            <a:xfrm>
                              <a:off x="1899418" y="5513393"/>
                              <a:ext cx="37548" cy="2453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7548" h="24536">
                                  <a:moveTo>
                                    <a:pt x="6344" y="24536"/>
                                  </a:moveTo>
                                  <a:cubicBezTo>
                                    <a:pt x="3963" y="24536"/>
                                    <a:pt x="1677" y="23203"/>
                                    <a:pt x="629" y="20917"/>
                                  </a:cubicBezTo>
                                  <a:cubicBezTo>
                                    <a:pt x="-895" y="17774"/>
                                    <a:pt x="439" y="13964"/>
                                    <a:pt x="3677" y="12440"/>
                                  </a:cubicBezTo>
                                  <a:lnTo>
                                    <a:pt x="28442" y="629"/>
                                  </a:lnTo>
                                  <a:cubicBezTo>
                                    <a:pt x="31585" y="-895"/>
                                    <a:pt x="35395" y="438"/>
                                    <a:pt x="36919" y="3677"/>
                                  </a:cubicBezTo>
                                  <a:cubicBezTo>
                                    <a:pt x="38443" y="6820"/>
                                    <a:pt x="37110" y="10630"/>
                                    <a:pt x="33871" y="12154"/>
                                  </a:cubicBezTo>
                                  <a:lnTo>
                                    <a:pt x="9106" y="23965"/>
                                  </a:lnTo>
                                  <a:cubicBezTo>
                                    <a:pt x="8249" y="24346"/>
                                    <a:pt x="7296" y="24536"/>
                                    <a:pt x="6344" y="2453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71" name="AutoShape 71"/>
                            <p:cNvSpPr/>
                            <p:nvPr/>
                          </p:nvSpPr>
                          <p:spPr>
                            <a:xfrm>
                              <a:off x="1950659" y="5496393"/>
                              <a:ext cx="23171" cy="1877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3171" h="18771">
                                  <a:moveTo>
                                    <a:pt x="6347" y="18772"/>
                                  </a:moveTo>
                                  <a:cubicBezTo>
                                    <a:pt x="4156" y="18772"/>
                                    <a:pt x="1966" y="17629"/>
                                    <a:pt x="823" y="15533"/>
                                  </a:cubicBezTo>
                                  <a:cubicBezTo>
                                    <a:pt x="-892" y="12485"/>
                                    <a:pt x="156" y="8580"/>
                                    <a:pt x="3204" y="6866"/>
                                  </a:cubicBezTo>
                                  <a:lnTo>
                                    <a:pt x="13681" y="865"/>
                                  </a:lnTo>
                                  <a:cubicBezTo>
                                    <a:pt x="16729" y="-945"/>
                                    <a:pt x="20635" y="198"/>
                                    <a:pt x="22349" y="3246"/>
                                  </a:cubicBezTo>
                                  <a:cubicBezTo>
                                    <a:pt x="24064" y="6294"/>
                                    <a:pt x="23016" y="10199"/>
                                    <a:pt x="19968" y="11914"/>
                                  </a:cubicBezTo>
                                  <a:lnTo>
                                    <a:pt x="9490" y="17914"/>
                                  </a:lnTo>
                                  <a:cubicBezTo>
                                    <a:pt x="8538" y="18486"/>
                                    <a:pt x="7395" y="18772"/>
                                    <a:pt x="6347" y="1877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72" name="AutoShape 72"/>
                            <p:cNvSpPr/>
                            <p:nvPr/>
                          </p:nvSpPr>
                          <p:spPr>
                            <a:xfrm>
                              <a:off x="1925211" y="5519850"/>
                              <a:ext cx="51303" cy="2969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1303" h="29699">
                                  <a:moveTo>
                                    <a:pt x="6364" y="29700"/>
                                  </a:moveTo>
                                  <a:cubicBezTo>
                                    <a:pt x="3887" y="29700"/>
                                    <a:pt x="1601" y="28271"/>
                                    <a:pt x="553" y="25890"/>
                                  </a:cubicBezTo>
                                  <a:cubicBezTo>
                                    <a:pt x="-875" y="22652"/>
                                    <a:pt x="553" y="18937"/>
                                    <a:pt x="3792" y="17508"/>
                                  </a:cubicBezTo>
                                  <a:lnTo>
                                    <a:pt x="42368" y="553"/>
                                  </a:lnTo>
                                  <a:cubicBezTo>
                                    <a:pt x="45607" y="-875"/>
                                    <a:pt x="49321" y="553"/>
                                    <a:pt x="50750" y="3792"/>
                                  </a:cubicBezTo>
                                  <a:cubicBezTo>
                                    <a:pt x="52179" y="7030"/>
                                    <a:pt x="50750" y="10745"/>
                                    <a:pt x="47512" y="12174"/>
                                  </a:cubicBezTo>
                                  <a:lnTo>
                                    <a:pt x="8935" y="29129"/>
                                  </a:lnTo>
                                  <a:cubicBezTo>
                                    <a:pt x="8078" y="29509"/>
                                    <a:pt x="7221" y="29700"/>
                                    <a:pt x="6364" y="297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73" name="AutoShape 73"/>
                            <p:cNvSpPr/>
                            <p:nvPr/>
                          </p:nvSpPr>
                          <p:spPr>
                            <a:xfrm>
                              <a:off x="1880537" y="5551567"/>
                              <a:ext cx="28255" cy="2036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8255" h="20366">
                                  <a:moveTo>
                                    <a:pt x="6365" y="20367"/>
                                  </a:moveTo>
                                  <a:cubicBezTo>
                                    <a:pt x="3984" y="20367"/>
                                    <a:pt x="1793" y="19033"/>
                                    <a:pt x="650" y="16842"/>
                                  </a:cubicBezTo>
                                  <a:cubicBezTo>
                                    <a:pt x="-874" y="13699"/>
                                    <a:pt x="364" y="9889"/>
                                    <a:pt x="3507" y="8270"/>
                                  </a:cubicBezTo>
                                  <a:lnTo>
                                    <a:pt x="19033" y="650"/>
                                  </a:lnTo>
                                  <a:cubicBezTo>
                                    <a:pt x="22176" y="-874"/>
                                    <a:pt x="25986" y="364"/>
                                    <a:pt x="27606" y="3508"/>
                                  </a:cubicBezTo>
                                  <a:cubicBezTo>
                                    <a:pt x="29130" y="6651"/>
                                    <a:pt x="27891" y="10461"/>
                                    <a:pt x="24748" y="12080"/>
                                  </a:cubicBezTo>
                                  <a:lnTo>
                                    <a:pt x="9222" y="19700"/>
                                  </a:lnTo>
                                  <a:cubicBezTo>
                                    <a:pt x="8270" y="20176"/>
                                    <a:pt x="7317" y="20367"/>
                                    <a:pt x="6365" y="2036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74" name="AutoShape 74"/>
                            <p:cNvSpPr/>
                            <p:nvPr/>
                          </p:nvSpPr>
                          <p:spPr>
                            <a:xfrm>
                              <a:off x="1860630" y="5542709"/>
                              <a:ext cx="22826" cy="1769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2826" h="17699">
                                  <a:moveTo>
                                    <a:pt x="6365" y="17700"/>
                                  </a:moveTo>
                                  <a:cubicBezTo>
                                    <a:pt x="3984" y="17700"/>
                                    <a:pt x="1793" y="16366"/>
                                    <a:pt x="650" y="14176"/>
                                  </a:cubicBezTo>
                                  <a:cubicBezTo>
                                    <a:pt x="-874" y="11032"/>
                                    <a:pt x="364" y="7222"/>
                                    <a:pt x="3507" y="5603"/>
                                  </a:cubicBezTo>
                                  <a:lnTo>
                                    <a:pt x="13604" y="650"/>
                                  </a:lnTo>
                                  <a:cubicBezTo>
                                    <a:pt x="16747" y="-874"/>
                                    <a:pt x="20557" y="364"/>
                                    <a:pt x="22176" y="3508"/>
                                  </a:cubicBezTo>
                                  <a:cubicBezTo>
                                    <a:pt x="23700" y="6651"/>
                                    <a:pt x="22462" y="10461"/>
                                    <a:pt x="19319" y="12080"/>
                                  </a:cubicBezTo>
                                  <a:lnTo>
                                    <a:pt x="9222" y="17033"/>
                                  </a:lnTo>
                                  <a:cubicBezTo>
                                    <a:pt x="8365" y="17509"/>
                                    <a:pt x="7317" y="17700"/>
                                    <a:pt x="6460" y="177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</p:grpSp>
                    <p:grpSp>
                      <p:nvGrpSpPr>
                        <p:cNvPr id="75" name="Group 75"/>
                        <p:cNvGrpSpPr/>
                        <p:nvPr/>
                      </p:nvGrpSpPr>
                      <p:grpSpPr>
                        <a:xfrm>
                          <a:off x="656683" y="2696474"/>
                          <a:ext cx="3154572" cy="2721173"/>
                          <a:chOff x="656683" y="2696474"/>
                          <a:chExt cx="3154572" cy="2721173"/>
                        </a:xfrm>
                      </p:grpSpPr>
                      <p:grpSp>
                        <p:nvGrpSpPr>
                          <p:cNvPr id="76" name="Group 76"/>
                          <p:cNvGrpSpPr/>
                          <p:nvPr/>
                        </p:nvGrpSpPr>
                        <p:grpSpPr>
                          <a:xfrm>
                            <a:off x="656683" y="3257182"/>
                            <a:ext cx="3098328" cy="1887460"/>
                            <a:chOff x="656683" y="3257182"/>
                            <a:chExt cx="3098328" cy="1887460"/>
                          </a:xfrm>
                        </p:grpSpPr>
                        <p:grpSp>
                          <p:nvGrpSpPr>
                            <p:cNvPr id="77" name="Group 77"/>
                            <p:cNvGrpSpPr/>
                            <p:nvPr/>
                          </p:nvGrpSpPr>
                          <p:grpSpPr>
                            <a:xfrm>
                              <a:off x="893444" y="3257182"/>
                              <a:ext cx="2861566" cy="1665432"/>
                              <a:chOff x="893444" y="3257182"/>
                              <a:chExt cx="2861566" cy="1665432"/>
                            </a:xfrm>
                          </p:grpSpPr>
                          <p:sp>
                            <p:nvSpPr>
                              <p:cNvPr id="78" name="AutoShape 78"/>
                              <p:cNvSpPr/>
                              <p:nvPr/>
                            </p:nvSpPr>
                            <p:spPr>
                              <a:xfrm>
                                <a:off x="893444" y="3257182"/>
                                <a:ext cx="2861566" cy="166543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861566" h="1665432">
                                    <a:moveTo>
                                      <a:pt x="635032" y="1665337"/>
                                    </a:moveTo>
                                    <a:cubicBezTo>
                                      <a:pt x="635032" y="1665337"/>
                                      <a:pt x="1028795" y="1147654"/>
                                      <a:pt x="1064514" y="1114697"/>
                                    </a:cubicBezTo>
                                    <a:cubicBezTo>
                                      <a:pt x="1100233" y="1081645"/>
                                      <a:pt x="1489710" y="992206"/>
                                      <a:pt x="1547051" y="1010970"/>
                                    </a:cubicBezTo>
                                    <a:cubicBezTo>
                                      <a:pt x="1604391" y="1029639"/>
                                      <a:pt x="1810798" y="1094028"/>
                                      <a:pt x="1892999" y="1106506"/>
                                    </a:cubicBezTo>
                                    <a:cubicBezTo>
                                      <a:pt x="1975199" y="1118983"/>
                                      <a:pt x="2277904" y="1152797"/>
                                      <a:pt x="2294573" y="1037354"/>
                                    </a:cubicBezTo>
                                    <a:cubicBezTo>
                                      <a:pt x="2311241" y="921911"/>
                                      <a:pt x="1784509" y="764463"/>
                                      <a:pt x="1738979" y="717219"/>
                                    </a:cubicBezTo>
                                    <a:cubicBezTo>
                                      <a:pt x="1693545" y="669975"/>
                                      <a:pt x="1701165" y="618254"/>
                                      <a:pt x="1701165" y="618254"/>
                                    </a:cubicBezTo>
                                    <a:cubicBezTo>
                                      <a:pt x="1788414" y="609777"/>
                                      <a:pt x="1914049" y="432040"/>
                                      <a:pt x="1914049" y="432040"/>
                                    </a:cubicBezTo>
                                    <a:cubicBezTo>
                                      <a:pt x="1914049" y="432040"/>
                                      <a:pt x="2158365" y="489857"/>
                                      <a:pt x="2181035" y="510622"/>
                                    </a:cubicBezTo>
                                    <a:cubicBezTo>
                                      <a:pt x="2203704" y="531386"/>
                                      <a:pt x="2273237" y="686834"/>
                                      <a:pt x="2278285" y="713409"/>
                                    </a:cubicBezTo>
                                    <a:cubicBezTo>
                                      <a:pt x="2283428" y="739984"/>
                                      <a:pt x="2270475" y="964297"/>
                                      <a:pt x="2343817" y="976775"/>
                                    </a:cubicBezTo>
                                    <a:cubicBezTo>
                                      <a:pt x="2417159" y="989253"/>
                                      <a:pt x="2511171" y="807802"/>
                                      <a:pt x="2499551" y="708170"/>
                                    </a:cubicBezTo>
                                    <a:cubicBezTo>
                                      <a:pt x="2487930" y="608539"/>
                                      <a:pt x="2460498" y="429754"/>
                                      <a:pt x="2401729" y="367842"/>
                                    </a:cubicBezTo>
                                    <a:cubicBezTo>
                                      <a:pt x="2386203" y="351554"/>
                                      <a:pt x="2293906" y="315550"/>
                                      <a:pt x="2293906" y="315550"/>
                                    </a:cubicBezTo>
                                    <a:cubicBezTo>
                                      <a:pt x="2293906" y="315550"/>
                                      <a:pt x="2436590" y="331361"/>
                                      <a:pt x="2446592" y="336124"/>
                                    </a:cubicBezTo>
                                    <a:cubicBezTo>
                                      <a:pt x="2456593" y="340981"/>
                                      <a:pt x="2534412" y="412419"/>
                                      <a:pt x="2563940" y="472426"/>
                                    </a:cubicBezTo>
                                    <a:cubicBezTo>
                                      <a:pt x="2593467" y="532434"/>
                                      <a:pt x="2652808" y="776845"/>
                                      <a:pt x="2742438" y="766273"/>
                                    </a:cubicBezTo>
                                    <a:cubicBezTo>
                                      <a:pt x="2832068" y="755700"/>
                                      <a:pt x="2792730" y="526814"/>
                                      <a:pt x="2792730" y="526814"/>
                                    </a:cubicBezTo>
                                    <a:cubicBezTo>
                                      <a:pt x="2792730" y="526814"/>
                                      <a:pt x="2833973" y="541197"/>
                                      <a:pt x="2854928" y="509098"/>
                                    </a:cubicBezTo>
                                    <a:cubicBezTo>
                                      <a:pt x="2913793" y="419086"/>
                                      <a:pt x="2564321" y="106190"/>
                                      <a:pt x="2470976" y="48850"/>
                                    </a:cubicBezTo>
                                    <a:cubicBezTo>
                                      <a:pt x="2377631" y="-8491"/>
                                      <a:pt x="1907858" y="-5443"/>
                                      <a:pt x="1767554" y="8559"/>
                                    </a:cubicBezTo>
                                    <a:cubicBezTo>
                                      <a:pt x="1683925" y="16941"/>
                                      <a:pt x="1085660" y="165531"/>
                                      <a:pt x="828675" y="350983"/>
                                    </a:cubicBezTo>
                                    <a:cubicBezTo>
                                      <a:pt x="530638" y="566057"/>
                                      <a:pt x="0" y="957154"/>
                                      <a:pt x="0" y="957154"/>
                                    </a:cubicBezTo>
                                    <a:lnTo>
                                      <a:pt x="634841" y="1665433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06D51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79" name="AutoShape 79"/>
                              <p:cNvSpPr/>
                              <p:nvPr/>
                            </p:nvSpPr>
                            <p:spPr>
                              <a:xfrm>
                                <a:off x="2028813" y="3455527"/>
                                <a:ext cx="314728" cy="109584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14728" h="109584">
                                    <a:moveTo>
                                      <a:pt x="6393" y="109585"/>
                                    </a:moveTo>
                                    <a:cubicBezTo>
                                      <a:pt x="3726" y="109585"/>
                                      <a:pt x="1154" y="107870"/>
                                      <a:pt x="297" y="105203"/>
                                    </a:cubicBezTo>
                                    <a:cubicBezTo>
                                      <a:pt x="-751" y="101870"/>
                                      <a:pt x="1059" y="98250"/>
                                      <a:pt x="4393" y="97202"/>
                                    </a:cubicBezTo>
                                    <a:lnTo>
                                      <a:pt x="306430" y="333"/>
                                    </a:lnTo>
                                    <a:cubicBezTo>
                                      <a:pt x="309764" y="-810"/>
                                      <a:pt x="313384" y="1095"/>
                                      <a:pt x="314431" y="4429"/>
                                    </a:cubicBezTo>
                                    <a:cubicBezTo>
                                      <a:pt x="315479" y="7763"/>
                                      <a:pt x="313669" y="11382"/>
                                      <a:pt x="310336" y="12430"/>
                                    </a:cubicBezTo>
                                    <a:lnTo>
                                      <a:pt x="8298" y="109299"/>
                                    </a:lnTo>
                                    <a:cubicBezTo>
                                      <a:pt x="7631" y="109489"/>
                                      <a:pt x="6964" y="109585"/>
                                      <a:pt x="6393" y="109585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FFD05C">
                                  <a:alpha val="100000"/>
                                  <a:lumMod val="40000"/>
                                  <a:lumOff val="6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80" name="AutoShape 80"/>
                              <p:cNvSpPr/>
                              <p:nvPr/>
                            </p:nvSpPr>
                            <p:spPr>
                              <a:xfrm>
                                <a:off x="1877631" y="3590459"/>
                                <a:ext cx="73310" cy="4770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3310" h="47709">
                                    <a:moveTo>
                                      <a:pt x="6414" y="47710"/>
                                    </a:moveTo>
                                    <a:cubicBezTo>
                                      <a:pt x="4223" y="47710"/>
                                      <a:pt x="2032" y="46567"/>
                                      <a:pt x="889" y="44567"/>
                                    </a:cubicBezTo>
                                    <a:cubicBezTo>
                                      <a:pt x="-921" y="41518"/>
                                      <a:pt x="127" y="37613"/>
                                      <a:pt x="3175" y="35899"/>
                                    </a:cubicBezTo>
                                    <a:lnTo>
                                      <a:pt x="63754" y="847"/>
                                    </a:lnTo>
                                    <a:cubicBezTo>
                                      <a:pt x="66802" y="-868"/>
                                      <a:pt x="70707" y="85"/>
                                      <a:pt x="72422" y="3133"/>
                                    </a:cubicBezTo>
                                    <a:cubicBezTo>
                                      <a:pt x="74231" y="6181"/>
                                      <a:pt x="73184" y="10086"/>
                                      <a:pt x="70136" y="11800"/>
                                    </a:cubicBezTo>
                                    <a:lnTo>
                                      <a:pt x="9557" y="46852"/>
                                    </a:lnTo>
                                    <a:cubicBezTo>
                                      <a:pt x="8509" y="47424"/>
                                      <a:pt x="7461" y="47710"/>
                                      <a:pt x="6414" y="47710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FFD05C">
                                  <a:alpha val="100000"/>
                                  <a:lumMod val="40000"/>
                                  <a:lumOff val="6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grpSp>
                            <p:nvGrpSpPr>
                              <p:cNvPr id="81" name="Group 81"/>
                              <p:cNvGrpSpPr/>
                              <p:nvPr/>
                            </p:nvGrpSpPr>
                            <p:grpSpPr>
                              <a:xfrm>
                                <a:off x="2581077" y="3344945"/>
                                <a:ext cx="1105499" cy="1002264"/>
                                <a:chOff x="2581077" y="3344945"/>
                                <a:chExt cx="1105499" cy="1002264"/>
                              </a:xfrm>
                              <a:solidFill>
                                <a:srgbClr val="282523">
                                  <a:alpha val="100000"/>
                                </a:srgbClr>
                              </a:solidFill>
                            </p:grpSpPr>
                            <p:sp>
                              <p:nvSpPr>
                                <p:cNvPr id="82" name="AutoShape 82"/>
                                <p:cNvSpPr/>
                                <p:nvPr/>
                              </p:nvSpPr>
                              <p:spPr>
                                <a:xfrm>
                                  <a:off x="2802784" y="3394573"/>
                                  <a:ext cx="352353" cy="17311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52353" h="173110">
                                      <a:moveTo>
                                        <a:pt x="345704" y="173015"/>
                                      </a:moveTo>
                                      <a:cubicBezTo>
                                        <a:pt x="345228" y="173015"/>
                                        <a:pt x="344656" y="173015"/>
                                        <a:pt x="344180" y="172825"/>
                                      </a:cubicBezTo>
                                      <a:cubicBezTo>
                                        <a:pt x="343989" y="172825"/>
                                        <a:pt x="343608" y="172635"/>
                                        <a:pt x="343227" y="172539"/>
                                      </a:cubicBezTo>
                                      <a:cubicBezTo>
                                        <a:pt x="342561" y="172539"/>
                                        <a:pt x="341989" y="172254"/>
                                        <a:pt x="341418" y="171968"/>
                                      </a:cubicBezTo>
                                      <a:lnTo>
                                        <a:pt x="3661" y="12138"/>
                                      </a:lnTo>
                                      <a:cubicBezTo>
                                        <a:pt x="518" y="10614"/>
                                        <a:pt x="-911" y="6804"/>
                                        <a:pt x="613" y="3661"/>
                                      </a:cubicBezTo>
                                      <a:cubicBezTo>
                                        <a:pt x="2137" y="518"/>
                                        <a:pt x="5947" y="-911"/>
                                        <a:pt x="9090" y="613"/>
                                      </a:cubicBezTo>
                                      <a:lnTo>
                                        <a:pt x="345799" y="159966"/>
                                      </a:lnTo>
                                      <a:cubicBezTo>
                                        <a:pt x="346656" y="160157"/>
                                        <a:pt x="347323" y="160443"/>
                                        <a:pt x="347704" y="160633"/>
                                      </a:cubicBezTo>
                                      <a:cubicBezTo>
                                        <a:pt x="351133" y="161395"/>
                                        <a:pt x="352943" y="164824"/>
                                        <a:pt x="352181" y="168253"/>
                                      </a:cubicBezTo>
                                      <a:cubicBezTo>
                                        <a:pt x="351514" y="171206"/>
                                        <a:pt x="348656" y="173111"/>
                                        <a:pt x="345704" y="173111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83" name="AutoShape 83"/>
                                <p:cNvSpPr/>
                                <p:nvPr/>
                              </p:nvSpPr>
                              <p:spPr>
                                <a:xfrm>
                                  <a:off x="3379711" y="3344945"/>
                                  <a:ext cx="306864" cy="41838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06864" h="418382">
                                      <a:moveTo>
                                        <a:pt x="300653" y="418287"/>
                                      </a:moveTo>
                                      <a:cubicBezTo>
                                        <a:pt x="297700" y="418287"/>
                                        <a:pt x="295033" y="416191"/>
                                        <a:pt x="294367" y="413143"/>
                                      </a:cubicBezTo>
                                      <a:cubicBezTo>
                                        <a:pt x="294176" y="412381"/>
                                        <a:pt x="278460" y="333038"/>
                                        <a:pt x="248742" y="292652"/>
                                      </a:cubicBezTo>
                                      <a:cubicBezTo>
                                        <a:pt x="218262" y="251313"/>
                                        <a:pt x="3854" y="12998"/>
                                        <a:pt x="1663" y="10617"/>
                                      </a:cubicBezTo>
                                      <a:cubicBezTo>
                                        <a:pt x="-718" y="8045"/>
                                        <a:pt x="-528" y="3949"/>
                                        <a:pt x="2139" y="1663"/>
                                      </a:cubicBezTo>
                                      <a:cubicBezTo>
                                        <a:pt x="4711" y="-718"/>
                                        <a:pt x="8807" y="-528"/>
                                        <a:pt x="11093" y="2139"/>
                                      </a:cubicBezTo>
                                      <a:cubicBezTo>
                                        <a:pt x="19951" y="11950"/>
                                        <a:pt x="228168" y="243312"/>
                                        <a:pt x="258934" y="285222"/>
                                      </a:cubicBezTo>
                                      <a:cubicBezTo>
                                        <a:pt x="290366" y="327990"/>
                                        <a:pt x="306178" y="407523"/>
                                        <a:pt x="306749" y="410857"/>
                                      </a:cubicBezTo>
                                      <a:cubicBezTo>
                                        <a:pt x="307416" y="414286"/>
                                        <a:pt x="305130" y="417620"/>
                                        <a:pt x="301701" y="418287"/>
                                      </a:cubicBezTo>
                                      <a:cubicBezTo>
                                        <a:pt x="301320" y="418287"/>
                                        <a:pt x="300844" y="418382"/>
                                        <a:pt x="300462" y="418382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84" name="AutoShape 84"/>
                                <p:cNvSpPr/>
                                <p:nvPr/>
                              </p:nvSpPr>
                              <p:spPr>
                                <a:xfrm>
                                  <a:off x="2765761" y="4136244"/>
                                  <a:ext cx="47625" cy="13457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7625" h="134575">
                                      <a:moveTo>
                                        <a:pt x="6871" y="134480"/>
                                      </a:moveTo>
                                      <a:cubicBezTo>
                                        <a:pt x="3537" y="134480"/>
                                        <a:pt x="775" y="131908"/>
                                        <a:pt x="489" y="128575"/>
                                      </a:cubicBezTo>
                                      <a:cubicBezTo>
                                        <a:pt x="-2749" y="84474"/>
                                        <a:pt x="10205" y="38563"/>
                                        <a:pt x="36113" y="2654"/>
                                      </a:cubicBezTo>
                                      <a:cubicBezTo>
                                        <a:pt x="38208" y="-203"/>
                                        <a:pt x="42113" y="-870"/>
                                        <a:pt x="44971" y="1225"/>
                                      </a:cubicBezTo>
                                      <a:cubicBezTo>
                                        <a:pt x="47828" y="3321"/>
                                        <a:pt x="48495" y="7226"/>
                                        <a:pt x="46400" y="10084"/>
                                      </a:cubicBezTo>
                                      <a:cubicBezTo>
                                        <a:pt x="22301" y="43612"/>
                                        <a:pt x="10205" y="86474"/>
                                        <a:pt x="13157" y="127717"/>
                                      </a:cubicBezTo>
                                      <a:cubicBezTo>
                                        <a:pt x="13443" y="131242"/>
                                        <a:pt x="10776" y="134290"/>
                                        <a:pt x="7252" y="134575"/>
                                      </a:cubicBezTo>
                                      <a:cubicBezTo>
                                        <a:pt x="7061" y="134575"/>
                                        <a:pt x="6966" y="134575"/>
                                        <a:pt x="6776" y="134575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85" name="AutoShape 85"/>
                                <p:cNvSpPr/>
                                <p:nvPr/>
                              </p:nvSpPr>
                              <p:spPr>
                                <a:xfrm>
                                  <a:off x="2935224" y="4195797"/>
                                  <a:ext cx="209076" cy="15141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209076" h="151412">
                                      <a:moveTo>
                                        <a:pt x="88773" y="4346"/>
                                      </a:moveTo>
                                      <a:cubicBezTo>
                                        <a:pt x="68104" y="-416"/>
                                        <a:pt x="31813" y="-5464"/>
                                        <a:pt x="22193" y="13967"/>
                                      </a:cubicBezTo>
                                      <a:cubicBezTo>
                                        <a:pt x="4953" y="48542"/>
                                        <a:pt x="190" y="131219"/>
                                        <a:pt x="0" y="134744"/>
                                      </a:cubicBezTo>
                                      <a:cubicBezTo>
                                        <a:pt x="0" y="136839"/>
                                        <a:pt x="857" y="138839"/>
                                        <a:pt x="2477" y="140078"/>
                                      </a:cubicBezTo>
                                      <a:cubicBezTo>
                                        <a:pt x="12287" y="147793"/>
                                        <a:pt x="33814" y="151412"/>
                                        <a:pt x="59150" y="151412"/>
                                      </a:cubicBezTo>
                                      <a:cubicBezTo>
                                        <a:pt x="98012" y="151412"/>
                                        <a:pt x="146113" y="143030"/>
                                        <a:pt x="176117" y="128076"/>
                                      </a:cubicBezTo>
                                      <a:cubicBezTo>
                                        <a:pt x="198215" y="117218"/>
                                        <a:pt x="209264" y="103883"/>
                                        <a:pt x="209074" y="88643"/>
                                      </a:cubicBezTo>
                                      <a:cubicBezTo>
                                        <a:pt x="208693" y="49781"/>
                                        <a:pt x="137065" y="15395"/>
                                        <a:pt x="88773" y="4346"/>
                                      </a:cubicBezTo>
                                      <a:close/>
                                      <a:moveTo>
                                        <a:pt x="170497" y="116646"/>
                                      </a:moveTo>
                                      <a:cubicBezTo>
                                        <a:pt x="124492" y="139506"/>
                                        <a:pt x="37243" y="144935"/>
                                        <a:pt x="12954" y="131791"/>
                                      </a:cubicBezTo>
                                      <a:cubicBezTo>
                                        <a:pt x="14097" y="115408"/>
                                        <a:pt x="19431" y="47971"/>
                                        <a:pt x="33528" y="19586"/>
                                      </a:cubicBezTo>
                                      <a:cubicBezTo>
                                        <a:pt x="36862" y="12919"/>
                                        <a:pt x="54388" y="9490"/>
                                        <a:pt x="85915" y="16729"/>
                                      </a:cubicBezTo>
                                      <a:cubicBezTo>
                                        <a:pt x="137827" y="28635"/>
                                        <a:pt x="196024" y="61973"/>
                                        <a:pt x="196405" y="88738"/>
                                      </a:cubicBezTo>
                                      <a:cubicBezTo>
                                        <a:pt x="196405" y="101216"/>
                                        <a:pt x="182404" y="110836"/>
                                        <a:pt x="170497" y="116646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86" name="AutoShape 86"/>
                                <p:cNvSpPr/>
                                <p:nvPr/>
                              </p:nvSpPr>
                              <p:spPr>
                                <a:xfrm>
                                  <a:off x="3079329" y="3689804"/>
                                  <a:ext cx="48479" cy="7704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8479" h="77046">
                                      <a:moveTo>
                                        <a:pt x="6389" y="76952"/>
                                      </a:moveTo>
                                      <a:cubicBezTo>
                                        <a:pt x="5818" y="76952"/>
                                        <a:pt x="5342" y="76952"/>
                                        <a:pt x="4770" y="76761"/>
                                      </a:cubicBezTo>
                                      <a:cubicBezTo>
                                        <a:pt x="1341" y="75904"/>
                                        <a:pt x="-659" y="72380"/>
                                        <a:pt x="198" y="68951"/>
                                      </a:cubicBezTo>
                                      <a:cubicBezTo>
                                        <a:pt x="6770" y="43900"/>
                                        <a:pt x="19629" y="20754"/>
                                        <a:pt x="37441" y="1990"/>
                                      </a:cubicBezTo>
                                      <a:cubicBezTo>
                                        <a:pt x="39917" y="-582"/>
                                        <a:pt x="43918" y="-677"/>
                                        <a:pt x="46490" y="1799"/>
                                      </a:cubicBezTo>
                                      <a:cubicBezTo>
                                        <a:pt x="49061" y="4181"/>
                                        <a:pt x="49157" y="8276"/>
                                        <a:pt x="46680" y="10848"/>
                                      </a:cubicBezTo>
                                      <a:cubicBezTo>
                                        <a:pt x="30297" y="28088"/>
                                        <a:pt x="18486" y="49329"/>
                                        <a:pt x="12580" y="72284"/>
                                      </a:cubicBezTo>
                                      <a:cubicBezTo>
                                        <a:pt x="11818" y="75142"/>
                                        <a:pt x="9247" y="77047"/>
                                        <a:pt x="6389" y="77047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87" name="AutoShape 87"/>
                                <p:cNvSpPr/>
                                <p:nvPr/>
                              </p:nvSpPr>
                              <p:spPr>
                                <a:xfrm>
                                  <a:off x="2581077" y="3628677"/>
                                  <a:ext cx="51027" cy="247044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51027" h="247044">
                                      <a:moveTo>
                                        <a:pt x="8675" y="247045"/>
                                      </a:moveTo>
                                      <a:cubicBezTo>
                                        <a:pt x="5437" y="247045"/>
                                        <a:pt x="2674" y="244568"/>
                                        <a:pt x="2389" y="241329"/>
                                      </a:cubicBezTo>
                                      <a:cubicBezTo>
                                        <a:pt x="-5708" y="160653"/>
                                        <a:pt x="6865" y="78547"/>
                                        <a:pt x="38774" y="3871"/>
                                      </a:cubicBezTo>
                                      <a:cubicBezTo>
                                        <a:pt x="40108" y="633"/>
                                        <a:pt x="43918" y="-891"/>
                                        <a:pt x="47156" y="537"/>
                                      </a:cubicBezTo>
                                      <a:cubicBezTo>
                                        <a:pt x="50395" y="1966"/>
                                        <a:pt x="51919" y="5681"/>
                                        <a:pt x="50490" y="8920"/>
                                      </a:cubicBezTo>
                                      <a:cubicBezTo>
                                        <a:pt x="19438" y="81595"/>
                                        <a:pt x="7246" y="161510"/>
                                        <a:pt x="15152" y="240091"/>
                                      </a:cubicBezTo>
                                      <a:cubicBezTo>
                                        <a:pt x="15533" y="243616"/>
                                        <a:pt x="12961" y="246759"/>
                                        <a:pt x="9437" y="247045"/>
                                      </a:cubicBezTo>
                                      <a:cubicBezTo>
                                        <a:pt x="9247" y="247045"/>
                                        <a:pt x="9056" y="247045"/>
                                        <a:pt x="8770" y="247045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88" name="AutoShape 88"/>
                                <p:cNvSpPr/>
                                <p:nvPr/>
                              </p:nvSpPr>
                              <p:spPr>
                                <a:xfrm>
                                  <a:off x="3268507" y="4029269"/>
                                  <a:ext cx="121011" cy="190400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21011" h="190400">
                                      <a:moveTo>
                                        <a:pt x="10664" y="190400"/>
                                      </a:moveTo>
                                      <a:cubicBezTo>
                                        <a:pt x="8664" y="190400"/>
                                        <a:pt x="6664" y="189448"/>
                                        <a:pt x="5426" y="187638"/>
                                      </a:cubicBezTo>
                                      <a:cubicBezTo>
                                        <a:pt x="-9910" y="165731"/>
                                        <a:pt x="7902" y="93436"/>
                                        <a:pt x="50765" y="3615"/>
                                      </a:cubicBezTo>
                                      <a:cubicBezTo>
                                        <a:pt x="52003" y="1043"/>
                                        <a:pt x="54861" y="-385"/>
                                        <a:pt x="57623" y="91"/>
                                      </a:cubicBezTo>
                                      <a:cubicBezTo>
                                        <a:pt x="59052" y="377"/>
                                        <a:pt x="93056" y="6568"/>
                                        <a:pt x="119154" y="32571"/>
                                      </a:cubicBezTo>
                                      <a:cubicBezTo>
                                        <a:pt x="121631" y="35048"/>
                                        <a:pt x="121631" y="39048"/>
                                        <a:pt x="119154" y="41620"/>
                                      </a:cubicBezTo>
                                      <a:cubicBezTo>
                                        <a:pt x="116678" y="44096"/>
                                        <a:pt x="112677" y="44096"/>
                                        <a:pt x="110105" y="41620"/>
                                      </a:cubicBezTo>
                                      <a:cubicBezTo>
                                        <a:pt x="92294" y="23903"/>
                                        <a:pt x="69720" y="16378"/>
                                        <a:pt x="60099" y="13807"/>
                                      </a:cubicBezTo>
                                      <a:cubicBezTo>
                                        <a:pt x="12665" y="114486"/>
                                        <a:pt x="7617" y="168493"/>
                                        <a:pt x="15903" y="180399"/>
                                      </a:cubicBezTo>
                                      <a:cubicBezTo>
                                        <a:pt x="17904" y="183257"/>
                                        <a:pt x="17237" y="187257"/>
                                        <a:pt x="14379" y="189257"/>
                                      </a:cubicBezTo>
                                      <a:cubicBezTo>
                                        <a:pt x="13236" y="190019"/>
                                        <a:pt x="11998" y="190400"/>
                                        <a:pt x="10760" y="190400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89" name="AutoShape 89"/>
                                <p:cNvSpPr/>
                                <p:nvPr/>
                              </p:nvSpPr>
                              <p:spPr>
                                <a:xfrm>
                                  <a:off x="3156392" y="3926298"/>
                                  <a:ext cx="53533" cy="5943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53533" h="59437">
                                      <a:moveTo>
                                        <a:pt x="6383" y="59438"/>
                                      </a:moveTo>
                                      <a:cubicBezTo>
                                        <a:pt x="4860" y="59438"/>
                                        <a:pt x="3431" y="58961"/>
                                        <a:pt x="2192" y="57818"/>
                                      </a:cubicBezTo>
                                      <a:cubicBezTo>
                                        <a:pt x="-475" y="55533"/>
                                        <a:pt x="-760" y="51437"/>
                                        <a:pt x="1621" y="48865"/>
                                      </a:cubicBezTo>
                                      <a:lnTo>
                                        <a:pt x="42388" y="2192"/>
                                      </a:lnTo>
                                      <a:cubicBezTo>
                                        <a:pt x="44674" y="-475"/>
                                        <a:pt x="48770" y="-760"/>
                                        <a:pt x="51341" y="1621"/>
                                      </a:cubicBezTo>
                                      <a:cubicBezTo>
                                        <a:pt x="54008" y="3907"/>
                                        <a:pt x="54294" y="8003"/>
                                        <a:pt x="51913" y="10574"/>
                                      </a:cubicBezTo>
                                      <a:lnTo>
                                        <a:pt x="11146" y="57247"/>
                                      </a:lnTo>
                                      <a:cubicBezTo>
                                        <a:pt x="9908" y="58676"/>
                                        <a:pt x="8098" y="59438"/>
                                        <a:pt x="6383" y="59438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</p:grpSp>
                        </p:grpSp>
                        <p:grpSp>
                          <p:nvGrpSpPr>
                            <p:cNvPr id="90" name="Group 90"/>
                            <p:cNvGrpSpPr/>
                            <p:nvPr/>
                          </p:nvGrpSpPr>
                          <p:grpSpPr>
                            <a:xfrm>
                              <a:off x="656683" y="3927234"/>
                              <a:ext cx="1137289" cy="1217407"/>
                              <a:chOff x="656683" y="3927234"/>
                              <a:chExt cx="1137289" cy="1217407"/>
                            </a:xfrm>
                          </p:grpSpPr>
                          <p:grpSp>
                            <p:nvGrpSpPr>
                              <p:cNvPr id="91" name="Group 91"/>
                              <p:cNvGrpSpPr/>
                              <p:nvPr/>
                            </p:nvGrpSpPr>
                            <p:grpSpPr>
                              <a:xfrm>
                                <a:off x="656683" y="3927234"/>
                                <a:ext cx="1137289" cy="1217407"/>
                                <a:chOff x="656683" y="3927234"/>
                                <a:chExt cx="1137289" cy="1217407"/>
                              </a:xfrm>
                            </p:grpSpPr>
                            <p:sp>
                              <p:nvSpPr>
                                <p:cNvPr id="92" name="AutoShape 92"/>
                                <p:cNvSpPr/>
                                <p:nvPr/>
                              </p:nvSpPr>
                              <p:spPr>
                                <a:xfrm>
                                  <a:off x="663035" y="3933539"/>
                                  <a:ext cx="1124616" cy="120472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24616" h="1204722">
                                      <a:moveTo>
                                        <a:pt x="0" y="365379"/>
                                      </a:moveTo>
                                      <a:lnTo>
                                        <a:pt x="534543" y="0"/>
                                      </a:lnTo>
                                      <a:cubicBezTo>
                                        <a:pt x="703517" y="183071"/>
                                        <a:pt x="879062" y="411956"/>
                                        <a:pt x="879062" y="411956"/>
                                      </a:cubicBezTo>
                                      <a:lnTo>
                                        <a:pt x="790670" y="579025"/>
                                      </a:lnTo>
                                      <a:lnTo>
                                        <a:pt x="948023" y="501205"/>
                                      </a:lnTo>
                                      <a:cubicBezTo>
                                        <a:pt x="1031081" y="586264"/>
                                        <a:pt x="1124617" y="742664"/>
                                        <a:pt x="1124617" y="742664"/>
                                      </a:cubicBezTo>
                                      <a:lnTo>
                                        <a:pt x="775240" y="1204722"/>
                                      </a:lnTo>
                                      <a:lnTo>
                                        <a:pt x="95" y="365379"/>
                                      </a:ln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FFD05C">
                                    <a:alpha val="100000"/>
                                    <a:lumMod val="40000"/>
                                    <a:lumOff val="6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93" name="AutoShape 93"/>
                                <p:cNvSpPr/>
                                <p:nvPr/>
                              </p:nvSpPr>
                              <p:spPr>
                                <a:xfrm>
                                  <a:off x="656683" y="3927234"/>
                                  <a:ext cx="1137289" cy="121740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37289" h="1217407">
                                      <a:moveTo>
                                        <a:pt x="1099251" y="698486"/>
                                      </a:moveTo>
                                      <a:cubicBezTo>
                                        <a:pt x="1097917" y="700296"/>
                                        <a:pt x="1096488" y="702105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4110" y="729919"/>
                                        <a:pt x="1114872" y="727156"/>
                                        <a:pt x="1115729" y="724394"/>
                                      </a:cubicBezTo>
                                      <a:cubicBezTo>
                                        <a:pt x="1111062" y="717060"/>
                                        <a:pt x="1105537" y="708297"/>
                                        <a:pt x="1099251" y="698486"/>
                                      </a:cubicBezTo>
                                      <a:close/>
                                      <a:moveTo>
                                        <a:pt x="1099251" y="698486"/>
                                      </a:moveTo>
                                      <a:cubicBezTo>
                                        <a:pt x="1097917" y="700296"/>
                                        <a:pt x="1096488" y="702105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4110" y="729919"/>
                                        <a:pt x="1114872" y="727156"/>
                                        <a:pt x="1115729" y="724394"/>
                                      </a:cubicBezTo>
                                      <a:cubicBezTo>
                                        <a:pt x="1111062" y="717060"/>
                                        <a:pt x="1105537" y="708297"/>
                                        <a:pt x="1099251" y="698486"/>
                                      </a:cubicBezTo>
                                      <a:close/>
                                      <a:moveTo>
                                        <a:pt x="1136398" y="745825"/>
                                      </a:moveTo>
                                      <a:cubicBezTo>
                                        <a:pt x="1136398" y="745825"/>
                                        <a:pt x="1129445" y="734110"/>
                                        <a:pt x="1118110" y="716298"/>
                                      </a:cubicBezTo>
                                      <a:cubicBezTo>
                                        <a:pt x="1113824" y="709535"/>
                                        <a:pt x="1108871" y="701725"/>
                                        <a:pt x="1103346" y="693247"/>
                                      </a:cubicBezTo>
                                      <a:cubicBezTo>
                                        <a:pt x="1068485" y="639621"/>
                                        <a:pt x="1011430" y="556945"/>
                                        <a:pt x="958947" y="503128"/>
                                      </a:cubicBezTo>
                                      <a:cubicBezTo>
                                        <a:pt x="956947" y="501128"/>
                                        <a:pt x="953994" y="500652"/>
                                        <a:pt x="951518" y="501890"/>
                                      </a:cubicBezTo>
                                      <a:lnTo>
                                        <a:pt x="811881" y="570946"/>
                                      </a:lnTo>
                                      <a:lnTo>
                                        <a:pt x="868936" y="463219"/>
                                      </a:lnTo>
                                      <a:lnTo>
                                        <a:pt x="891129" y="421309"/>
                                      </a:lnTo>
                                      <a:cubicBezTo>
                                        <a:pt x="892272" y="419118"/>
                                        <a:pt x="891987" y="416451"/>
                                        <a:pt x="890558" y="414451"/>
                                      </a:cubicBezTo>
                                      <a:cubicBezTo>
                                        <a:pt x="889701" y="413498"/>
                                        <a:pt x="855982" y="369493"/>
                                        <a:pt x="804261" y="305199"/>
                                      </a:cubicBezTo>
                                      <a:cubicBezTo>
                                        <a:pt x="744825" y="231189"/>
                                        <a:pt x="661482" y="130225"/>
                                        <a:pt x="577471" y="36879"/>
                                      </a:cubicBezTo>
                                      <a:cubicBezTo>
                                        <a:pt x="566803" y="25069"/>
                                        <a:pt x="556230" y="13448"/>
                                        <a:pt x="545658" y="2018"/>
                                      </a:cubicBezTo>
                                      <a:cubicBezTo>
                                        <a:pt x="543467" y="-268"/>
                                        <a:pt x="539943" y="-649"/>
                                        <a:pt x="537371" y="1066"/>
                                      </a:cubicBezTo>
                                      <a:lnTo>
                                        <a:pt x="250097" y="197376"/>
                                      </a:lnTo>
                                      <a:lnTo>
                                        <a:pt x="239429" y="204615"/>
                                      </a:lnTo>
                                      <a:lnTo>
                                        <a:pt x="2733" y="366445"/>
                                      </a:lnTo>
                                      <a:cubicBezTo>
                                        <a:pt x="1209" y="367492"/>
                                        <a:pt x="256" y="369112"/>
                                        <a:pt x="66" y="371017"/>
                                      </a:cubicBezTo>
                                      <a:cubicBezTo>
                                        <a:pt x="-220" y="372826"/>
                                        <a:pt x="447" y="374636"/>
                                        <a:pt x="1685" y="376065"/>
                                      </a:cubicBezTo>
                                      <a:lnTo>
                                        <a:pt x="776829" y="1215408"/>
                                      </a:lnTo>
                                      <a:cubicBezTo>
                                        <a:pt x="777972" y="1216646"/>
                                        <a:pt x="779687" y="1217408"/>
                                        <a:pt x="781497" y="1217408"/>
                                      </a:cubicBezTo>
                                      <a:lnTo>
                                        <a:pt x="781782" y="1217408"/>
                                      </a:lnTo>
                                      <a:cubicBezTo>
                                        <a:pt x="783687" y="1217313"/>
                                        <a:pt x="785402" y="1216360"/>
                                        <a:pt x="786545" y="1214931"/>
                                      </a:cubicBezTo>
                                      <a:lnTo>
                                        <a:pt x="915513" y="1044339"/>
                                      </a:lnTo>
                                      <a:lnTo>
                                        <a:pt x="923705" y="1033671"/>
                                      </a:lnTo>
                                      <a:lnTo>
                                        <a:pt x="1096012" y="805737"/>
                                      </a:lnTo>
                                      <a:lnTo>
                                        <a:pt x="1136017" y="752874"/>
                                      </a:lnTo>
                                      <a:cubicBezTo>
                                        <a:pt x="1137541" y="750778"/>
                                        <a:pt x="1137732" y="748016"/>
                                        <a:pt x="1136398" y="745825"/>
                                      </a:cubicBezTo>
                                      <a:close/>
                                      <a:moveTo>
                                        <a:pt x="1101822" y="776972"/>
                                      </a:moveTo>
                                      <a:lnTo>
                                        <a:pt x="1101727" y="776972"/>
                                      </a:lnTo>
                                      <a:cubicBezTo>
                                        <a:pt x="1101727" y="776972"/>
                                        <a:pt x="916085" y="1022527"/>
                                        <a:pt x="916085" y="1022527"/>
                                      </a:cubicBezTo>
                                      <a:lnTo>
                                        <a:pt x="907989" y="1033290"/>
                                      </a:lnTo>
                                      <a:lnTo>
                                        <a:pt x="781020" y="1201120"/>
                                      </a:lnTo>
                                      <a:lnTo>
                                        <a:pt x="16068" y="372826"/>
                                      </a:lnTo>
                                      <a:lnTo>
                                        <a:pt x="248382" y="214140"/>
                                      </a:lnTo>
                                      <a:lnTo>
                                        <a:pt x="258955" y="206805"/>
                                      </a:lnTo>
                                      <a:lnTo>
                                        <a:pt x="540038" y="14781"/>
                                      </a:lnTo>
                                      <a:cubicBezTo>
                                        <a:pt x="549087" y="24592"/>
                                        <a:pt x="558135" y="34498"/>
                                        <a:pt x="567089" y="44500"/>
                                      </a:cubicBezTo>
                                      <a:cubicBezTo>
                                        <a:pt x="651957" y="138606"/>
                                        <a:pt x="736158" y="240810"/>
                                        <a:pt x="795879" y="315105"/>
                                      </a:cubicBezTo>
                                      <a:cubicBezTo>
                                        <a:pt x="838932" y="368730"/>
                                        <a:pt x="869222" y="407878"/>
                                        <a:pt x="877890" y="419022"/>
                                      </a:cubicBezTo>
                                      <a:lnTo>
                                        <a:pt x="854363" y="463504"/>
                                      </a:lnTo>
                                      <a:lnTo>
                                        <a:pt x="791403" y="582471"/>
                                      </a:lnTo>
                                      <a:cubicBezTo>
                                        <a:pt x="790069" y="584853"/>
                                        <a:pt x="790545" y="587901"/>
                                        <a:pt x="792450" y="589901"/>
                                      </a:cubicBezTo>
                                      <a:cubicBezTo>
                                        <a:pt x="794355" y="591806"/>
                                        <a:pt x="797403" y="592378"/>
                                        <a:pt x="799880" y="591139"/>
                                      </a:cubicBezTo>
                                      <a:lnTo>
                                        <a:pt x="953042" y="515320"/>
                                      </a:lnTo>
                                      <a:cubicBezTo>
                                        <a:pt x="1005144" y="569708"/>
                                        <a:pt x="1061436" y="652004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7824" y="739825"/>
                                        <a:pt x="1121253" y="745349"/>
                                        <a:pt x="1123254" y="748683"/>
                                      </a:cubicBezTo>
                                      <a:lnTo>
                                        <a:pt x="1101822" y="776972"/>
                                      </a:lnTo>
                                      <a:close/>
                                      <a:moveTo>
                                        <a:pt x="1099251" y="698486"/>
                                      </a:moveTo>
                                      <a:cubicBezTo>
                                        <a:pt x="1097917" y="700296"/>
                                        <a:pt x="1096488" y="702105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4110" y="729919"/>
                                        <a:pt x="1114872" y="727156"/>
                                        <a:pt x="1115729" y="724394"/>
                                      </a:cubicBezTo>
                                      <a:cubicBezTo>
                                        <a:pt x="1111062" y="717060"/>
                                        <a:pt x="1105537" y="708297"/>
                                        <a:pt x="1099251" y="698486"/>
                                      </a:cubicBezTo>
                                      <a:close/>
                                      <a:moveTo>
                                        <a:pt x="1099251" y="698486"/>
                                      </a:moveTo>
                                      <a:cubicBezTo>
                                        <a:pt x="1097917" y="700296"/>
                                        <a:pt x="1096488" y="702105"/>
                                        <a:pt x="1095060" y="703915"/>
                                      </a:cubicBezTo>
                                      <a:cubicBezTo>
                                        <a:pt x="1102299" y="715155"/>
                                        <a:pt x="1108490" y="724870"/>
                                        <a:pt x="1113348" y="732681"/>
                                      </a:cubicBezTo>
                                      <a:cubicBezTo>
                                        <a:pt x="1114110" y="729919"/>
                                        <a:pt x="1114872" y="727156"/>
                                        <a:pt x="1115729" y="724394"/>
                                      </a:cubicBezTo>
                                      <a:cubicBezTo>
                                        <a:pt x="1111062" y="717060"/>
                                        <a:pt x="1105537" y="708297"/>
                                        <a:pt x="1099251" y="698486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</p:grpSp>
                          <p:sp>
                            <p:nvSpPr>
                              <p:cNvPr id="94" name="AutoShape 94"/>
                              <p:cNvSpPr/>
                              <p:nvPr/>
                            </p:nvSpPr>
                            <p:spPr>
                              <a:xfrm>
                                <a:off x="873714" y="4098974"/>
                                <a:ext cx="734553" cy="910984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34553" h="910984">
                                    <a:moveTo>
                                      <a:pt x="728105" y="910985"/>
                                    </a:moveTo>
                                    <a:cubicBezTo>
                                      <a:pt x="726104" y="910985"/>
                                      <a:pt x="724009" y="910032"/>
                                      <a:pt x="722866" y="908222"/>
                                    </a:cubicBezTo>
                                    <a:cubicBezTo>
                                      <a:pt x="508267" y="590659"/>
                                      <a:pt x="265666" y="288716"/>
                                      <a:pt x="1728" y="10777"/>
                                    </a:cubicBezTo>
                                    <a:cubicBezTo>
                                      <a:pt x="-653" y="8205"/>
                                      <a:pt x="-558" y="4205"/>
                                      <a:pt x="1918" y="1728"/>
                                    </a:cubicBezTo>
                                    <a:cubicBezTo>
                                      <a:pt x="4490" y="-653"/>
                                      <a:pt x="8491" y="-558"/>
                                      <a:pt x="10967" y="1919"/>
                                    </a:cubicBezTo>
                                    <a:cubicBezTo>
                                      <a:pt x="275381" y="280334"/>
                                      <a:pt x="518459" y="582848"/>
                                      <a:pt x="733438" y="900983"/>
                                    </a:cubicBezTo>
                                    <a:cubicBezTo>
                                      <a:pt x="735439" y="903936"/>
                                      <a:pt x="734677" y="907841"/>
                                      <a:pt x="731724" y="909841"/>
                                    </a:cubicBezTo>
                                    <a:cubicBezTo>
                                      <a:pt x="730676" y="910604"/>
                                      <a:pt x="729343" y="910889"/>
                                      <a:pt x="728200" y="910889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grpSp>
                            <p:nvGrpSpPr>
                              <p:cNvPr id="95" name="Group 95"/>
                              <p:cNvGrpSpPr/>
                              <p:nvPr/>
                            </p:nvGrpSpPr>
                            <p:grpSpPr>
                              <a:xfrm>
                                <a:off x="1032959" y="4078865"/>
                                <a:ext cx="128065" cy="124136"/>
                                <a:chOff x="1032959" y="4078865"/>
                                <a:chExt cx="128065" cy="124136"/>
                              </a:xfrm>
                            </p:grpSpPr>
                            <p:sp>
                              <p:nvSpPr>
                                <p:cNvPr id="96" name="AutoShape 96"/>
                                <p:cNvSpPr/>
                                <p:nvPr/>
                              </p:nvSpPr>
                              <p:spPr>
                                <a:xfrm>
                                  <a:off x="1039262" y="4085292"/>
                                  <a:ext cx="115273" cy="11140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5273" h="111403">
                                      <a:moveTo>
                                        <a:pt x="86783" y="87229"/>
                                      </a:moveTo>
                                      <a:cubicBezTo>
                                        <a:pt x="59351" y="112566"/>
                                        <a:pt x="24014" y="119043"/>
                                        <a:pt x="7916" y="101612"/>
                                      </a:cubicBezTo>
                                      <a:cubicBezTo>
                                        <a:pt x="-8181" y="84181"/>
                                        <a:pt x="1058" y="49511"/>
                                        <a:pt x="28490" y="24174"/>
                                      </a:cubicBezTo>
                                      <a:cubicBezTo>
                                        <a:pt x="55922" y="-1163"/>
                                        <a:pt x="91260" y="-7639"/>
                                        <a:pt x="107357" y="9791"/>
                                      </a:cubicBezTo>
                                      <a:cubicBezTo>
                                        <a:pt x="123455" y="27222"/>
                                        <a:pt x="114215" y="61893"/>
                                        <a:pt x="86783" y="87229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FFD05C">
                                    <a:alpha val="100000"/>
                                    <a:lumMod val="40000"/>
                                    <a:lumOff val="6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97" name="AutoShape 97"/>
                                <p:cNvSpPr/>
                                <p:nvPr/>
                              </p:nvSpPr>
                              <p:spPr>
                                <a:xfrm>
                                  <a:off x="1032959" y="4078865"/>
                                  <a:ext cx="128065" cy="12413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28065" h="124136">
                                      <a:moveTo>
                                        <a:pt x="118422" y="11837"/>
                                      </a:moveTo>
                                      <a:cubicBezTo>
                                        <a:pt x="109088" y="1740"/>
                                        <a:pt x="94515" y="-2070"/>
                                        <a:pt x="77465" y="1073"/>
                                      </a:cubicBezTo>
                                      <a:cubicBezTo>
                                        <a:pt x="61368" y="3931"/>
                                        <a:pt x="44699" y="12789"/>
                                        <a:pt x="30602" y="25839"/>
                                      </a:cubicBezTo>
                                      <a:cubicBezTo>
                                        <a:pt x="16409" y="38983"/>
                                        <a:pt x="6313" y="54795"/>
                                        <a:pt x="2122" y="70606"/>
                                      </a:cubicBezTo>
                                      <a:cubicBezTo>
                                        <a:pt x="-2355" y="87465"/>
                                        <a:pt x="312" y="102229"/>
                                        <a:pt x="9551" y="112325"/>
                                      </a:cubicBezTo>
                                      <a:cubicBezTo>
                                        <a:pt x="16790" y="120136"/>
                                        <a:pt x="27078" y="124137"/>
                                        <a:pt x="39365" y="124137"/>
                                      </a:cubicBezTo>
                                      <a:cubicBezTo>
                                        <a:pt x="42889" y="124137"/>
                                        <a:pt x="46699" y="123851"/>
                                        <a:pt x="50604" y="123089"/>
                                      </a:cubicBezTo>
                                      <a:cubicBezTo>
                                        <a:pt x="64701" y="120612"/>
                                        <a:pt x="79274" y="113469"/>
                                        <a:pt x="92228" y="102800"/>
                                      </a:cubicBezTo>
                                      <a:cubicBezTo>
                                        <a:pt x="93848" y="101562"/>
                                        <a:pt x="95467" y="100133"/>
                                        <a:pt x="97086" y="98609"/>
                                      </a:cubicBezTo>
                                      <a:cubicBezTo>
                                        <a:pt x="97182" y="98609"/>
                                        <a:pt x="97372" y="98419"/>
                                        <a:pt x="97467" y="98324"/>
                                      </a:cubicBezTo>
                                      <a:cubicBezTo>
                                        <a:pt x="98896" y="96990"/>
                                        <a:pt x="100325" y="95657"/>
                                        <a:pt x="101658" y="94228"/>
                                      </a:cubicBezTo>
                                      <a:cubicBezTo>
                                        <a:pt x="113565" y="81941"/>
                                        <a:pt x="122137" y="67748"/>
                                        <a:pt x="125947" y="53556"/>
                                      </a:cubicBezTo>
                                      <a:cubicBezTo>
                                        <a:pt x="130424" y="36697"/>
                                        <a:pt x="127757" y="21933"/>
                                        <a:pt x="118422" y="11837"/>
                                      </a:cubicBezTo>
                                      <a:close/>
                                      <a:moveTo>
                                        <a:pt x="113565" y="50222"/>
                                      </a:moveTo>
                                      <a:cubicBezTo>
                                        <a:pt x="110040" y="63748"/>
                                        <a:pt x="101182" y="77464"/>
                                        <a:pt x="88799" y="88894"/>
                                      </a:cubicBezTo>
                                      <a:cubicBezTo>
                                        <a:pt x="76417" y="100419"/>
                                        <a:pt x="62034" y="108039"/>
                                        <a:pt x="48318" y="110611"/>
                                      </a:cubicBezTo>
                                      <a:cubicBezTo>
                                        <a:pt x="35650" y="112897"/>
                                        <a:pt x="25172" y="110421"/>
                                        <a:pt x="18981" y="103658"/>
                                      </a:cubicBezTo>
                                      <a:cubicBezTo>
                                        <a:pt x="12695" y="96895"/>
                                        <a:pt x="11076" y="86322"/>
                                        <a:pt x="14409" y="73940"/>
                                      </a:cubicBezTo>
                                      <a:cubicBezTo>
                                        <a:pt x="18029" y="60414"/>
                                        <a:pt x="26792" y="46698"/>
                                        <a:pt x="39174" y="35268"/>
                                      </a:cubicBezTo>
                                      <a:cubicBezTo>
                                        <a:pt x="51652" y="23743"/>
                                        <a:pt x="66035" y="16123"/>
                                        <a:pt x="79751" y="13551"/>
                                      </a:cubicBezTo>
                                      <a:cubicBezTo>
                                        <a:pt x="82799" y="12980"/>
                                        <a:pt x="85847" y="12694"/>
                                        <a:pt x="88609" y="12694"/>
                                      </a:cubicBezTo>
                                      <a:cubicBezTo>
                                        <a:pt x="97277" y="12694"/>
                                        <a:pt x="104325" y="15361"/>
                                        <a:pt x="109088" y="20505"/>
                                      </a:cubicBezTo>
                                      <a:cubicBezTo>
                                        <a:pt x="115279" y="27267"/>
                                        <a:pt x="116898" y="37840"/>
                                        <a:pt x="113565" y="50222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</p:grpSp>
                          <p:grpSp>
                            <p:nvGrpSpPr>
                              <p:cNvPr id="98" name="Group 98"/>
                              <p:cNvGrpSpPr/>
                              <p:nvPr/>
                            </p:nvGrpSpPr>
                            <p:grpSpPr>
                              <a:xfrm>
                                <a:off x="1120786" y="4167262"/>
                                <a:ext cx="49380" cy="62123"/>
                                <a:chOff x="1120786" y="4167262"/>
                                <a:chExt cx="49380" cy="62123"/>
                              </a:xfrm>
                              <a:solidFill>
                                <a:srgbClr val="282523">
                                  <a:alpha val="100000"/>
                                </a:srgbClr>
                              </a:solidFill>
                            </p:grpSpPr>
                            <p:sp>
                              <p:nvSpPr>
                                <p:cNvPr id="99" name="AutoShape 99"/>
                                <p:cNvSpPr/>
                                <p:nvPr/>
                              </p:nvSpPr>
                              <p:spPr>
                                <a:xfrm>
                                  <a:off x="1127188" y="4173664"/>
                                  <a:ext cx="36576" cy="49434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36576" h="49434">
                                      <a:moveTo>
                                        <a:pt x="0" y="0"/>
                                      </a:moveTo>
                                      <a:lnTo>
                                        <a:pt x="36576" y="49435"/>
                                      </a:lnTo>
                                    </a:path>
                                  </a:pathLst>
                                </a:custGeom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  <p:sp>
                              <p:nvSpPr>
                                <p:cNvPr id="100" name="AutoShape 100"/>
                                <p:cNvSpPr/>
                                <p:nvPr/>
                              </p:nvSpPr>
                              <p:spPr>
                                <a:xfrm>
                                  <a:off x="1120786" y="4167262"/>
                                  <a:ext cx="49380" cy="6212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9380" h="62123">
                                      <a:moveTo>
                                        <a:pt x="42978" y="62124"/>
                                      </a:moveTo>
                                      <a:cubicBezTo>
                                        <a:pt x="41074" y="62124"/>
                                        <a:pt x="39073" y="61266"/>
                                        <a:pt x="37835" y="59552"/>
                                      </a:cubicBezTo>
                                      <a:lnTo>
                                        <a:pt x="1259" y="10212"/>
                                      </a:lnTo>
                                      <a:cubicBezTo>
                                        <a:pt x="-837" y="7355"/>
                                        <a:pt x="-265" y="3354"/>
                                        <a:pt x="2592" y="1259"/>
                                      </a:cubicBezTo>
                                      <a:cubicBezTo>
                                        <a:pt x="5450" y="-837"/>
                                        <a:pt x="9451" y="-265"/>
                                        <a:pt x="11546" y="2592"/>
                                      </a:cubicBezTo>
                                      <a:lnTo>
                                        <a:pt x="48122" y="51932"/>
                                      </a:lnTo>
                                      <a:cubicBezTo>
                                        <a:pt x="50217" y="54789"/>
                                        <a:pt x="49646" y="58790"/>
                                        <a:pt x="46788" y="60885"/>
                                      </a:cubicBezTo>
                                      <a:cubicBezTo>
                                        <a:pt x="45645" y="61743"/>
                                        <a:pt x="44312" y="62124"/>
                                        <a:pt x="42978" y="62124"/>
                                      </a:cubicBezTo>
                                      <a:close/>
                                    </a:path>
                                  </a:pathLst>
                                </a:custGeom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n>
                                  <a:prstDash val="solid"/>
                                  <a:headEnd type="none"/>
                                  <a:tailEnd type="none"/>
                                </a:ln>
                              </p:spPr>
                            </p:sp>
                          </p:grpSp>
                        </p:grpSp>
                      </p:grpSp>
                      <p:grpSp>
                        <p:nvGrpSpPr>
                          <p:cNvPr id="101" name="Group 101"/>
                          <p:cNvGrpSpPr/>
                          <p:nvPr/>
                        </p:nvGrpSpPr>
                        <p:grpSpPr>
                          <a:xfrm>
                            <a:off x="2298864" y="2696474"/>
                            <a:ext cx="1512391" cy="2721173"/>
                            <a:chOff x="2298864" y="2696474"/>
                            <a:chExt cx="1512391" cy="2721173"/>
                          </a:xfrm>
                        </p:grpSpPr>
                        <p:sp>
                          <p:nvSpPr>
                            <p:cNvPr id="102" name="AutoShape 102"/>
                            <p:cNvSpPr/>
                            <p:nvPr/>
                          </p:nvSpPr>
                          <p:spPr>
                            <a:xfrm>
                              <a:off x="3181291" y="4602575"/>
                              <a:ext cx="629964" cy="81507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29964" h="815072">
                                  <a:moveTo>
                                    <a:pt x="508312" y="800481"/>
                                  </a:moveTo>
                                  <a:cubicBezTo>
                                    <a:pt x="659665" y="594455"/>
                                    <a:pt x="749200" y="136779"/>
                                    <a:pt x="281141" y="0"/>
                                  </a:cubicBezTo>
                                  <a:lnTo>
                                    <a:pt x="59304" y="95917"/>
                                  </a:lnTo>
                                  <a:cubicBezTo>
                                    <a:pt x="-171106" y="555879"/>
                                    <a:pt x="335910" y="695897"/>
                                    <a:pt x="455925" y="805910"/>
                                  </a:cubicBezTo>
                                  <a:cubicBezTo>
                                    <a:pt x="471450" y="820103"/>
                                    <a:pt x="495834" y="817436"/>
                                    <a:pt x="508312" y="80048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03" name="AutoShape 103"/>
                            <p:cNvSpPr/>
                            <p:nvPr/>
                          </p:nvSpPr>
                          <p:spPr>
                            <a:xfrm>
                              <a:off x="2298864" y="2696474"/>
                              <a:ext cx="1030503" cy="177075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30503" h="1770750">
                                  <a:moveTo>
                                    <a:pt x="1030504" y="1653117"/>
                                  </a:moveTo>
                                  <a:lnTo>
                                    <a:pt x="802285" y="1770751"/>
                                  </a:lnTo>
                                  <a:cubicBezTo>
                                    <a:pt x="802285" y="1770751"/>
                                    <a:pt x="781616" y="1736651"/>
                                    <a:pt x="746849" y="1677882"/>
                                  </a:cubicBezTo>
                                  <a:cubicBezTo>
                                    <a:pt x="820573" y="1670071"/>
                                    <a:pt x="881914" y="1648069"/>
                                    <a:pt x="889153" y="1597967"/>
                                  </a:cubicBezTo>
                                  <a:cubicBezTo>
                                    <a:pt x="898583" y="1532435"/>
                                    <a:pt x="732657" y="1453283"/>
                                    <a:pt x="579400" y="1388417"/>
                                  </a:cubicBezTo>
                                  <a:cubicBezTo>
                                    <a:pt x="529394" y="1299930"/>
                                    <a:pt x="474720" y="1201442"/>
                                    <a:pt x="419380" y="1098857"/>
                                  </a:cubicBezTo>
                                  <a:cubicBezTo>
                                    <a:pt x="333369" y="938742"/>
                                    <a:pt x="246025" y="768530"/>
                                    <a:pt x="173635" y="611272"/>
                                  </a:cubicBezTo>
                                  <a:cubicBezTo>
                                    <a:pt x="38189" y="317236"/>
                                    <a:pt x="-45440" y="67585"/>
                                    <a:pt x="26283" y="9864"/>
                                  </a:cubicBezTo>
                                  <a:cubicBezTo>
                                    <a:pt x="108484" y="-56240"/>
                                    <a:pt x="296984" y="219033"/>
                                    <a:pt x="488722" y="562219"/>
                                  </a:cubicBezTo>
                                  <a:cubicBezTo>
                                    <a:pt x="577971" y="722048"/>
                                    <a:pt x="667982" y="896642"/>
                                    <a:pt x="748278" y="1058281"/>
                                  </a:cubicBezTo>
                                  <a:cubicBezTo>
                                    <a:pt x="794379" y="1151245"/>
                                    <a:pt x="837337" y="1239827"/>
                                    <a:pt x="875056" y="1318885"/>
                                  </a:cubicBezTo>
                                  <a:cubicBezTo>
                                    <a:pt x="914489" y="1401562"/>
                                    <a:pt x="948303" y="1473856"/>
                                    <a:pt x="974211" y="1529863"/>
                                  </a:cubicBezTo>
                                  <a:cubicBezTo>
                                    <a:pt x="1009739" y="1606826"/>
                                    <a:pt x="1030504" y="1653117"/>
                                    <a:pt x="1030504" y="165311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6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04" name="AutoShape 104"/>
                            <p:cNvSpPr/>
                            <p:nvPr/>
                          </p:nvSpPr>
                          <p:spPr>
                            <a:xfrm>
                              <a:off x="3036665" y="4314348"/>
                              <a:ext cx="465867" cy="40500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65867" h="405002">
                                  <a:moveTo>
                                    <a:pt x="326231" y="0"/>
                                  </a:moveTo>
                                  <a:lnTo>
                                    <a:pt x="0" y="147447"/>
                                  </a:lnTo>
                                  <a:lnTo>
                                    <a:pt x="155829" y="405003"/>
                                  </a:lnTo>
                                  <a:lnTo>
                                    <a:pt x="465868" y="270891"/>
                                  </a:lnTo>
                                  <a:lnTo>
                                    <a:pt x="326231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  <a:lumMod val="75000"/>
                                <a:lumOff val="25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05" name="AutoShape 105"/>
                            <p:cNvSpPr/>
                            <p:nvPr/>
                          </p:nvSpPr>
                          <p:spPr>
                            <a:xfrm>
                              <a:off x="3551787" y="4846806"/>
                              <a:ext cx="158205" cy="51129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58205" h="511291">
                                  <a:moveTo>
                                    <a:pt x="134483" y="511197"/>
                                  </a:moveTo>
                                  <a:cubicBezTo>
                                    <a:pt x="133911" y="511197"/>
                                    <a:pt x="133340" y="511197"/>
                                    <a:pt x="132863" y="511006"/>
                                  </a:cubicBezTo>
                                  <a:cubicBezTo>
                                    <a:pt x="129434" y="510054"/>
                                    <a:pt x="127434" y="506624"/>
                                    <a:pt x="128387" y="503195"/>
                                  </a:cubicBezTo>
                                  <a:cubicBezTo>
                                    <a:pt x="174583" y="331841"/>
                                    <a:pt x="124862" y="138578"/>
                                    <a:pt x="1799" y="10848"/>
                                  </a:cubicBezTo>
                                  <a:cubicBezTo>
                                    <a:pt x="-677" y="8276"/>
                                    <a:pt x="-582" y="4276"/>
                                    <a:pt x="1990" y="1799"/>
                                  </a:cubicBezTo>
                                  <a:cubicBezTo>
                                    <a:pt x="4466" y="-677"/>
                                    <a:pt x="8562" y="-582"/>
                                    <a:pt x="11039" y="1990"/>
                                  </a:cubicBezTo>
                                  <a:cubicBezTo>
                                    <a:pt x="137150" y="132959"/>
                                    <a:pt x="188109" y="330983"/>
                                    <a:pt x="140769" y="506529"/>
                                  </a:cubicBezTo>
                                  <a:cubicBezTo>
                                    <a:pt x="140007" y="509387"/>
                                    <a:pt x="137435" y="511292"/>
                                    <a:pt x="134578" y="51129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06" name="AutoShape 106"/>
                            <p:cNvSpPr/>
                            <p:nvPr/>
                          </p:nvSpPr>
                          <p:spPr>
                            <a:xfrm>
                              <a:off x="3319632" y="4801709"/>
                              <a:ext cx="317738" cy="52467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17738" h="524670">
                                  <a:moveTo>
                                    <a:pt x="311393" y="524670"/>
                                  </a:moveTo>
                                  <a:cubicBezTo>
                                    <a:pt x="308250" y="524670"/>
                                    <a:pt x="305487" y="522384"/>
                                    <a:pt x="305106" y="519146"/>
                                  </a:cubicBezTo>
                                  <a:cubicBezTo>
                                    <a:pt x="297486" y="463139"/>
                                    <a:pt x="267197" y="406274"/>
                                    <a:pt x="212714" y="345219"/>
                                  </a:cubicBezTo>
                                  <a:cubicBezTo>
                                    <a:pt x="194331" y="324645"/>
                                    <a:pt x="174519" y="304738"/>
                                    <a:pt x="155373" y="285497"/>
                                  </a:cubicBezTo>
                                  <a:cubicBezTo>
                                    <a:pt x="127275" y="257304"/>
                                    <a:pt x="98319" y="228252"/>
                                    <a:pt x="73077" y="196439"/>
                                  </a:cubicBezTo>
                                  <a:cubicBezTo>
                                    <a:pt x="37930" y="151957"/>
                                    <a:pt x="-3313" y="82805"/>
                                    <a:pt x="211" y="6129"/>
                                  </a:cubicBezTo>
                                  <a:cubicBezTo>
                                    <a:pt x="402" y="2605"/>
                                    <a:pt x="3450" y="-348"/>
                                    <a:pt x="6879" y="33"/>
                                  </a:cubicBezTo>
                                  <a:cubicBezTo>
                                    <a:pt x="10403" y="224"/>
                                    <a:pt x="13070" y="3177"/>
                                    <a:pt x="12975" y="6701"/>
                                  </a:cubicBezTo>
                                  <a:cubicBezTo>
                                    <a:pt x="9641" y="79567"/>
                                    <a:pt x="49265" y="145766"/>
                                    <a:pt x="83079" y="188533"/>
                                  </a:cubicBezTo>
                                  <a:cubicBezTo>
                                    <a:pt x="107748" y="219775"/>
                                    <a:pt x="136514" y="248636"/>
                                    <a:pt x="164327" y="276544"/>
                                  </a:cubicBezTo>
                                  <a:cubicBezTo>
                                    <a:pt x="183663" y="295880"/>
                                    <a:pt x="203570" y="315978"/>
                                    <a:pt x="222144" y="336742"/>
                                  </a:cubicBezTo>
                                  <a:cubicBezTo>
                                    <a:pt x="278436" y="399702"/>
                                    <a:pt x="309678" y="458853"/>
                                    <a:pt x="317679" y="517431"/>
                                  </a:cubicBezTo>
                                  <a:cubicBezTo>
                                    <a:pt x="318156" y="520955"/>
                                    <a:pt x="315679" y="524099"/>
                                    <a:pt x="312250" y="524575"/>
                                  </a:cubicBezTo>
                                  <a:cubicBezTo>
                                    <a:pt x="311964" y="524575"/>
                                    <a:pt x="311679" y="524575"/>
                                    <a:pt x="311393" y="52457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07" name="AutoShape 107"/>
                            <p:cNvSpPr/>
                            <p:nvPr/>
                          </p:nvSpPr>
                          <p:spPr>
                            <a:xfrm>
                              <a:off x="3390978" y="5112145"/>
                              <a:ext cx="129756" cy="14146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9756" h="141463">
                                  <a:moveTo>
                                    <a:pt x="123461" y="141463"/>
                                  </a:moveTo>
                                  <a:cubicBezTo>
                                    <a:pt x="121461" y="141463"/>
                                    <a:pt x="119461" y="140511"/>
                                    <a:pt x="118223" y="138796"/>
                                  </a:cubicBezTo>
                                  <a:cubicBezTo>
                                    <a:pt x="85075" y="91648"/>
                                    <a:pt x="46023" y="48690"/>
                                    <a:pt x="2208" y="11161"/>
                                  </a:cubicBezTo>
                                  <a:cubicBezTo>
                                    <a:pt x="-459" y="8876"/>
                                    <a:pt x="-745" y="4875"/>
                                    <a:pt x="1541" y="2208"/>
                                  </a:cubicBezTo>
                                  <a:cubicBezTo>
                                    <a:pt x="3827" y="-459"/>
                                    <a:pt x="7828" y="-745"/>
                                    <a:pt x="10495" y="1541"/>
                                  </a:cubicBezTo>
                                  <a:cubicBezTo>
                                    <a:pt x="55072" y="39736"/>
                                    <a:pt x="94886" y="83456"/>
                                    <a:pt x="128605" y="131462"/>
                                  </a:cubicBezTo>
                                  <a:cubicBezTo>
                                    <a:pt x="130605" y="134320"/>
                                    <a:pt x="129938" y="138320"/>
                                    <a:pt x="127081" y="140320"/>
                                  </a:cubicBezTo>
                                  <a:cubicBezTo>
                                    <a:pt x="125938" y="141082"/>
                                    <a:pt x="124700" y="141463"/>
                                    <a:pt x="123461" y="14146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08" name="AutoShape 108"/>
                            <p:cNvSpPr/>
                            <p:nvPr/>
                          </p:nvSpPr>
                          <p:spPr>
                            <a:xfrm>
                              <a:off x="3045462" y="4385860"/>
                              <a:ext cx="404363" cy="1802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04363" h="180233">
                                  <a:moveTo>
                                    <a:pt x="6443" y="180234"/>
                                  </a:moveTo>
                                  <a:cubicBezTo>
                                    <a:pt x="3966" y="180234"/>
                                    <a:pt x="1585" y="178805"/>
                                    <a:pt x="538" y="176329"/>
                                  </a:cubicBezTo>
                                  <a:cubicBezTo>
                                    <a:pt x="-891" y="173090"/>
                                    <a:pt x="633" y="169375"/>
                                    <a:pt x="3871" y="167947"/>
                                  </a:cubicBezTo>
                                  <a:lnTo>
                                    <a:pt x="395444" y="497"/>
                                  </a:lnTo>
                                  <a:cubicBezTo>
                                    <a:pt x="398682" y="-836"/>
                                    <a:pt x="402397" y="592"/>
                                    <a:pt x="403826" y="3831"/>
                                  </a:cubicBezTo>
                                  <a:cubicBezTo>
                                    <a:pt x="405255" y="7069"/>
                                    <a:pt x="403731" y="10784"/>
                                    <a:pt x="400492" y="12213"/>
                                  </a:cubicBezTo>
                                  <a:lnTo>
                                    <a:pt x="8920" y="179662"/>
                                  </a:lnTo>
                                  <a:cubicBezTo>
                                    <a:pt x="8062" y="180043"/>
                                    <a:pt x="7205" y="180139"/>
                                    <a:pt x="6443" y="18013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09" name="AutoShape 109"/>
                            <p:cNvSpPr/>
                            <p:nvPr/>
                          </p:nvSpPr>
                          <p:spPr>
                            <a:xfrm>
                              <a:off x="3116501" y="4481148"/>
                              <a:ext cx="368678" cy="18934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68678" h="189340">
                                  <a:moveTo>
                                    <a:pt x="6365" y="189340"/>
                                  </a:moveTo>
                                  <a:cubicBezTo>
                                    <a:pt x="3983" y="189340"/>
                                    <a:pt x="1793" y="188007"/>
                                    <a:pt x="650" y="185816"/>
                                  </a:cubicBezTo>
                                  <a:cubicBezTo>
                                    <a:pt x="-874" y="182673"/>
                                    <a:pt x="364" y="178863"/>
                                    <a:pt x="3507" y="177243"/>
                                  </a:cubicBezTo>
                                  <a:lnTo>
                                    <a:pt x="359457" y="650"/>
                                  </a:lnTo>
                                  <a:cubicBezTo>
                                    <a:pt x="362600" y="-874"/>
                                    <a:pt x="366410" y="364"/>
                                    <a:pt x="368029" y="3507"/>
                                  </a:cubicBezTo>
                                  <a:cubicBezTo>
                                    <a:pt x="369553" y="6651"/>
                                    <a:pt x="368315" y="10461"/>
                                    <a:pt x="365172" y="12080"/>
                                  </a:cubicBezTo>
                                  <a:lnTo>
                                    <a:pt x="9222" y="188673"/>
                                  </a:lnTo>
                                  <a:cubicBezTo>
                                    <a:pt x="8270" y="189150"/>
                                    <a:pt x="7317" y="189340"/>
                                    <a:pt x="6365" y="18934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10" name="AutoShape 110"/>
                            <p:cNvSpPr/>
                            <p:nvPr/>
                          </p:nvSpPr>
                          <p:spPr>
                            <a:xfrm>
                              <a:off x="2736698" y="3674148"/>
                              <a:ext cx="246783" cy="44484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46783" h="444842">
                                  <a:moveTo>
                                    <a:pt x="240341" y="444747"/>
                                  </a:moveTo>
                                  <a:cubicBezTo>
                                    <a:pt x="238150" y="444747"/>
                                    <a:pt x="236054" y="443699"/>
                                    <a:pt x="234912" y="441699"/>
                                  </a:cubicBezTo>
                                  <a:cubicBezTo>
                                    <a:pt x="133851" y="275964"/>
                                    <a:pt x="100895" y="209956"/>
                                    <a:pt x="21266" y="50507"/>
                                  </a:cubicBezTo>
                                  <a:lnTo>
                                    <a:pt x="692" y="9264"/>
                                  </a:lnTo>
                                  <a:cubicBezTo>
                                    <a:pt x="-928" y="6121"/>
                                    <a:pt x="406" y="2311"/>
                                    <a:pt x="3549" y="692"/>
                                  </a:cubicBezTo>
                                  <a:cubicBezTo>
                                    <a:pt x="6692" y="-928"/>
                                    <a:pt x="10502" y="406"/>
                                    <a:pt x="12122" y="3549"/>
                                  </a:cubicBezTo>
                                  <a:lnTo>
                                    <a:pt x="32696" y="44792"/>
                                  </a:lnTo>
                                  <a:cubicBezTo>
                                    <a:pt x="112134" y="203955"/>
                                    <a:pt x="145091" y="269773"/>
                                    <a:pt x="245865" y="435127"/>
                                  </a:cubicBezTo>
                                  <a:cubicBezTo>
                                    <a:pt x="247675" y="438175"/>
                                    <a:pt x="246722" y="442080"/>
                                    <a:pt x="243770" y="443890"/>
                                  </a:cubicBezTo>
                                  <a:cubicBezTo>
                                    <a:pt x="242722" y="444557"/>
                                    <a:pt x="241579" y="444842"/>
                                    <a:pt x="240436" y="444842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11" name="AutoShape 111"/>
                            <p:cNvSpPr/>
                            <p:nvPr/>
                          </p:nvSpPr>
                          <p:spPr>
                            <a:xfrm>
                              <a:off x="2670181" y="3526288"/>
                              <a:ext cx="49359" cy="9016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9359" h="90163">
                                  <a:moveTo>
                                    <a:pt x="42920" y="90164"/>
                                  </a:moveTo>
                                  <a:cubicBezTo>
                                    <a:pt x="40539" y="90164"/>
                                    <a:pt x="38253" y="88831"/>
                                    <a:pt x="37205" y="86544"/>
                                  </a:cubicBezTo>
                                  <a:lnTo>
                                    <a:pt x="629" y="9106"/>
                                  </a:lnTo>
                                  <a:cubicBezTo>
                                    <a:pt x="-895" y="5963"/>
                                    <a:pt x="439" y="2153"/>
                                    <a:pt x="3677" y="629"/>
                                  </a:cubicBezTo>
                                  <a:cubicBezTo>
                                    <a:pt x="6820" y="-895"/>
                                    <a:pt x="10630" y="439"/>
                                    <a:pt x="12154" y="3677"/>
                                  </a:cubicBezTo>
                                  <a:lnTo>
                                    <a:pt x="48730" y="81115"/>
                                  </a:lnTo>
                                  <a:cubicBezTo>
                                    <a:pt x="50254" y="84258"/>
                                    <a:pt x="48921" y="88068"/>
                                    <a:pt x="45682" y="89592"/>
                                  </a:cubicBezTo>
                                  <a:cubicBezTo>
                                    <a:pt x="44825" y="89974"/>
                                    <a:pt x="43873" y="90164"/>
                                    <a:pt x="42920" y="90164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</p:grpSp>
                  </p:grpSp>
                  <p:grpSp>
                    <p:nvGrpSpPr>
                      <p:cNvPr id="112" name="Group 112"/>
                      <p:cNvGrpSpPr/>
                      <p:nvPr/>
                    </p:nvGrpSpPr>
                    <p:grpSpPr>
                      <a:xfrm>
                        <a:off x="795408" y="3033259"/>
                        <a:ext cx="367474" cy="447770"/>
                        <a:chOff x="795408" y="3033259"/>
                        <a:chExt cx="367474" cy="447770"/>
                      </a:xfrm>
                      <a:solidFill>
                        <a:srgbClr val="FFFFFF">
                          <a:alpha val="100000"/>
                        </a:srgbClr>
                      </a:solidFill>
                    </p:grpSpPr>
                    <p:sp>
                      <p:nvSpPr>
                        <p:cNvPr id="113" name="AutoShape 113"/>
                        <p:cNvSpPr/>
                        <p:nvPr/>
                      </p:nvSpPr>
                      <p:spPr>
                        <a:xfrm>
                          <a:off x="1011864" y="3033259"/>
                          <a:ext cx="151018" cy="15101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1018" h="151018">
                              <a:moveTo>
                                <a:pt x="2643" y="70747"/>
                              </a:moveTo>
                              <a:lnTo>
                                <a:pt x="43601" y="45411"/>
                              </a:lnTo>
                              <a:cubicBezTo>
                                <a:pt x="44363" y="44934"/>
                                <a:pt x="44934" y="44363"/>
                                <a:pt x="45410" y="43601"/>
                              </a:cubicBezTo>
                              <a:lnTo>
                                <a:pt x="70747" y="2643"/>
                              </a:lnTo>
                              <a:cubicBezTo>
                                <a:pt x="72938" y="-881"/>
                                <a:pt x="78081" y="-881"/>
                                <a:pt x="80272" y="2643"/>
                              </a:cubicBezTo>
                              <a:lnTo>
                                <a:pt x="105608" y="43601"/>
                              </a:lnTo>
                              <a:cubicBezTo>
                                <a:pt x="106085" y="44363"/>
                                <a:pt x="106656" y="44934"/>
                                <a:pt x="107418" y="45411"/>
                              </a:cubicBezTo>
                              <a:lnTo>
                                <a:pt x="148376" y="70747"/>
                              </a:lnTo>
                              <a:cubicBezTo>
                                <a:pt x="151900" y="72938"/>
                                <a:pt x="151900" y="78081"/>
                                <a:pt x="148376" y="80272"/>
                              </a:cubicBezTo>
                              <a:lnTo>
                                <a:pt x="107418" y="105609"/>
                              </a:lnTo>
                              <a:cubicBezTo>
                                <a:pt x="106656" y="106085"/>
                                <a:pt x="106085" y="106656"/>
                                <a:pt x="105608" y="107418"/>
                              </a:cubicBezTo>
                              <a:lnTo>
                                <a:pt x="80272" y="148376"/>
                              </a:lnTo>
                              <a:cubicBezTo>
                                <a:pt x="78081" y="151900"/>
                                <a:pt x="72938" y="151900"/>
                                <a:pt x="70747" y="148376"/>
                              </a:cubicBezTo>
                              <a:lnTo>
                                <a:pt x="45410" y="107418"/>
                              </a:lnTo>
                              <a:cubicBezTo>
                                <a:pt x="44934" y="106656"/>
                                <a:pt x="44363" y="106085"/>
                                <a:pt x="43601" y="105609"/>
                              </a:cubicBezTo>
                              <a:lnTo>
                                <a:pt x="2643" y="80272"/>
                              </a:lnTo>
                              <a:cubicBezTo>
                                <a:pt x="-881" y="78081"/>
                                <a:pt x="-881" y="72938"/>
                                <a:pt x="2643" y="7074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14" name="AutoShape 114"/>
                        <p:cNvSpPr/>
                        <p:nvPr/>
                      </p:nvSpPr>
                      <p:spPr>
                        <a:xfrm>
                          <a:off x="795408" y="3208567"/>
                          <a:ext cx="272462" cy="27246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72462" h="272462">
                              <a:moveTo>
                                <a:pt x="4786" y="127659"/>
                              </a:moveTo>
                              <a:lnTo>
                                <a:pt x="78700" y="81939"/>
                              </a:lnTo>
                              <a:cubicBezTo>
                                <a:pt x="80034" y="81082"/>
                                <a:pt x="81177" y="80034"/>
                                <a:pt x="81939" y="78700"/>
                              </a:cubicBezTo>
                              <a:lnTo>
                                <a:pt x="127659" y="4786"/>
                              </a:lnTo>
                              <a:cubicBezTo>
                                <a:pt x="131564" y="-1595"/>
                                <a:pt x="140899" y="-1595"/>
                                <a:pt x="144804" y="4786"/>
                              </a:cubicBezTo>
                              <a:lnTo>
                                <a:pt x="190524" y="78700"/>
                              </a:lnTo>
                              <a:cubicBezTo>
                                <a:pt x="191381" y="80034"/>
                                <a:pt x="192429" y="81177"/>
                                <a:pt x="193762" y="81939"/>
                              </a:cubicBezTo>
                              <a:lnTo>
                                <a:pt x="267676" y="127659"/>
                              </a:lnTo>
                              <a:cubicBezTo>
                                <a:pt x="274058" y="131564"/>
                                <a:pt x="274058" y="140899"/>
                                <a:pt x="267676" y="144804"/>
                              </a:cubicBezTo>
                              <a:lnTo>
                                <a:pt x="193762" y="190524"/>
                              </a:lnTo>
                              <a:cubicBezTo>
                                <a:pt x="192429" y="191381"/>
                                <a:pt x="191286" y="192429"/>
                                <a:pt x="190524" y="193762"/>
                              </a:cubicBezTo>
                              <a:lnTo>
                                <a:pt x="144804" y="267676"/>
                              </a:lnTo>
                              <a:cubicBezTo>
                                <a:pt x="140899" y="274058"/>
                                <a:pt x="131564" y="274058"/>
                                <a:pt x="127659" y="267676"/>
                              </a:cubicBezTo>
                              <a:lnTo>
                                <a:pt x="81939" y="193762"/>
                              </a:lnTo>
                              <a:cubicBezTo>
                                <a:pt x="81082" y="192429"/>
                                <a:pt x="80034" y="191286"/>
                                <a:pt x="78700" y="190524"/>
                              </a:cubicBezTo>
                              <a:lnTo>
                                <a:pt x="4786" y="144804"/>
                              </a:lnTo>
                              <a:cubicBezTo>
                                <a:pt x="-1595" y="140899"/>
                                <a:pt x="-1595" y="131564"/>
                                <a:pt x="4786" y="12765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115" name="Group 115"/>
                      <p:cNvGrpSpPr/>
                      <p:nvPr/>
                    </p:nvGrpSpPr>
                    <p:grpSpPr>
                      <a:xfrm>
                        <a:off x="2989159" y="2121431"/>
                        <a:ext cx="442912" cy="348043"/>
                        <a:chOff x="2989159" y="2121431"/>
                        <a:chExt cx="442912" cy="348043"/>
                      </a:xfrm>
                      <a:solidFill>
                        <a:srgbClr val="FFFFFF">
                          <a:alpha val="100000"/>
                        </a:srgbClr>
                      </a:solidFill>
                    </p:grpSpPr>
                    <p:sp>
                      <p:nvSpPr>
                        <p:cNvPr id="116" name="AutoShape 116"/>
                        <p:cNvSpPr/>
                        <p:nvPr/>
                      </p:nvSpPr>
                      <p:spPr>
                        <a:xfrm>
                          <a:off x="2989159" y="2121431"/>
                          <a:ext cx="151018" cy="15101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1018" h="151018">
                              <a:moveTo>
                                <a:pt x="148376" y="70747"/>
                              </a:moveTo>
                              <a:lnTo>
                                <a:pt x="107418" y="45410"/>
                              </a:lnTo>
                              <a:cubicBezTo>
                                <a:pt x="106656" y="44934"/>
                                <a:pt x="106085" y="44363"/>
                                <a:pt x="105608" y="43601"/>
                              </a:cubicBezTo>
                              <a:lnTo>
                                <a:pt x="80272" y="2643"/>
                              </a:lnTo>
                              <a:cubicBezTo>
                                <a:pt x="78081" y="-881"/>
                                <a:pt x="72938" y="-881"/>
                                <a:pt x="70747" y="2643"/>
                              </a:cubicBezTo>
                              <a:lnTo>
                                <a:pt x="45410" y="43601"/>
                              </a:lnTo>
                              <a:cubicBezTo>
                                <a:pt x="44934" y="44363"/>
                                <a:pt x="44363" y="44934"/>
                                <a:pt x="43601" y="45410"/>
                              </a:cubicBezTo>
                              <a:lnTo>
                                <a:pt x="2643" y="70747"/>
                              </a:lnTo>
                              <a:cubicBezTo>
                                <a:pt x="-881" y="72938"/>
                                <a:pt x="-881" y="78081"/>
                                <a:pt x="2643" y="80272"/>
                              </a:cubicBezTo>
                              <a:lnTo>
                                <a:pt x="43601" y="105608"/>
                              </a:lnTo>
                              <a:cubicBezTo>
                                <a:pt x="44363" y="106085"/>
                                <a:pt x="44934" y="106656"/>
                                <a:pt x="45410" y="107418"/>
                              </a:cubicBezTo>
                              <a:lnTo>
                                <a:pt x="70747" y="148376"/>
                              </a:lnTo>
                              <a:cubicBezTo>
                                <a:pt x="72938" y="151900"/>
                                <a:pt x="78081" y="151900"/>
                                <a:pt x="80272" y="148376"/>
                              </a:cubicBezTo>
                              <a:lnTo>
                                <a:pt x="105608" y="107418"/>
                              </a:lnTo>
                              <a:cubicBezTo>
                                <a:pt x="106085" y="106656"/>
                                <a:pt x="106656" y="106085"/>
                                <a:pt x="107418" y="105608"/>
                              </a:cubicBezTo>
                              <a:lnTo>
                                <a:pt x="148376" y="80272"/>
                              </a:lnTo>
                              <a:cubicBezTo>
                                <a:pt x="151900" y="78081"/>
                                <a:pt x="151900" y="72938"/>
                                <a:pt x="148376" y="7074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17" name="AutoShape 117"/>
                        <p:cNvSpPr/>
                        <p:nvPr/>
                      </p:nvSpPr>
                      <p:spPr>
                        <a:xfrm>
                          <a:off x="3159609" y="2197012"/>
                          <a:ext cx="272462" cy="27246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72462" h="272462">
                              <a:moveTo>
                                <a:pt x="267676" y="127659"/>
                              </a:moveTo>
                              <a:lnTo>
                                <a:pt x="193762" y="81939"/>
                              </a:lnTo>
                              <a:cubicBezTo>
                                <a:pt x="192429" y="81082"/>
                                <a:pt x="191286" y="80034"/>
                                <a:pt x="190524" y="78700"/>
                              </a:cubicBezTo>
                              <a:lnTo>
                                <a:pt x="144804" y="4786"/>
                              </a:lnTo>
                              <a:cubicBezTo>
                                <a:pt x="140899" y="-1595"/>
                                <a:pt x="131564" y="-1595"/>
                                <a:pt x="127659" y="4786"/>
                              </a:cubicBezTo>
                              <a:lnTo>
                                <a:pt x="81939" y="78700"/>
                              </a:lnTo>
                              <a:cubicBezTo>
                                <a:pt x="81082" y="80034"/>
                                <a:pt x="80034" y="81177"/>
                                <a:pt x="78701" y="81939"/>
                              </a:cubicBezTo>
                              <a:lnTo>
                                <a:pt x="4786" y="127659"/>
                              </a:lnTo>
                              <a:cubicBezTo>
                                <a:pt x="-1595" y="131564"/>
                                <a:pt x="-1595" y="140898"/>
                                <a:pt x="4786" y="144804"/>
                              </a:cubicBezTo>
                              <a:lnTo>
                                <a:pt x="78701" y="190524"/>
                              </a:lnTo>
                              <a:cubicBezTo>
                                <a:pt x="80034" y="191381"/>
                                <a:pt x="81177" y="192429"/>
                                <a:pt x="81939" y="193762"/>
                              </a:cubicBezTo>
                              <a:lnTo>
                                <a:pt x="127659" y="267676"/>
                              </a:lnTo>
                              <a:cubicBezTo>
                                <a:pt x="131564" y="274058"/>
                                <a:pt x="140899" y="274058"/>
                                <a:pt x="144804" y="267676"/>
                              </a:cubicBezTo>
                              <a:lnTo>
                                <a:pt x="190524" y="193762"/>
                              </a:lnTo>
                              <a:cubicBezTo>
                                <a:pt x="191381" y="192429"/>
                                <a:pt x="192429" y="191286"/>
                                <a:pt x="193762" y="190524"/>
                              </a:cubicBezTo>
                              <a:lnTo>
                                <a:pt x="267676" y="144804"/>
                              </a:lnTo>
                              <a:cubicBezTo>
                                <a:pt x="274058" y="140898"/>
                                <a:pt x="274058" y="131564"/>
                                <a:pt x="267676" y="12765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sp>
                    <p:nvSpPr>
                      <p:cNvPr id="118" name="AutoShape 118"/>
                      <p:cNvSpPr/>
                      <p:nvPr/>
                    </p:nvSpPr>
                    <p:spPr>
                      <a:xfrm>
                        <a:off x="2264378" y="1489233"/>
                        <a:ext cx="354329" cy="1771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54329" h="177164">
                            <a:moveTo>
                              <a:pt x="354140" y="177165"/>
                            </a:moveTo>
                            <a:lnTo>
                              <a:pt x="285274" y="177165"/>
                            </a:lnTo>
                            <a:cubicBezTo>
                              <a:pt x="285274" y="117443"/>
                              <a:pt x="236696" y="68961"/>
                              <a:pt x="177070" y="68961"/>
                            </a:cubicBezTo>
                            <a:cubicBezTo>
                              <a:pt x="117443" y="68961"/>
                              <a:pt x="68866" y="117539"/>
                              <a:pt x="68866" y="177165"/>
                            </a:cubicBezTo>
                            <a:lnTo>
                              <a:pt x="0" y="177165"/>
                            </a:lnTo>
                            <a:cubicBezTo>
                              <a:pt x="0" y="79534"/>
                              <a:pt x="79439" y="0"/>
                              <a:pt x="177165" y="0"/>
                            </a:cubicBezTo>
                            <a:cubicBezTo>
                              <a:pt x="274892" y="0"/>
                              <a:pt x="354330" y="79439"/>
                              <a:pt x="354330" y="177165"/>
                            </a:cubicBezTo>
                            <a:close/>
                          </a:path>
                        </a:pathLst>
                      </a:custGeom>
                      <a:solidFill>
                        <a:srgbClr val="D84C4C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19" name="AutoShape 119"/>
                      <p:cNvSpPr/>
                      <p:nvPr/>
                    </p:nvSpPr>
                    <p:spPr>
                      <a:xfrm>
                        <a:off x="3780282" y="2095404"/>
                        <a:ext cx="177165" cy="35432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7165" h="354329">
                            <a:moveTo>
                              <a:pt x="0" y="354139"/>
                            </a:moveTo>
                            <a:lnTo>
                              <a:pt x="0" y="285274"/>
                            </a:lnTo>
                            <a:cubicBezTo>
                              <a:pt x="59722" y="285274"/>
                              <a:pt x="108204" y="236696"/>
                              <a:pt x="108204" y="177070"/>
                            </a:cubicBezTo>
                            <a:cubicBezTo>
                              <a:pt x="108204" y="117443"/>
                              <a:pt x="59627" y="68866"/>
                              <a:pt x="0" y="68866"/>
                            </a:cubicBezTo>
                            <a:lnTo>
                              <a:pt x="0" y="0"/>
                            </a:lnTo>
                            <a:cubicBezTo>
                              <a:pt x="97631" y="0"/>
                              <a:pt x="177165" y="79438"/>
                              <a:pt x="177165" y="177165"/>
                            </a:cubicBezTo>
                            <a:cubicBezTo>
                              <a:pt x="177165" y="274892"/>
                              <a:pt x="97727" y="354330"/>
                              <a:pt x="0" y="354330"/>
                            </a:cubicBezTo>
                            <a:close/>
                          </a:path>
                        </a:pathLst>
                      </a:custGeom>
                      <a:solidFill>
                        <a:srgbClr val="53AFA6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20" name="AutoShape 120"/>
                      <p:cNvSpPr/>
                      <p:nvPr/>
                    </p:nvSpPr>
                    <p:spPr>
                      <a:xfrm>
                        <a:off x="834701" y="5236218"/>
                        <a:ext cx="177164" cy="35433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7164" h="354330">
                            <a:moveTo>
                              <a:pt x="177165" y="191"/>
                            </a:moveTo>
                            <a:lnTo>
                              <a:pt x="177165" y="69056"/>
                            </a:lnTo>
                            <a:cubicBezTo>
                              <a:pt x="117443" y="69056"/>
                              <a:pt x="68961" y="117634"/>
                              <a:pt x="68961" y="177260"/>
                            </a:cubicBezTo>
                            <a:cubicBezTo>
                              <a:pt x="68961" y="236887"/>
                              <a:pt x="117539" y="285464"/>
                              <a:pt x="177165" y="285464"/>
                            </a:cubicBezTo>
                            <a:lnTo>
                              <a:pt x="177165" y="354330"/>
                            </a:lnTo>
                            <a:cubicBezTo>
                              <a:pt x="79534" y="354330"/>
                              <a:pt x="0" y="274891"/>
                              <a:pt x="0" y="177165"/>
                            </a:cubicBezTo>
                            <a:cubicBezTo>
                              <a:pt x="0" y="79438"/>
                              <a:pt x="79439" y="0"/>
                              <a:pt x="177165" y="0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121" name="Group 121"/>
                    <p:cNvGrpSpPr/>
                    <p:nvPr/>
                  </p:nvGrpSpPr>
                  <p:grpSpPr>
                    <a:xfrm>
                      <a:off x="970502" y="862488"/>
                      <a:ext cx="3281957" cy="4218908"/>
                      <a:chOff x="970502" y="862488"/>
                      <a:chExt cx="3281957" cy="4218908"/>
                    </a:xfrm>
                    <a:solidFill>
                      <a:srgbClr val="282523">
                        <a:alpha val="100000"/>
                      </a:srgbClr>
                    </a:solidFill>
                  </p:grpSpPr>
                  <p:sp>
                    <p:nvSpPr>
                      <p:cNvPr id="122" name="AutoShape 122"/>
                      <p:cNvSpPr/>
                      <p:nvPr/>
                    </p:nvSpPr>
                    <p:spPr>
                      <a:xfrm>
                        <a:off x="970502" y="862488"/>
                        <a:ext cx="1564063" cy="105756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64063" h="1057560">
                            <a:moveTo>
                              <a:pt x="70199" y="1046607"/>
                            </a:moveTo>
                            <a:cubicBezTo>
                              <a:pt x="67818" y="1038416"/>
                              <a:pt x="65437" y="1030224"/>
                              <a:pt x="63151" y="1022033"/>
                            </a:cubicBezTo>
                            <a:cubicBezTo>
                              <a:pt x="61913" y="1017460"/>
                              <a:pt x="57150" y="1014794"/>
                              <a:pt x="52578" y="1016127"/>
                            </a:cubicBezTo>
                            <a:cubicBezTo>
                              <a:pt x="48101" y="1017365"/>
                              <a:pt x="45434" y="1022128"/>
                              <a:pt x="46673" y="1026605"/>
                            </a:cubicBezTo>
                            <a:cubicBezTo>
                              <a:pt x="49054" y="1034891"/>
                              <a:pt x="51340" y="1043178"/>
                              <a:pt x="53816" y="1051370"/>
                            </a:cubicBezTo>
                            <a:cubicBezTo>
                              <a:pt x="54864" y="1055084"/>
                              <a:pt x="58293" y="1057561"/>
                              <a:pt x="62008" y="1057561"/>
                            </a:cubicBezTo>
                            <a:cubicBezTo>
                              <a:pt x="62770" y="1057561"/>
                              <a:pt x="63627" y="1057370"/>
                              <a:pt x="64389" y="1057180"/>
                            </a:cubicBezTo>
                            <a:cubicBezTo>
                              <a:pt x="68961" y="1055846"/>
                              <a:pt x="71533" y="1051084"/>
                              <a:pt x="70199" y="1046607"/>
                            </a:cubicBezTo>
                            <a:close/>
                            <a:moveTo>
                              <a:pt x="50197" y="972788"/>
                            </a:moveTo>
                            <a:cubicBezTo>
                              <a:pt x="48196" y="964502"/>
                              <a:pt x="46196" y="956215"/>
                              <a:pt x="44387" y="947928"/>
                            </a:cubicBezTo>
                            <a:cubicBezTo>
                              <a:pt x="43339" y="943356"/>
                              <a:pt x="38767" y="940498"/>
                              <a:pt x="34100" y="941546"/>
                            </a:cubicBezTo>
                            <a:cubicBezTo>
                              <a:pt x="29527" y="942594"/>
                              <a:pt x="26670" y="947166"/>
                              <a:pt x="27718" y="951738"/>
                            </a:cubicBezTo>
                            <a:cubicBezTo>
                              <a:pt x="29623" y="960120"/>
                              <a:pt x="31528" y="968502"/>
                              <a:pt x="33623" y="976789"/>
                            </a:cubicBezTo>
                            <a:cubicBezTo>
                              <a:pt x="34576" y="980694"/>
                              <a:pt x="38100" y="983361"/>
                              <a:pt x="41910" y="983361"/>
                            </a:cubicBezTo>
                            <a:cubicBezTo>
                              <a:pt x="42577" y="983361"/>
                              <a:pt x="43244" y="983266"/>
                              <a:pt x="43910" y="983075"/>
                            </a:cubicBezTo>
                            <a:cubicBezTo>
                              <a:pt x="48482" y="981932"/>
                              <a:pt x="51340" y="977360"/>
                              <a:pt x="50197" y="972788"/>
                            </a:cubicBezTo>
                            <a:close/>
                            <a:moveTo>
                              <a:pt x="29718" y="873062"/>
                            </a:moveTo>
                            <a:cubicBezTo>
                              <a:pt x="28956" y="868394"/>
                              <a:pt x="24670" y="865156"/>
                              <a:pt x="19907" y="866013"/>
                            </a:cubicBezTo>
                            <a:cubicBezTo>
                              <a:pt x="15335" y="866775"/>
                              <a:pt x="12097" y="871156"/>
                              <a:pt x="12859" y="875824"/>
                            </a:cubicBezTo>
                            <a:cubicBezTo>
                              <a:pt x="14288" y="884301"/>
                              <a:pt x="15716" y="892778"/>
                              <a:pt x="17335" y="901256"/>
                            </a:cubicBezTo>
                            <a:cubicBezTo>
                              <a:pt x="18098" y="905351"/>
                              <a:pt x="21622" y="908209"/>
                              <a:pt x="25717" y="908209"/>
                            </a:cubicBezTo>
                            <a:cubicBezTo>
                              <a:pt x="26194" y="908209"/>
                              <a:pt x="26765" y="908209"/>
                              <a:pt x="27242" y="908209"/>
                            </a:cubicBezTo>
                            <a:cubicBezTo>
                              <a:pt x="31909" y="907256"/>
                              <a:pt x="34957" y="902875"/>
                              <a:pt x="34100" y="898208"/>
                            </a:cubicBezTo>
                            <a:cubicBezTo>
                              <a:pt x="32575" y="889826"/>
                              <a:pt x="31052" y="881539"/>
                              <a:pt x="29718" y="873157"/>
                            </a:cubicBezTo>
                            <a:close/>
                            <a:moveTo>
                              <a:pt x="20288" y="797433"/>
                            </a:moveTo>
                            <a:cubicBezTo>
                              <a:pt x="19907" y="792766"/>
                              <a:pt x="15811" y="789242"/>
                              <a:pt x="11049" y="789623"/>
                            </a:cubicBezTo>
                            <a:cubicBezTo>
                              <a:pt x="6382" y="790099"/>
                              <a:pt x="2857" y="794195"/>
                              <a:pt x="3334" y="798862"/>
                            </a:cubicBezTo>
                            <a:cubicBezTo>
                              <a:pt x="4001" y="807434"/>
                              <a:pt x="4858" y="816007"/>
                              <a:pt x="5810" y="824579"/>
                            </a:cubicBezTo>
                            <a:cubicBezTo>
                              <a:pt x="6382" y="828961"/>
                              <a:pt x="10001" y="832199"/>
                              <a:pt x="14288" y="832199"/>
                            </a:cubicBezTo>
                            <a:lnTo>
                              <a:pt x="15335" y="832199"/>
                            </a:lnTo>
                            <a:cubicBezTo>
                              <a:pt x="20003" y="831628"/>
                              <a:pt x="23336" y="827437"/>
                              <a:pt x="22860" y="822674"/>
                            </a:cubicBezTo>
                            <a:cubicBezTo>
                              <a:pt x="21908" y="814292"/>
                              <a:pt x="21050" y="805910"/>
                              <a:pt x="20288" y="797433"/>
                            </a:cubicBezTo>
                            <a:close/>
                            <a:moveTo>
                              <a:pt x="17145" y="724281"/>
                            </a:moveTo>
                            <a:lnTo>
                              <a:pt x="17145" y="721424"/>
                            </a:lnTo>
                            <a:cubicBezTo>
                              <a:pt x="17145" y="716756"/>
                              <a:pt x="13335" y="712851"/>
                              <a:pt x="8668" y="712851"/>
                            </a:cubicBezTo>
                            <a:lnTo>
                              <a:pt x="8573" y="712851"/>
                            </a:lnTo>
                            <a:cubicBezTo>
                              <a:pt x="3905" y="712851"/>
                              <a:pt x="95" y="716661"/>
                              <a:pt x="0" y="721328"/>
                            </a:cubicBezTo>
                            <a:lnTo>
                              <a:pt x="0" y="724281"/>
                            </a:lnTo>
                            <a:cubicBezTo>
                              <a:pt x="0" y="731996"/>
                              <a:pt x="191" y="739616"/>
                              <a:pt x="381" y="747236"/>
                            </a:cubicBezTo>
                            <a:cubicBezTo>
                              <a:pt x="476" y="751904"/>
                              <a:pt x="4286" y="755523"/>
                              <a:pt x="8858" y="755523"/>
                            </a:cubicBezTo>
                            <a:lnTo>
                              <a:pt x="9144" y="755523"/>
                            </a:lnTo>
                            <a:cubicBezTo>
                              <a:pt x="13811" y="755428"/>
                              <a:pt x="17526" y="751523"/>
                              <a:pt x="17431" y="746760"/>
                            </a:cubicBezTo>
                            <a:cubicBezTo>
                              <a:pt x="17240" y="739331"/>
                              <a:pt x="17145" y="731806"/>
                              <a:pt x="17145" y="724281"/>
                            </a:cubicBezTo>
                            <a:close/>
                            <a:moveTo>
                              <a:pt x="13621" y="636175"/>
                            </a:moveTo>
                            <a:cubicBezTo>
                              <a:pt x="8954" y="635603"/>
                              <a:pt x="4667" y="639128"/>
                              <a:pt x="4191" y="643795"/>
                            </a:cubicBezTo>
                            <a:cubicBezTo>
                              <a:pt x="3334" y="652367"/>
                              <a:pt x="2572" y="661035"/>
                              <a:pt x="1905" y="669608"/>
                            </a:cubicBezTo>
                            <a:cubicBezTo>
                              <a:pt x="1619" y="674275"/>
                              <a:pt x="5144" y="678371"/>
                              <a:pt x="9811" y="678752"/>
                            </a:cubicBezTo>
                            <a:lnTo>
                              <a:pt x="10478" y="678752"/>
                            </a:lnTo>
                            <a:cubicBezTo>
                              <a:pt x="14954" y="678752"/>
                              <a:pt x="18669" y="675323"/>
                              <a:pt x="18955" y="670846"/>
                            </a:cubicBezTo>
                            <a:cubicBezTo>
                              <a:pt x="19526" y="662369"/>
                              <a:pt x="20288" y="653987"/>
                              <a:pt x="21241" y="645605"/>
                            </a:cubicBezTo>
                            <a:cubicBezTo>
                              <a:pt x="21717" y="640842"/>
                              <a:pt x="18288" y="636651"/>
                              <a:pt x="13621" y="636175"/>
                            </a:cubicBezTo>
                            <a:close/>
                            <a:moveTo>
                              <a:pt x="27242" y="560546"/>
                            </a:moveTo>
                            <a:cubicBezTo>
                              <a:pt x="22574" y="559499"/>
                              <a:pt x="18098" y="562451"/>
                              <a:pt x="16954" y="567023"/>
                            </a:cubicBezTo>
                            <a:cubicBezTo>
                              <a:pt x="15050" y="575405"/>
                              <a:pt x="13335" y="583883"/>
                              <a:pt x="11716" y="592455"/>
                            </a:cubicBezTo>
                            <a:cubicBezTo>
                              <a:pt x="10858" y="597027"/>
                              <a:pt x="13906" y="601504"/>
                              <a:pt x="18574" y="602361"/>
                            </a:cubicBezTo>
                            <a:cubicBezTo>
                              <a:pt x="19050" y="602456"/>
                              <a:pt x="19622" y="602552"/>
                              <a:pt x="20098" y="602552"/>
                            </a:cubicBezTo>
                            <a:cubicBezTo>
                              <a:pt x="24098" y="602552"/>
                              <a:pt x="27718" y="599694"/>
                              <a:pt x="28480" y="595598"/>
                            </a:cubicBezTo>
                            <a:cubicBezTo>
                              <a:pt x="30004" y="587312"/>
                              <a:pt x="31718" y="579025"/>
                              <a:pt x="33623" y="570833"/>
                            </a:cubicBezTo>
                            <a:cubicBezTo>
                              <a:pt x="34671" y="566261"/>
                              <a:pt x="31814" y="561689"/>
                              <a:pt x="27242" y="560546"/>
                            </a:cubicBezTo>
                            <a:close/>
                            <a:moveTo>
                              <a:pt x="575405" y="540163"/>
                            </a:moveTo>
                            <a:cubicBezTo>
                              <a:pt x="567595" y="539687"/>
                              <a:pt x="559975" y="538163"/>
                              <a:pt x="552641" y="535591"/>
                            </a:cubicBezTo>
                            <a:cubicBezTo>
                              <a:pt x="548164" y="534067"/>
                              <a:pt x="543306" y="536448"/>
                              <a:pt x="541782" y="540925"/>
                            </a:cubicBezTo>
                            <a:cubicBezTo>
                              <a:pt x="540258" y="545402"/>
                              <a:pt x="542544" y="550259"/>
                              <a:pt x="547021" y="551783"/>
                            </a:cubicBezTo>
                            <a:cubicBezTo>
                              <a:pt x="555784" y="554831"/>
                              <a:pt x="565023" y="556641"/>
                              <a:pt x="574358" y="557213"/>
                            </a:cubicBezTo>
                            <a:lnTo>
                              <a:pt x="574929" y="557213"/>
                            </a:lnTo>
                            <a:cubicBezTo>
                              <a:pt x="579311" y="557213"/>
                              <a:pt x="583121" y="553784"/>
                              <a:pt x="583406" y="549307"/>
                            </a:cubicBezTo>
                            <a:cubicBezTo>
                              <a:pt x="583692" y="544544"/>
                              <a:pt x="580168" y="540544"/>
                              <a:pt x="575405" y="540163"/>
                            </a:cubicBezTo>
                            <a:close/>
                            <a:moveTo>
                              <a:pt x="654463" y="522827"/>
                            </a:moveTo>
                            <a:cubicBezTo>
                              <a:pt x="651796" y="518922"/>
                              <a:pt x="646557" y="517874"/>
                              <a:pt x="642557" y="520446"/>
                            </a:cubicBezTo>
                            <a:cubicBezTo>
                              <a:pt x="635794" y="525018"/>
                              <a:pt x="628745" y="528828"/>
                              <a:pt x="621506" y="531876"/>
                            </a:cubicBezTo>
                            <a:cubicBezTo>
                              <a:pt x="617220" y="533686"/>
                              <a:pt x="615125" y="538734"/>
                              <a:pt x="616934" y="543020"/>
                            </a:cubicBezTo>
                            <a:cubicBezTo>
                              <a:pt x="618363" y="546354"/>
                              <a:pt x="621506" y="548259"/>
                              <a:pt x="624840" y="548259"/>
                            </a:cubicBezTo>
                            <a:cubicBezTo>
                              <a:pt x="625983" y="548259"/>
                              <a:pt x="627126" y="548069"/>
                              <a:pt x="628174" y="547592"/>
                            </a:cubicBezTo>
                            <a:cubicBezTo>
                              <a:pt x="636365" y="544163"/>
                              <a:pt x="644462" y="539782"/>
                              <a:pt x="652082" y="534638"/>
                            </a:cubicBezTo>
                            <a:cubicBezTo>
                              <a:pt x="655987" y="532067"/>
                              <a:pt x="657034" y="526733"/>
                              <a:pt x="654463" y="522827"/>
                            </a:cubicBezTo>
                            <a:close/>
                            <a:moveTo>
                              <a:pt x="50102" y="487299"/>
                            </a:moveTo>
                            <a:cubicBezTo>
                              <a:pt x="45625" y="485680"/>
                              <a:pt x="40767" y="487870"/>
                              <a:pt x="39148" y="492347"/>
                            </a:cubicBezTo>
                            <a:cubicBezTo>
                              <a:pt x="36100" y="500443"/>
                              <a:pt x="33338" y="508635"/>
                              <a:pt x="30671" y="516922"/>
                            </a:cubicBezTo>
                            <a:cubicBezTo>
                              <a:pt x="29242" y="521399"/>
                              <a:pt x="31718" y="526256"/>
                              <a:pt x="36290" y="527685"/>
                            </a:cubicBezTo>
                            <a:cubicBezTo>
                              <a:pt x="37148" y="527971"/>
                              <a:pt x="38005" y="528066"/>
                              <a:pt x="38862" y="528066"/>
                            </a:cubicBezTo>
                            <a:cubicBezTo>
                              <a:pt x="42481" y="528066"/>
                              <a:pt x="45815" y="525780"/>
                              <a:pt x="46958" y="522065"/>
                            </a:cubicBezTo>
                            <a:cubicBezTo>
                              <a:pt x="49530" y="514064"/>
                              <a:pt x="52292" y="506159"/>
                              <a:pt x="55150" y="498253"/>
                            </a:cubicBezTo>
                            <a:cubicBezTo>
                              <a:pt x="56769" y="493776"/>
                              <a:pt x="54483" y="488918"/>
                              <a:pt x="50102" y="487299"/>
                            </a:cubicBezTo>
                            <a:close/>
                            <a:moveTo>
                              <a:pt x="513683" y="509968"/>
                            </a:moveTo>
                            <a:cubicBezTo>
                              <a:pt x="508349" y="504349"/>
                              <a:pt x="503492" y="497967"/>
                              <a:pt x="499300" y="491014"/>
                            </a:cubicBezTo>
                            <a:cubicBezTo>
                              <a:pt x="496824" y="487013"/>
                              <a:pt x="491585" y="485775"/>
                              <a:pt x="487490" y="488156"/>
                            </a:cubicBezTo>
                            <a:cubicBezTo>
                              <a:pt x="483489" y="490633"/>
                              <a:pt x="482251" y="495967"/>
                              <a:pt x="484727" y="499967"/>
                            </a:cubicBezTo>
                            <a:cubicBezTo>
                              <a:pt x="489585" y="507873"/>
                              <a:pt x="495110" y="515207"/>
                              <a:pt x="501206" y="521684"/>
                            </a:cubicBezTo>
                            <a:cubicBezTo>
                              <a:pt x="502920" y="523494"/>
                              <a:pt x="505206" y="524351"/>
                              <a:pt x="507492" y="524351"/>
                            </a:cubicBezTo>
                            <a:cubicBezTo>
                              <a:pt x="509588" y="524351"/>
                              <a:pt x="511683" y="523589"/>
                              <a:pt x="513302" y="522065"/>
                            </a:cubicBezTo>
                            <a:cubicBezTo>
                              <a:pt x="516731" y="518827"/>
                              <a:pt x="516922" y="513397"/>
                              <a:pt x="513683" y="509968"/>
                            </a:cubicBezTo>
                            <a:close/>
                            <a:moveTo>
                              <a:pt x="701421" y="462820"/>
                            </a:moveTo>
                            <a:cubicBezTo>
                              <a:pt x="697135" y="460724"/>
                              <a:pt x="692087" y="462439"/>
                              <a:pt x="689896" y="466725"/>
                            </a:cubicBezTo>
                            <a:cubicBezTo>
                              <a:pt x="686372" y="473774"/>
                              <a:pt x="682180" y="480727"/>
                              <a:pt x="677323" y="487204"/>
                            </a:cubicBezTo>
                            <a:cubicBezTo>
                              <a:pt x="674561" y="491014"/>
                              <a:pt x="675322" y="496348"/>
                              <a:pt x="679133" y="499205"/>
                            </a:cubicBezTo>
                            <a:cubicBezTo>
                              <a:pt x="680657" y="500348"/>
                              <a:pt x="682466" y="500824"/>
                              <a:pt x="684181" y="500824"/>
                            </a:cubicBezTo>
                            <a:cubicBezTo>
                              <a:pt x="686848" y="500824"/>
                              <a:pt x="689420" y="499682"/>
                              <a:pt x="691039" y="497395"/>
                            </a:cubicBezTo>
                            <a:cubicBezTo>
                              <a:pt x="696468" y="490061"/>
                              <a:pt x="701230" y="482346"/>
                              <a:pt x="705231" y="474345"/>
                            </a:cubicBezTo>
                            <a:cubicBezTo>
                              <a:pt x="707326" y="470059"/>
                              <a:pt x="705612" y="464915"/>
                              <a:pt x="701421" y="462820"/>
                            </a:cubicBezTo>
                            <a:close/>
                            <a:moveTo>
                              <a:pt x="82391" y="417576"/>
                            </a:moveTo>
                            <a:cubicBezTo>
                              <a:pt x="78200" y="415385"/>
                              <a:pt x="73057" y="416909"/>
                              <a:pt x="70866" y="421100"/>
                            </a:cubicBezTo>
                            <a:cubicBezTo>
                              <a:pt x="66770" y="428720"/>
                              <a:pt x="62865" y="436531"/>
                              <a:pt x="59150" y="444341"/>
                            </a:cubicBezTo>
                            <a:cubicBezTo>
                              <a:pt x="57150" y="448628"/>
                              <a:pt x="58960" y="453676"/>
                              <a:pt x="63246" y="455771"/>
                            </a:cubicBezTo>
                            <a:cubicBezTo>
                              <a:pt x="64484" y="456247"/>
                              <a:pt x="65723" y="456533"/>
                              <a:pt x="66866" y="456533"/>
                            </a:cubicBezTo>
                            <a:cubicBezTo>
                              <a:pt x="70104" y="456533"/>
                              <a:pt x="73152" y="454724"/>
                              <a:pt x="74676" y="451676"/>
                            </a:cubicBezTo>
                            <a:cubicBezTo>
                              <a:pt x="78200" y="444056"/>
                              <a:pt x="82010" y="436531"/>
                              <a:pt x="85916" y="429101"/>
                            </a:cubicBezTo>
                            <a:cubicBezTo>
                              <a:pt x="88106" y="424910"/>
                              <a:pt x="86582" y="419767"/>
                              <a:pt x="82391" y="417576"/>
                            </a:cubicBezTo>
                            <a:close/>
                            <a:moveTo>
                              <a:pt x="481775" y="446246"/>
                            </a:moveTo>
                            <a:cubicBezTo>
                              <a:pt x="480155" y="438341"/>
                              <a:pt x="479108" y="430244"/>
                              <a:pt x="478727" y="422148"/>
                            </a:cubicBezTo>
                            <a:cubicBezTo>
                              <a:pt x="478536" y="417481"/>
                              <a:pt x="474536" y="413766"/>
                              <a:pt x="469773" y="414052"/>
                            </a:cubicBezTo>
                            <a:cubicBezTo>
                              <a:pt x="465106" y="414242"/>
                              <a:pt x="461391" y="418243"/>
                              <a:pt x="461677" y="423005"/>
                            </a:cubicBezTo>
                            <a:cubicBezTo>
                              <a:pt x="462058" y="431959"/>
                              <a:pt x="463201" y="440912"/>
                              <a:pt x="465106" y="449770"/>
                            </a:cubicBezTo>
                            <a:cubicBezTo>
                              <a:pt x="465963" y="453771"/>
                              <a:pt x="469487" y="456533"/>
                              <a:pt x="473392" y="456533"/>
                            </a:cubicBezTo>
                            <a:cubicBezTo>
                              <a:pt x="473964" y="456533"/>
                              <a:pt x="474631" y="456438"/>
                              <a:pt x="475202" y="456343"/>
                            </a:cubicBezTo>
                            <a:cubicBezTo>
                              <a:pt x="479774" y="455390"/>
                              <a:pt x="482727" y="450818"/>
                              <a:pt x="481775" y="446246"/>
                            </a:cubicBezTo>
                            <a:close/>
                            <a:moveTo>
                              <a:pt x="718947" y="395002"/>
                            </a:moveTo>
                            <a:cubicBezTo>
                              <a:pt x="718471" y="390239"/>
                              <a:pt x="714375" y="386906"/>
                              <a:pt x="709613" y="387287"/>
                            </a:cubicBezTo>
                            <a:cubicBezTo>
                              <a:pt x="704945" y="387763"/>
                              <a:pt x="701516" y="391954"/>
                              <a:pt x="701993" y="396716"/>
                            </a:cubicBezTo>
                            <a:cubicBezTo>
                              <a:pt x="702469" y="401669"/>
                              <a:pt x="702755" y="406622"/>
                              <a:pt x="702755" y="411575"/>
                            </a:cubicBezTo>
                            <a:cubicBezTo>
                              <a:pt x="702755" y="414718"/>
                              <a:pt x="702659" y="417767"/>
                              <a:pt x="702469" y="420910"/>
                            </a:cubicBezTo>
                            <a:cubicBezTo>
                              <a:pt x="702088" y="425577"/>
                              <a:pt x="705707" y="429673"/>
                              <a:pt x="710470" y="429959"/>
                            </a:cubicBezTo>
                            <a:lnTo>
                              <a:pt x="710946" y="429959"/>
                            </a:lnTo>
                            <a:cubicBezTo>
                              <a:pt x="715423" y="429959"/>
                              <a:pt x="719233" y="426434"/>
                              <a:pt x="719518" y="421958"/>
                            </a:cubicBezTo>
                            <a:cubicBezTo>
                              <a:pt x="719709" y="418433"/>
                              <a:pt x="719804" y="415004"/>
                              <a:pt x="719804" y="411575"/>
                            </a:cubicBezTo>
                            <a:cubicBezTo>
                              <a:pt x="719804" y="406051"/>
                              <a:pt x="719518" y="400526"/>
                              <a:pt x="718947" y="395002"/>
                            </a:cubicBezTo>
                            <a:close/>
                            <a:moveTo>
                              <a:pt x="124492" y="353378"/>
                            </a:moveTo>
                            <a:cubicBezTo>
                              <a:pt x="120682" y="350520"/>
                              <a:pt x="115348" y="351282"/>
                              <a:pt x="112586" y="355092"/>
                            </a:cubicBezTo>
                            <a:cubicBezTo>
                              <a:pt x="107442" y="361950"/>
                              <a:pt x="102394" y="369189"/>
                              <a:pt x="97536" y="376428"/>
                            </a:cubicBezTo>
                            <a:cubicBezTo>
                              <a:pt x="94869" y="380333"/>
                              <a:pt x="96012" y="385572"/>
                              <a:pt x="99917" y="388239"/>
                            </a:cubicBezTo>
                            <a:cubicBezTo>
                              <a:pt x="101346" y="389192"/>
                              <a:pt x="102965" y="389668"/>
                              <a:pt x="104585" y="389668"/>
                            </a:cubicBezTo>
                            <a:cubicBezTo>
                              <a:pt x="107347" y="389668"/>
                              <a:pt x="110109" y="388334"/>
                              <a:pt x="111728" y="385858"/>
                            </a:cubicBezTo>
                            <a:cubicBezTo>
                              <a:pt x="116396" y="378905"/>
                              <a:pt x="121253" y="371951"/>
                              <a:pt x="126206" y="365284"/>
                            </a:cubicBezTo>
                            <a:cubicBezTo>
                              <a:pt x="129064" y="361474"/>
                              <a:pt x="128302" y="356140"/>
                              <a:pt x="124492" y="353378"/>
                            </a:cubicBezTo>
                            <a:close/>
                            <a:moveTo>
                              <a:pt x="487204" y="339662"/>
                            </a:moveTo>
                            <a:cubicBezTo>
                              <a:pt x="482822" y="337947"/>
                              <a:pt x="477869" y="340043"/>
                              <a:pt x="476060" y="344424"/>
                            </a:cubicBezTo>
                            <a:cubicBezTo>
                              <a:pt x="472726" y="352806"/>
                              <a:pt x="469868" y="361283"/>
                              <a:pt x="467678" y="369665"/>
                            </a:cubicBezTo>
                            <a:cubicBezTo>
                              <a:pt x="466439" y="374237"/>
                              <a:pt x="469202" y="378905"/>
                              <a:pt x="473773" y="380143"/>
                            </a:cubicBezTo>
                            <a:cubicBezTo>
                              <a:pt x="474440" y="380333"/>
                              <a:pt x="475202" y="380429"/>
                              <a:pt x="475964" y="380429"/>
                            </a:cubicBezTo>
                            <a:cubicBezTo>
                              <a:pt x="479679" y="380429"/>
                              <a:pt x="483203" y="377857"/>
                              <a:pt x="484156" y="374047"/>
                            </a:cubicBezTo>
                            <a:cubicBezTo>
                              <a:pt x="486251" y="366332"/>
                              <a:pt x="488823" y="358521"/>
                              <a:pt x="491966" y="350806"/>
                            </a:cubicBezTo>
                            <a:cubicBezTo>
                              <a:pt x="493681" y="346424"/>
                              <a:pt x="491585" y="341376"/>
                              <a:pt x="487204" y="339662"/>
                            </a:cubicBezTo>
                            <a:close/>
                            <a:moveTo>
                              <a:pt x="705612" y="343091"/>
                            </a:moveTo>
                            <a:cubicBezTo>
                              <a:pt x="702183" y="335090"/>
                              <a:pt x="698183" y="326993"/>
                              <a:pt x="693706" y="319183"/>
                            </a:cubicBezTo>
                            <a:cubicBezTo>
                              <a:pt x="691325" y="315087"/>
                              <a:pt x="686086" y="313754"/>
                              <a:pt x="682085" y="316040"/>
                            </a:cubicBezTo>
                            <a:cubicBezTo>
                              <a:pt x="677990" y="318421"/>
                              <a:pt x="676561" y="323660"/>
                              <a:pt x="678942" y="327755"/>
                            </a:cubicBezTo>
                            <a:cubicBezTo>
                              <a:pt x="683038" y="334899"/>
                              <a:pt x="686753" y="342329"/>
                              <a:pt x="689801" y="349663"/>
                            </a:cubicBezTo>
                            <a:cubicBezTo>
                              <a:pt x="691229" y="352997"/>
                              <a:pt x="694372" y="354997"/>
                              <a:pt x="697706" y="354997"/>
                            </a:cubicBezTo>
                            <a:cubicBezTo>
                              <a:pt x="698849" y="354997"/>
                              <a:pt x="699897" y="354711"/>
                              <a:pt x="701040" y="354330"/>
                            </a:cubicBezTo>
                            <a:cubicBezTo>
                              <a:pt x="705326" y="352520"/>
                              <a:pt x="707422" y="347472"/>
                              <a:pt x="705612" y="343091"/>
                            </a:cubicBezTo>
                            <a:close/>
                            <a:moveTo>
                              <a:pt x="176403" y="296799"/>
                            </a:moveTo>
                            <a:cubicBezTo>
                              <a:pt x="173165" y="293370"/>
                              <a:pt x="167735" y="293275"/>
                              <a:pt x="164306" y="296513"/>
                            </a:cubicBezTo>
                            <a:cubicBezTo>
                              <a:pt x="158115" y="302419"/>
                              <a:pt x="151924" y="308705"/>
                              <a:pt x="146018" y="315087"/>
                            </a:cubicBezTo>
                            <a:cubicBezTo>
                              <a:pt x="142780" y="318516"/>
                              <a:pt x="142970" y="323850"/>
                              <a:pt x="146399" y="327089"/>
                            </a:cubicBezTo>
                            <a:cubicBezTo>
                              <a:pt x="148019" y="328613"/>
                              <a:pt x="150114" y="329374"/>
                              <a:pt x="152210" y="329374"/>
                            </a:cubicBezTo>
                            <a:cubicBezTo>
                              <a:pt x="154496" y="329374"/>
                              <a:pt x="156781" y="328517"/>
                              <a:pt x="158401" y="326708"/>
                            </a:cubicBezTo>
                            <a:cubicBezTo>
                              <a:pt x="164211" y="320612"/>
                              <a:pt x="170117" y="314611"/>
                              <a:pt x="176117" y="308896"/>
                            </a:cubicBezTo>
                            <a:cubicBezTo>
                              <a:pt x="179546" y="305657"/>
                              <a:pt x="179642" y="300228"/>
                              <a:pt x="176403" y="296799"/>
                            </a:cubicBezTo>
                            <a:close/>
                            <a:moveTo>
                              <a:pt x="527590" y="274511"/>
                            </a:moveTo>
                            <a:cubicBezTo>
                              <a:pt x="523875" y="271653"/>
                              <a:pt x="518446" y="272415"/>
                              <a:pt x="515588" y="276130"/>
                            </a:cubicBezTo>
                            <a:cubicBezTo>
                              <a:pt x="510254" y="283274"/>
                              <a:pt x="505111" y="290513"/>
                              <a:pt x="500539" y="297656"/>
                            </a:cubicBezTo>
                            <a:cubicBezTo>
                              <a:pt x="497967" y="301562"/>
                              <a:pt x="499110" y="306895"/>
                              <a:pt x="503111" y="309467"/>
                            </a:cubicBezTo>
                            <a:cubicBezTo>
                              <a:pt x="504539" y="310420"/>
                              <a:pt x="506159" y="310801"/>
                              <a:pt x="507683" y="310801"/>
                            </a:cubicBezTo>
                            <a:cubicBezTo>
                              <a:pt x="510540" y="310801"/>
                              <a:pt x="513302" y="309467"/>
                              <a:pt x="514921" y="306895"/>
                            </a:cubicBezTo>
                            <a:cubicBezTo>
                              <a:pt x="519208" y="300133"/>
                              <a:pt x="524066" y="293275"/>
                              <a:pt x="529209" y="286417"/>
                            </a:cubicBezTo>
                            <a:cubicBezTo>
                              <a:pt x="532067" y="282702"/>
                              <a:pt x="531305" y="277368"/>
                              <a:pt x="527590" y="274511"/>
                            </a:cubicBezTo>
                            <a:close/>
                            <a:moveTo>
                              <a:pt x="662083" y="276606"/>
                            </a:moveTo>
                            <a:cubicBezTo>
                              <a:pt x="656177" y="270129"/>
                              <a:pt x="649796" y="263938"/>
                              <a:pt x="643223" y="258128"/>
                            </a:cubicBezTo>
                            <a:cubicBezTo>
                              <a:pt x="639604" y="254984"/>
                              <a:pt x="634270" y="255270"/>
                              <a:pt x="631126" y="258890"/>
                            </a:cubicBezTo>
                            <a:cubicBezTo>
                              <a:pt x="627983" y="262414"/>
                              <a:pt x="628364" y="267748"/>
                              <a:pt x="631888" y="270891"/>
                            </a:cubicBezTo>
                            <a:cubicBezTo>
                              <a:pt x="638080" y="276416"/>
                              <a:pt x="644080" y="282226"/>
                              <a:pt x="649605" y="288226"/>
                            </a:cubicBezTo>
                            <a:cubicBezTo>
                              <a:pt x="651320" y="290036"/>
                              <a:pt x="653605" y="290893"/>
                              <a:pt x="655892" y="290893"/>
                            </a:cubicBezTo>
                            <a:cubicBezTo>
                              <a:pt x="657892" y="290893"/>
                              <a:pt x="659987" y="290132"/>
                              <a:pt x="661702" y="288608"/>
                            </a:cubicBezTo>
                            <a:cubicBezTo>
                              <a:pt x="665131" y="285464"/>
                              <a:pt x="665321" y="280035"/>
                              <a:pt x="662083" y="276606"/>
                            </a:cubicBezTo>
                            <a:close/>
                            <a:moveTo>
                              <a:pt x="237649" y="250508"/>
                            </a:moveTo>
                            <a:cubicBezTo>
                              <a:pt x="235172" y="246602"/>
                              <a:pt x="229838" y="245364"/>
                              <a:pt x="225838" y="247936"/>
                            </a:cubicBezTo>
                            <a:cubicBezTo>
                              <a:pt x="218504" y="252698"/>
                              <a:pt x="211265" y="257651"/>
                              <a:pt x="204311" y="262795"/>
                            </a:cubicBezTo>
                            <a:cubicBezTo>
                              <a:pt x="200501" y="265652"/>
                              <a:pt x="199739" y="270986"/>
                              <a:pt x="202502" y="274796"/>
                            </a:cubicBezTo>
                            <a:cubicBezTo>
                              <a:pt x="204216" y="276987"/>
                              <a:pt x="206788" y="278225"/>
                              <a:pt x="209360" y="278225"/>
                            </a:cubicBezTo>
                            <a:cubicBezTo>
                              <a:pt x="211169" y="278225"/>
                              <a:pt x="212979" y="277654"/>
                              <a:pt x="214503" y="276511"/>
                            </a:cubicBezTo>
                            <a:cubicBezTo>
                              <a:pt x="221075" y="271653"/>
                              <a:pt x="228029" y="266891"/>
                              <a:pt x="235077" y="262318"/>
                            </a:cubicBezTo>
                            <a:cubicBezTo>
                              <a:pt x="239077" y="259842"/>
                              <a:pt x="240221" y="254508"/>
                              <a:pt x="237649" y="250508"/>
                            </a:cubicBezTo>
                            <a:close/>
                            <a:moveTo>
                              <a:pt x="576834" y="215074"/>
                            </a:moveTo>
                            <a:cubicBezTo>
                              <a:pt x="572548" y="213074"/>
                              <a:pt x="567500" y="214979"/>
                              <a:pt x="565499" y="219266"/>
                            </a:cubicBezTo>
                            <a:cubicBezTo>
                              <a:pt x="565404" y="219551"/>
                              <a:pt x="565214" y="219932"/>
                              <a:pt x="565118" y="220218"/>
                            </a:cubicBezTo>
                            <a:cubicBezTo>
                              <a:pt x="562070" y="223361"/>
                              <a:pt x="558927" y="226409"/>
                              <a:pt x="555879" y="229553"/>
                            </a:cubicBezTo>
                            <a:cubicBezTo>
                              <a:pt x="553688" y="231839"/>
                              <a:pt x="551498" y="234124"/>
                              <a:pt x="549402" y="236411"/>
                            </a:cubicBezTo>
                            <a:cubicBezTo>
                              <a:pt x="546164" y="239840"/>
                              <a:pt x="546354" y="245269"/>
                              <a:pt x="549783" y="248507"/>
                            </a:cubicBezTo>
                            <a:cubicBezTo>
                              <a:pt x="551402" y="250031"/>
                              <a:pt x="553498" y="250793"/>
                              <a:pt x="555593" y="250793"/>
                            </a:cubicBezTo>
                            <a:cubicBezTo>
                              <a:pt x="557879" y="250793"/>
                              <a:pt x="560165" y="249936"/>
                              <a:pt x="561880" y="248126"/>
                            </a:cubicBezTo>
                            <a:cubicBezTo>
                              <a:pt x="563975" y="245840"/>
                              <a:pt x="566071" y="243649"/>
                              <a:pt x="568166" y="241459"/>
                            </a:cubicBezTo>
                            <a:cubicBezTo>
                              <a:pt x="570738" y="238792"/>
                              <a:pt x="573310" y="236220"/>
                              <a:pt x="575977" y="233553"/>
                            </a:cubicBezTo>
                            <a:cubicBezTo>
                              <a:pt x="581120" y="236125"/>
                              <a:pt x="586359" y="238982"/>
                              <a:pt x="591693" y="242030"/>
                            </a:cubicBezTo>
                            <a:lnTo>
                              <a:pt x="595979" y="234601"/>
                            </a:lnTo>
                            <a:lnTo>
                              <a:pt x="599789" y="226886"/>
                            </a:lnTo>
                            <a:cubicBezTo>
                              <a:pt x="592360" y="222695"/>
                              <a:pt x="584645" y="218694"/>
                              <a:pt x="576834" y="215074"/>
                            </a:cubicBezTo>
                            <a:close/>
                            <a:moveTo>
                              <a:pt x="306896" y="217361"/>
                            </a:moveTo>
                            <a:cubicBezTo>
                              <a:pt x="305181" y="212979"/>
                              <a:pt x="300228" y="210788"/>
                              <a:pt x="295846" y="212503"/>
                            </a:cubicBezTo>
                            <a:cubicBezTo>
                              <a:pt x="287655" y="215646"/>
                              <a:pt x="279559" y="219075"/>
                              <a:pt x="271748" y="222790"/>
                            </a:cubicBezTo>
                            <a:cubicBezTo>
                              <a:pt x="267462" y="224790"/>
                              <a:pt x="265652" y="229838"/>
                              <a:pt x="267653" y="234124"/>
                            </a:cubicBezTo>
                            <a:cubicBezTo>
                              <a:pt x="269081" y="237268"/>
                              <a:pt x="272129" y="239078"/>
                              <a:pt x="275368" y="239078"/>
                            </a:cubicBezTo>
                            <a:cubicBezTo>
                              <a:pt x="276606" y="239078"/>
                              <a:pt x="277844" y="238792"/>
                              <a:pt x="278987" y="238220"/>
                            </a:cubicBezTo>
                            <a:cubicBezTo>
                              <a:pt x="286512" y="234696"/>
                              <a:pt x="294227" y="231458"/>
                              <a:pt x="302038" y="228410"/>
                            </a:cubicBezTo>
                            <a:cubicBezTo>
                              <a:pt x="306419" y="226695"/>
                              <a:pt x="308610" y="221742"/>
                              <a:pt x="306896" y="217361"/>
                            </a:cubicBezTo>
                            <a:close/>
                            <a:moveTo>
                              <a:pt x="527399" y="197072"/>
                            </a:moveTo>
                            <a:cubicBezTo>
                              <a:pt x="519017" y="194786"/>
                              <a:pt x="510445" y="192786"/>
                              <a:pt x="501777" y="191167"/>
                            </a:cubicBezTo>
                            <a:cubicBezTo>
                              <a:pt x="497110" y="190310"/>
                              <a:pt x="492633" y="193358"/>
                              <a:pt x="491776" y="198025"/>
                            </a:cubicBezTo>
                            <a:cubicBezTo>
                              <a:pt x="490919" y="202692"/>
                              <a:pt x="493967" y="207169"/>
                              <a:pt x="498634" y="208026"/>
                            </a:cubicBezTo>
                            <a:cubicBezTo>
                              <a:pt x="506825" y="209550"/>
                              <a:pt x="515017" y="211360"/>
                              <a:pt x="522923" y="213551"/>
                            </a:cubicBezTo>
                            <a:cubicBezTo>
                              <a:pt x="523685" y="213741"/>
                              <a:pt x="524447" y="213836"/>
                              <a:pt x="525209" y="213836"/>
                            </a:cubicBezTo>
                            <a:cubicBezTo>
                              <a:pt x="528923" y="213836"/>
                              <a:pt x="532352" y="211360"/>
                              <a:pt x="533400" y="207550"/>
                            </a:cubicBezTo>
                            <a:cubicBezTo>
                              <a:pt x="534638" y="202978"/>
                              <a:pt x="531971" y="198311"/>
                              <a:pt x="527399" y="197072"/>
                            </a:cubicBezTo>
                            <a:close/>
                            <a:moveTo>
                              <a:pt x="371285" y="191262"/>
                            </a:moveTo>
                            <a:cubicBezTo>
                              <a:pt x="362807" y="192786"/>
                              <a:pt x="354140" y="194596"/>
                              <a:pt x="345662" y="196691"/>
                            </a:cubicBezTo>
                            <a:cubicBezTo>
                              <a:pt x="341090" y="197834"/>
                              <a:pt x="338328" y="202406"/>
                              <a:pt x="339471" y="206978"/>
                            </a:cubicBezTo>
                            <a:cubicBezTo>
                              <a:pt x="340423" y="210884"/>
                              <a:pt x="343853" y="213551"/>
                              <a:pt x="347758" y="213551"/>
                            </a:cubicBezTo>
                            <a:cubicBezTo>
                              <a:pt x="348425" y="213551"/>
                              <a:pt x="349091" y="213455"/>
                              <a:pt x="349758" y="213265"/>
                            </a:cubicBezTo>
                            <a:cubicBezTo>
                              <a:pt x="357854" y="211265"/>
                              <a:pt x="366141" y="209550"/>
                              <a:pt x="374237" y="208026"/>
                            </a:cubicBezTo>
                            <a:cubicBezTo>
                              <a:pt x="378905" y="207264"/>
                              <a:pt x="382048" y="202787"/>
                              <a:pt x="381191" y="198215"/>
                            </a:cubicBezTo>
                            <a:cubicBezTo>
                              <a:pt x="380333" y="193548"/>
                              <a:pt x="375952" y="190405"/>
                              <a:pt x="371285" y="191262"/>
                            </a:cubicBezTo>
                            <a:close/>
                            <a:moveTo>
                              <a:pt x="449580" y="185547"/>
                            </a:moveTo>
                            <a:cubicBezTo>
                              <a:pt x="440817" y="185261"/>
                              <a:pt x="432149" y="185261"/>
                              <a:pt x="423386" y="185642"/>
                            </a:cubicBezTo>
                            <a:cubicBezTo>
                              <a:pt x="418624" y="185833"/>
                              <a:pt x="415004" y="189738"/>
                              <a:pt x="415195" y="194501"/>
                            </a:cubicBezTo>
                            <a:cubicBezTo>
                              <a:pt x="415385" y="199072"/>
                              <a:pt x="419100" y="202692"/>
                              <a:pt x="423672" y="202692"/>
                            </a:cubicBezTo>
                            <a:lnTo>
                              <a:pt x="424053" y="202692"/>
                            </a:lnTo>
                            <a:cubicBezTo>
                              <a:pt x="432340" y="202406"/>
                              <a:pt x="440722" y="202406"/>
                              <a:pt x="449009" y="202692"/>
                            </a:cubicBezTo>
                            <a:cubicBezTo>
                              <a:pt x="453676" y="203073"/>
                              <a:pt x="457676" y="199168"/>
                              <a:pt x="457867" y="194501"/>
                            </a:cubicBezTo>
                            <a:cubicBezTo>
                              <a:pt x="457867" y="189738"/>
                              <a:pt x="454342" y="185833"/>
                              <a:pt x="449580" y="185642"/>
                            </a:cubicBezTo>
                            <a:close/>
                            <a:moveTo>
                              <a:pt x="637889" y="167830"/>
                            </a:moveTo>
                            <a:cubicBezTo>
                              <a:pt x="634937" y="164116"/>
                              <a:pt x="629603" y="163544"/>
                              <a:pt x="625888" y="166402"/>
                            </a:cubicBezTo>
                            <a:cubicBezTo>
                              <a:pt x="619125" y="171736"/>
                              <a:pt x="612362" y="177260"/>
                              <a:pt x="605790" y="182880"/>
                            </a:cubicBezTo>
                            <a:cubicBezTo>
                              <a:pt x="602171" y="185928"/>
                              <a:pt x="601790" y="191262"/>
                              <a:pt x="604838" y="194882"/>
                            </a:cubicBezTo>
                            <a:cubicBezTo>
                              <a:pt x="606457" y="196882"/>
                              <a:pt x="608933" y="197930"/>
                              <a:pt x="611315" y="197930"/>
                            </a:cubicBezTo>
                            <a:cubicBezTo>
                              <a:pt x="613315" y="197930"/>
                              <a:pt x="615220" y="197263"/>
                              <a:pt x="616839" y="195834"/>
                            </a:cubicBezTo>
                            <a:cubicBezTo>
                              <a:pt x="623316" y="190405"/>
                              <a:pt x="629793" y="185071"/>
                              <a:pt x="636461" y="179832"/>
                            </a:cubicBezTo>
                            <a:cubicBezTo>
                              <a:pt x="640175" y="176879"/>
                              <a:pt x="640747" y="171545"/>
                              <a:pt x="637889" y="167830"/>
                            </a:cubicBezTo>
                            <a:close/>
                            <a:moveTo>
                              <a:pt x="701230" y="124397"/>
                            </a:moveTo>
                            <a:cubicBezTo>
                              <a:pt x="698659" y="120396"/>
                              <a:pt x="693420" y="119158"/>
                              <a:pt x="689420" y="121634"/>
                            </a:cubicBezTo>
                            <a:cubicBezTo>
                              <a:pt x="682085" y="126302"/>
                              <a:pt x="674846" y="130969"/>
                              <a:pt x="667703" y="135827"/>
                            </a:cubicBezTo>
                            <a:cubicBezTo>
                              <a:pt x="663797" y="138494"/>
                              <a:pt x="662750" y="143828"/>
                              <a:pt x="665417" y="147733"/>
                            </a:cubicBezTo>
                            <a:cubicBezTo>
                              <a:pt x="667131" y="150114"/>
                              <a:pt x="669798" y="151448"/>
                              <a:pt x="672560" y="151448"/>
                            </a:cubicBezTo>
                            <a:cubicBezTo>
                              <a:pt x="674180" y="151448"/>
                              <a:pt x="675799" y="150971"/>
                              <a:pt x="677323" y="149924"/>
                            </a:cubicBezTo>
                            <a:cubicBezTo>
                              <a:pt x="684276" y="145256"/>
                              <a:pt x="691325" y="140589"/>
                              <a:pt x="698468" y="136112"/>
                            </a:cubicBezTo>
                            <a:cubicBezTo>
                              <a:pt x="702469" y="133636"/>
                              <a:pt x="703707" y="128302"/>
                              <a:pt x="701230" y="124397"/>
                            </a:cubicBezTo>
                            <a:close/>
                            <a:moveTo>
                              <a:pt x="1560386" y="133160"/>
                            </a:moveTo>
                            <a:cubicBezTo>
                              <a:pt x="1556576" y="130397"/>
                              <a:pt x="1552670" y="127826"/>
                              <a:pt x="1548765" y="125158"/>
                            </a:cubicBezTo>
                            <a:cubicBezTo>
                              <a:pt x="1544860" y="122587"/>
                              <a:pt x="1539526" y="123634"/>
                              <a:pt x="1536954" y="127540"/>
                            </a:cubicBezTo>
                            <a:cubicBezTo>
                              <a:pt x="1534287" y="131445"/>
                              <a:pt x="1535335" y="136779"/>
                              <a:pt x="1539240" y="139351"/>
                            </a:cubicBezTo>
                            <a:cubicBezTo>
                              <a:pt x="1543050" y="141923"/>
                              <a:pt x="1546860" y="144494"/>
                              <a:pt x="1550670" y="147161"/>
                            </a:cubicBezTo>
                            <a:cubicBezTo>
                              <a:pt x="1552099" y="148209"/>
                              <a:pt x="1553813" y="148685"/>
                              <a:pt x="1555528" y="148685"/>
                            </a:cubicBezTo>
                            <a:cubicBezTo>
                              <a:pt x="1558195" y="148685"/>
                              <a:pt x="1560862" y="147447"/>
                              <a:pt x="1562481" y="145066"/>
                            </a:cubicBezTo>
                            <a:cubicBezTo>
                              <a:pt x="1565243" y="141161"/>
                              <a:pt x="1564291" y="135827"/>
                              <a:pt x="1560386" y="133160"/>
                            </a:cubicBezTo>
                            <a:close/>
                            <a:moveTo>
                              <a:pt x="1504664" y="97917"/>
                            </a:moveTo>
                            <a:cubicBezTo>
                              <a:pt x="1497140" y="93726"/>
                              <a:pt x="1489520" y="89535"/>
                              <a:pt x="1481900" y="85534"/>
                            </a:cubicBezTo>
                            <a:cubicBezTo>
                              <a:pt x="1477709" y="83439"/>
                              <a:pt x="1472565" y="85058"/>
                              <a:pt x="1470374" y="89249"/>
                            </a:cubicBezTo>
                            <a:cubicBezTo>
                              <a:pt x="1468184" y="93440"/>
                              <a:pt x="1469803" y="98584"/>
                              <a:pt x="1473994" y="100679"/>
                            </a:cubicBezTo>
                            <a:cubicBezTo>
                              <a:pt x="1481518" y="104584"/>
                              <a:pt x="1488853" y="108680"/>
                              <a:pt x="1496187" y="112776"/>
                            </a:cubicBezTo>
                            <a:cubicBezTo>
                              <a:pt x="1497521" y="113538"/>
                              <a:pt x="1499045" y="113919"/>
                              <a:pt x="1500473" y="113919"/>
                            </a:cubicBezTo>
                            <a:cubicBezTo>
                              <a:pt x="1503426" y="113919"/>
                              <a:pt x="1506284" y="112395"/>
                              <a:pt x="1507903" y="109633"/>
                            </a:cubicBezTo>
                            <a:cubicBezTo>
                              <a:pt x="1510189" y="105537"/>
                              <a:pt x="1508760" y="100298"/>
                              <a:pt x="1504664" y="97917"/>
                            </a:cubicBezTo>
                            <a:close/>
                            <a:moveTo>
                              <a:pt x="768668" y="87630"/>
                            </a:moveTo>
                            <a:cubicBezTo>
                              <a:pt x="766572" y="83439"/>
                              <a:pt x="761429" y="81725"/>
                              <a:pt x="757238" y="83820"/>
                            </a:cubicBezTo>
                            <a:cubicBezTo>
                              <a:pt x="749522" y="87630"/>
                              <a:pt x="741807" y="91535"/>
                              <a:pt x="734187" y="95631"/>
                            </a:cubicBezTo>
                            <a:cubicBezTo>
                              <a:pt x="730091" y="97822"/>
                              <a:pt x="728472" y="103061"/>
                              <a:pt x="730758" y="107156"/>
                            </a:cubicBezTo>
                            <a:cubicBezTo>
                              <a:pt x="732282" y="110109"/>
                              <a:pt x="735235" y="111728"/>
                              <a:pt x="738283" y="111728"/>
                            </a:cubicBezTo>
                            <a:cubicBezTo>
                              <a:pt x="739616" y="111728"/>
                              <a:pt x="741045" y="111347"/>
                              <a:pt x="742283" y="110680"/>
                            </a:cubicBezTo>
                            <a:cubicBezTo>
                              <a:pt x="749713" y="106680"/>
                              <a:pt x="757238" y="102870"/>
                              <a:pt x="764762" y="99060"/>
                            </a:cubicBezTo>
                            <a:cubicBezTo>
                              <a:pt x="769049" y="96965"/>
                              <a:pt x="770763" y="91916"/>
                              <a:pt x="768668" y="87630"/>
                            </a:cubicBezTo>
                            <a:close/>
                            <a:moveTo>
                              <a:pt x="1435037" y="63341"/>
                            </a:moveTo>
                            <a:cubicBezTo>
                              <a:pt x="1427131" y="59912"/>
                              <a:pt x="1419130" y="56579"/>
                              <a:pt x="1411034" y="53435"/>
                            </a:cubicBezTo>
                            <a:cubicBezTo>
                              <a:pt x="1406747" y="51721"/>
                              <a:pt x="1401699" y="53912"/>
                              <a:pt x="1399985" y="58293"/>
                            </a:cubicBezTo>
                            <a:cubicBezTo>
                              <a:pt x="1398270" y="62675"/>
                              <a:pt x="1400461" y="67628"/>
                              <a:pt x="1404842" y="69342"/>
                            </a:cubicBezTo>
                            <a:cubicBezTo>
                              <a:pt x="1412748" y="72485"/>
                              <a:pt x="1420559" y="75629"/>
                              <a:pt x="1428274" y="79057"/>
                            </a:cubicBezTo>
                            <a:cubicBezTo>
                              <a:pt x="1429417" y="79534"/>
                              <a:pt x="1430560" y="79724"/>
                              <a:pt x="1431703" y="79724"/>
                            </a:cubicBezTo>
                            <a:cubicBezTo>
                              <a:pt x="1434941" y="79724"/>
                              <a:pt x="1438085" y="77819"/>
                              <a:pt x="1439513" y="74581"/>
                            </a:cubicBezTo>
                            <a:cubicBezTo>
                              <a:pt x="1441418" y="70199"/>
                              <a:pt x="1439418" y="65246"/>
                              <a:pt x="1435037" y="63341"/>
                            </a:cubicBezTo>
                            <a:close/>
                            <a:moveTo>
                              <a:pt x="839534" y="57912"/>
                            </a:moveTo>
                            <a:cubicBezTo>
                              <a:pt x="837819" y="53530"/>
                              <a:pt x="832961" y="51245"/>
                              <a:pt x="828484" y="52959"/>
                            </a:cubicBezTo>
                            <a:cubicBezTo>
                              <a:pt x="820388" y="55912"/>
                              <a:pt x="812387" y="59150"/>
                              <a:pt x="804386" y="62389"/>
                            </a:cubicBezTo>
                            <a:cubicBezTo>
                              <a:pt x="800100" y="64199"/>
                              <a:pt x="798005" y="69247"/>
                              <a:pt x="799814" y="73533"/>
                            </a:cubicBezTo>
                            <a:cubicBezTo>
                              <a:pt x="801148" y="76867"/>
                              <a:pt x="804291" y="78867"/>
                              <a:pt x="807720" y="78867"/>
                            </a:cubicBezTo>
                            <a:cubicBezTo>
                              <a:pt x="808768" y="78867"/>
                              <a:pt x="809911" y="78677"/>
                              <a:pt x="810959" y="78200"/>
                            </a:cubicBezTo>
                            <a:cubicBezTo>
                              <a:pt x="818769" y="74962"/>
                              <a:pt x="826580" y="71914"/>
                              <a:pt x="834485" y="68866"/>
                            </a:cubicBezTo>
                            <a:cubicBezTo>
                              <a:pt x="838962" y="67247"/>
                              <a:pt x="841153" y="62294"/>
                              <a:pt x="839534" y="57912"/>
                            </a:cubicBezTo>
                            <a:close/>
                            <a:moveTo>
                              <a:pt x="1362170" y="36290"/>
                            </a:moveTo>
                            <a:cubicBezTo>
                              <a:pt x="1353979" y="33719"/>
                              <a:pt x="1345692" y="31242"/>
                              <a:pt x="1337310" y="28956"/>
                            </a:cubicBezTo>
                            <a:cubicBezTo>
                              <a:pt x="1332833" y="27718"/>
                              <a:pt x="1328071" y="30385"/>
                              <a:pt x="1326833" y="34957"/>
                            </a:cubicBezTo>
                            <a:cubicBezTo>
                              <a:pt x="1325594" y="39433"/>
                              <a:pt x="1328261" y="44196"/>
                              <a:pt x="1332833" y="45434"/>
                            </a:cubicBezTo>
                            <a:cubicBezTo>
                              <a:pt x="1340930" y="47720"/>
                              <a:pt x="1349026" y="50102"/>
                              <a:pt x="1357122" y="52578"/>
                            </a:cubicBezTo>
                            <a:cubicBezTo>
                              <a:pt x="1357979" y="52864"/>
                              <a:pt x="1358837" y="52959"/>
                              <a:pt x="1359599" y="52959"/>
                            </a:cubicBezTo>
                            <a:cubicBezTo>
                              <a:pt x="1363313" y="52959"/>
                              <a:pt x="1366647" y="50673"/>
                              <a:pt x="1367790" y="46958"/>
                            </a:cubicBezTo>
                            <a:cubicBezTo>
                              <a:pt x="1369219" y="42481"/>
                              <a:pt x="1366742" y="37719"/>
                              <a:pt x="1362170" y="36290"/>
                            </a:cubicBezTo>
                            <a:close/>
                            <a:moveTo>
                              <a:pt x="912876" y="35052"/>
                            </a:moveTo>
                            <a:cubicBezTo>
                              <a:pt x="911638" y="30575"/>
                              <a:pt x="906971" y="27813"/>
                              <a:pt x="902399" y="29051"/>
                            </a:cubicBezTo>
                            <a:cubicBezTo>
                              <a:pt x="894112" y="31337"/>
                              <a:pt x="885730" y="33719"/>
                              <a:pt x="877538" y="36195"/>
                            </a:cubicBezTo>
                            <a:cubicBezTo>
                              <a:pt x="872966" y="37624"/>
                              <a:pt x="870490" y="42386"/>
                              <a:pt x="871823" y="46863"/>
                            </a:cubicBezTo>
                            <a:cubicBezTo>
                              <a:pt x="872966" y="50578"/>
                              <a:pt x="876395" y="52959"/>
                              <a:pt x="880015" y="52959"/>
                            </a:cubicBezTo>
                            <a:cubicBezTo>
                              <a:pt x="880872" y="52959"/>
                              <a:pt x="881634" y="52864"/>
                              <a:pt x="882491" y="52578"/>
                            </a:cubicBezTo>
                            <a:cubicBezTo>
                              <a:pt x="890588" y="50102"/>
                              <a:pt x="898684" y="47720"/>
                              <a:pt x="906875" y="45530"/>
                            </a:cubicBezTo>
                            <a:cubicBezTo>
                              <a:pt x="911447" y="44291"/>
                              <a:pt x="914114" y="39624"/>
                              <a:pt x="912876" y="35052"/>
                            </a:cubicBezTo>
                            <a:close/>
                            <a:moveTo>
                              <a:pt x="978218" y="12287"/>
                            </a:moveTo>
                            <a:cubicBezTo>
                              <a:pt x="969645" y="13811"/>
                              <a:pt x="961168" y="15335"/>
                              <a:pt x="952786" y="17145"/>
                            </a:cubicBezTo>
                            <a:cubicBezTo>
                              <a:pt x="948118" y="18098"/>
                              <a:pt x="945166" y="22574"/>
                              <a:pt x="946118" y="27146"/>
                            </a:cubicBezTo>
                            <a:cubicBezTo>
                              <a:pt x="946976" y="31242"/>
                              <a:pt x="950500" y="34004"/>
                              <a:pt x="954500" y="34004"/>
                            </a:cubicBezTo>
                            <a:cubicBezTo>
                              <a:pt x="955072" y="34004"/>
                              <a:pt x="955643" y="33909"/>
                              <a:pt x="956215" y="33814"/>
                            </a:cubicBezTo>
                            <a:cubicBezTo>
                              <a:pt x="964501" y="32099"/>
                              <a:pt x="972788" y="30575"/>
                              <a:pt x="981075" y="29147"/>
                            </a:cubicBezTo>
                            <a:cubicBezTo>
                              <a:pt x="985742" y="28289"/>
                              <a:pt x="988886" y="23908"/>
                              <a:pt x="988028" y="19241"/>
                            </a:cubicBezTo>
                            <a:cubicBezTo>
                              <a:pt x="987266" y="14573"/>
                              <a:pt x="982790" y="11430"/>
                              <a:pt x="978218" y="12287"/>
                            </a:cubicBezTo>
                            <a:close/>
                            <a:moveTo>
                              <a:pt x="1287018" y="16764"/>
                            </a:moveTo>
                            <a:cubicBezTo>
                              <a:pt x="1278541" y="15050"/>
                              <a:pt x="1270064" y="13430"/>
                              <a:pt x="1261586" y="12002"/>
                            </a:cubicBezTo>
                            <a:cubicBezTo>
                              <a:pt x="1256919" y="11144"/>
                              <a:pt x="1252538" y="14288"/>
                              <a:pt x="1251680" y="18955"/>
                            </a:cubicBezTo>
                            <a:cubicBezTo>
                              <a:pt x="1250918" y="23527"/>
                              <a:pt x="1253966" y="28004"/>
                              <a:pt x="1258634" y="28766"/>
                            </a:cubicBezTo>
                            <a:cubicBezTo>
                              <a:pt x="1267016" y="30290"/>
                              <a:pt x="1275302" y="31814"/>
                              <a:pt x="1283589" y="33528"/>
                            </a:cubicBezTo>
                            <a:cubicBezTo>
                              <a:pt x="1284161" y="33528"/>
                              <a:pt x="1284732" y="33719"/>
                              <a:pt x="1285304" y="33719"/>
                            </a:cubicBezTo>
                            <a:cubicBezTo>
                              <a:pt x="1289209" y="33719"/>
                              <a:pt x="1292828" y="30956"/>
                              <a:pt x="1293686" y="26860"/>
                            </a:cubicBezTo>
                            <a:cubicBezTo>
                              <a:pt x="1294638" y="22289"/>
                              <a:pt x="1291590" y="17717"/>
                              <a:pt x="1287018" y="16764"/>
                            </a:cubicBezTo>
                            <a:close/>
                            <a:moveTo>
                              <a:pt x="1055180" y="2667"/>
                            </a:moveTo>
                            <a:cubicBezTo>
                              <a:pt x="1046607" y="3334"/>
                              <a:pt x="1038034" y="4096"/>
                              <a:pt x="1029462" y="5048"/>
                            </a:cubicBezTo>
                            <a:cubicBezTo>
                              <a:pt x="1024795" y="5620"/>
                              <a:pt x="1021366" y="9811"/>
                              <a:pt x="1021842" y="14478"/>
                            </a:cubicBezTo>
                            <a:cubicBezTo>
                              <a:pt x="1022318" y="18859"/>
                              <a:pt x="1026033" y="22098"/>
                              <a:pt x="1030319" y="22098"/>
                            </a:cubicBezTo>
                            <a:cubicBezTo>
                              <a:pt x="1030700" y="22098"/>
                              <a:pt x="1030986" y="22098"/>
                              <a:pt x="1031272" y="22003"/>
                            </a:cubicBezTo>
                            <a:cubicBezTo>
                              <a:pt x="1039749" y="21146"/>
                              <a:pt x="1048131" y="20288"/>
                              <a:pt x="1056513" y="19622"/>
                            </a:cubicBezTo>
                            <a:cubicBezTo>
                              <a:pt x="1061276" y="19241"/>
                              <a:pt x="1064800" y="15145"/>
                              <a:pt x="1064419" y="10478"/>
                            </a:cubicBezTo>
                            <a:cubicBezTo>
                              <a:pt x="1064038" y="5715"/>
                              <a:pt x="1059847" y="2191"/>
                              <a:pt x="1055180" y="2667"/>
                            </a:cubicBezTo>
                            <a:close/>
                            <a:moveTo>
                              <a:pt x="1210247" y="4763"/>
                            </a:moveTo>
                            <a:cubicBezTo>
                              <a:pt x="1201674" y="3810"/>
                              <a:pt x="1193102" y="3048"/>
                              <a:pt x="1184529" y="2381"/>
                            </a:cubicBezTo>
                            <a:cubicBezTo>
                              <a:pt x="1179767" y="2191"/>
                              <a:pt x="1175671" y="5525"/>
                              <a:pt x="1175385" y="10287"/>
                            </a:cubicBezTo>
                            <a:cubicBezTo>
                              <a:pt x="1175004" y="14954"/>
                              <a:pt x="1178528" y="19050"/>
                              <a:pt x="1183196" y="19431"/>
                            </a:cubicBezTo>
                            <a:cubicBezTo>
                              <a:pt x="1191673" y="20098"/>
                              <a:pt x="1200055" y="20860"/>
                              <a:pt x="1208437" y="21717"/>
                            </a:cubicBezTo>
                            <a:cubicBezTo>
                              <a:pt x="1208723" y="21812"/>
                              <a:pt x="1209104" y="21812"/>
                              <a:pt x="1209389" y="21812"/>
                            </a:cubicBezTo>
                            <a:cubicBezTo>
                              <a:pt x="1213676" y="21812"/>
                              <a:pt x="1217390" y="18574"/>
                              <a:pt x="1217867" y="14192"/>
                            </a:cubicBezTo>
                            <a:cubicBezTo>
                              <a:pt x="1218343" y="9525"/>
                              <a:pt x="1215009" y="5239"/>
                              <a:pt x="1210247" y="4763"/>
                            </a:cubicBezTo>
                            <a:close/>
                            <a:moveTo>
                              <a:pt x="1132808" y="95"/>
                            </a:moveTo>
                            <a:cubicBezTo>
                              <a:pt x="1128998" y="0"/>
                              <a:pt x="1125188" y="0"/>
                              <a:pt x="1121378" y="0"/>
                            </a:cubicBezTo>
                            <a:cubicBezTo>
                              <a:pt x="1116616" y="0"/>
                              <a:pt x="1111758" y="95"/>
                              <a:pt x="1106900" y="95"/>
                            </a:cubicBezTo>
                            <a:cubicBezTo>
                              <a:pt x="1102138" y="191"/>
                              <a:pt x="1098423" y="4096"/>
                              <a:pt x="1098518" y="8858"/>
                            </a:cubicBezTo>
                            <a:cubicBezTo>
                              <a:pt x="1098614" y="13526"/>
                              <a:pt x="1102424" y="17240"/>
                              <a:pt x="1107091" y="17240"/>
                            </a:cubicBezTo>
                            <a:lnTo>
                              <a:pt x="1107186" y="17240"/>
                            </a:lnTo>
                            <a:cubicBezTo>
                              <a:pt x="1111663" y="17145"/>
                              <a:pt x="1116140" y="17050"/>
                              <a:pt x="1120712" y="17050"/>
                            </a:cubicBezTo>
                            <a:cubicBezTo>
                              <a:pt x="1124617" y="17050"/>
                              <a:pt x="1128617" y="17145"/>
                              <a:pt x="1132523" y="17145"/>
                            </a:cubicBezTo>
                            <a:cubicBezTo>
                              <a:pt x="1137095" y="16955"/>
                              <a:pt x="1141095" y="13430"/>
                              <a:pt x="1141190" y="8763"/>
                            </a:cubicBezTo>
                            <a:cubicBezTo>
                              <a:pt x="1141286" y="4001"/>
                              <a:pt x="1137476" y="191"/>
                              <a:pt x="1132808" y="95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23" name="AutoShape 123"/>
                      <p:cNvSpPr/>
                      <p:nvPr/>
                    </p:nvSpPr>
                    <p:spPr>
                      <a:xfrm>
                        <a:off x="3660196" y="2641926"/>
                        <a:ext cx="592262" cy="3314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92262" h="331493">
                            <a:moveTo>
                              <a:pt x="184760" y="313300"/>
                            </a:moveTo>
                            <a:cubicBezTo>
                              <a:pt x="176378" y="313872"/>
                              <a:pt x="167996" y="314253"/>
                              <a:pt x="159614" y="314443"/>
                            </a:cubicBezTo>
                            <a:cubicBezTo>
                              <a:pt x="154947" y="314539"/>
                              <a:pt x="151137" y="318348"/>
                              <a:pt x="151232" y="323111"/>
                            </a:cubicBezTo>
                            <a:cubicBezTo>
                              <a:pt x="151232" y="327778"/>
                              <a:pt x="155137" y="331493"/>
                              <a:pt x="159709" y="331493"/>
                            </a:cubicBezTo>
                            <a:lnTo>
                              <a:pt x="159900" y="331493"/>
                            </a:lnTo>
                            <a:cubicBezTo>
                              <a:pt x="168567" y="331398"/>
                              <a:pt x="177330" y="331017"/>
                              <a:pt x="185998" y="330350"/>
                            </a:cubicBezTo>
                            <a:cubicBezTo>
                              <a:pt x="190665" y="330064"/>
                              <a:pt x="194190" y="325968"/>
                              <a:pt x="193904" y="321206"/>
                            </a:cubicBezTo>
                            <a:cubicBezTo>
                              <a:pt x="193523" y="316539"/>
                              <a:pt x="189522" y="312919"/>
                              <a:pt x="184760" y="313300"/>
                            </a:cubicBezTo>
                            <a:close/>
                            <a:moveTo>
                              <a:pt x="109417" y="312443"/>
                            </a:moveTo>
                            <a:cubicBezTo>
                              <a:pt x="101035" y="311681"/>
                              <a:pt x="92653" y="310633"/>
                              <a:pt x="84462" y="309395"/>
                            </a:cubicBezTo>
                            <a:cubicBezTo>
                              <a:pt x="79794" y="308633"/>
                              <a:pt x="75413" y="311871"/>
                              <a:pt x="74746" y="316539"/>
                            </a:cubicBezTo>
                            <a:cubicBezTo>
                              <a:pt x="73984" y="321206"/>
                              <a:pt x="77223" y="325587"/>
                              <a:pt x="81890" y="326254"/>
                            </a:cubicBezTo>
                            <a:cubicBezTo>
                              <a:pt x="90367" y="327588"/>
                              <a:pt x="99130" y="328635"/>
                              <a:pt x="107798" y="329493"/>
                            </a:cubicBezTo>
                            <a:lnTo>
                              <a:pt x="108560" y="329493"/>
                            </a:lnTo>
                            <a:cubicBezTo>
                              <a:pt x="112941" y="329493"/>
                              <a:pt x="116656" y="326159"/>
                              <a:pt x="117132" y="321777"/>
                            </a:cubicBezTo>
                            <a:cubicBezTo>
                              <a:pt x="117513" y="317110"/>
                              <a:pt x="114084" y="312919"/>
                              <a:pt x="109417" y="312443"/>
                            </a:cubicBezTo>
                            <a:close/>
                            <a:moveTo>
                              <a:pt x="269532" y="307966"/>
                            </a:moveTo>
                            <a:cubicBezTo>
                              <a:pt x="268389" y="303394"/>
                              <a:pt x="263817" y="300537"/>
                              <a:pt x="259150" y="301680"/>
                            </a:cubicBezTo>
                            <a:cubicBezTo>
                              <a:pt x="251149" y="303680"/>
                              <a:pt x="242862" y="305394"/>
                              <a:pt x="234576" y="306918"/>
                            </a:cubicBezTo>
                            <a:cubicBezTo>
                              <a:pt x="230004" y="307776"/>
                              <a:pt x="226860" y="312252"/>
                              <a:pt x="227717" y="316920"/>
                            </a:cubicBezTo>
                            <a:cubicBezTo>
                              <a:pt x="228480" y="321015"/>
                              <a:pt x="232099" y="323873"/>
                              <a:pt x="236100" y="323873"/>
                            </a:cubicBezTo>
                            <a:cubicBezTo>
                              <a:pt x="236671" y="323873"/>
                              <a:pt x="237147" y="323873"/>
                              <a:pt x="237719" y="323778"/>
                            </a:cubicBezTo>
                            <a:cubicBezTo>
                              <a:pt x="246196" y="322158"/>
                              <a:pt x="254864" y="320349"/>
                              <a:pt x="263246" y="318348"/>
                            </a:cubicBezTo>
                            <a:cubicBezTo>
                              <a:pt x="267818" y="317206"/>
                              <a:pt x="270580" y="312538"/>
                              <a:pt x="269532" y="307966"/>
                            </a:cubicBezTo>
                            <a:close/>
                            <a:moveTo>
                              <a:pt x="35313" y="299013"/>
                            </a:moveTo>
                            <a:cubicBezTo>
                              <a:pt x="27216" y="296727"/>
                              <a:pt x="19120" y="294345"/>
                              <a:pt x="11309" y="291678"/>
                            </a:cubicBezTo>
                            <a:cubicBezTo>
                              <a:pt x="6833" y="290154"/>
                              <a:pt x="1975" y="292536"/>
                              <a:pt x="451" y="297012"/>
                            </a:cubicBezTo>
                            <a:cubicBezTo>
                              <a:pt x="-1073" y="301489"/>
                              <a:pt x="1404" y="306347"/>
                              <a:pt x="5785" y="307871"/>
                            </a:cubicBezTo>
                            <a:cubicBezTo>
                              <a:pt x="13976" y="310633"/>
                              <a:pt x="22359" y="313205"/>
                              <a:pt x="30836" y="315491"/>
                            </a:cubicBezTo>
                            <a:cubicBezTo>
                              <a:pt x="31598" y="315681"/>
                              <a:pt x="32360" y="315777"/>
                              <a:pt x="33026" y="315777"/>
                            </a:cubicBezTo>
                            <a:cubicBezTo>
                              <a:pt x="36837" y="315777"/>
                              <a:pt x="40266" y="313300"/>
                              <a:pt x="41313" y="309490"/>
                            </a:cubicBezTo>
                            <a:cubicBezTo>
                              <a:pt x="42551" y="304918"/>
                              <a:pt x="39884" y="300251"/>
                              <a:pt x="35313" y="299013"/>
                            </a:cubicBezTo>
                            <a:close/>
                            <a:moveTo>
                              <a:pt x="341827" y="282249"/>
                            </a:moveTo>
                            <a:cubicBezTo>
                              <a:pt x="339922" y="277867"/>
                              <a:pt x="334969" y="275962"/>
                              <a:pt x="330588" y="277772"/>
                            </a:cubicBezTo>
                            <a:cubicBezTo>
                              <a:pt x="322968" y="281106"/>
                              <a:pt x="315062" y="284249"/>
                              <a:pt x="307251" y="287106"/>
                            </a:cubicBezTo>
                            <a:cubicBezTo>
                              <a:pt x="302870" y="288726"/>
                              <a:pt x="300584" y="293679"/>
                              <a:pt x="302203" y="298060"/>
                            </a:cubicBezTo>
                            <a:cubicBezTo>
                              <a:pt x="303441" y="301584"/>
                              <a:pt x="306775" y="303680"/>
                              <a:pt x="310204" y="303680"/>
                            </a:cubicBezTo>
                            <a:cubicBezTo>
                              <a:pt x="311157" y="303680"/>
                              <a:pt x="312204" y="303490"/>
                              <a:pt x="313157" y="303204"/>
                            </a:cubicBezTo>
                            <a:cubicBezTo>
                              <a:pt x="321253" y="300156"/>
                              <a:pt x="329444" y="296917"/>
                              <a:pt x="337350" y="293488"/>
                            </a:cubicBezTo>
                            <a:cubicBezTo>
                              <a:pt x="341732" y="291583"/>
                              <a:pt x="343732" y="286535"/>
                              <a:pt x="341827" y="282249"/>
                            </a:cubicBezTo>
                            <a:close/>
                            <a:moveTo>
                              <a:pt x="408597" y="244244"/>
                            </a:moveTo>
                            <a:cubicBezTo>
                              <a:pt x="405930" y="240339"/>
                              <a:pt x="400692" y="239291"/>
                              <a:pt x="396691" y="241863"/>
                            </a:cubicBezTo>
                            <a:cubicBezTo>
                              <a:pt x="389738" y="246530"/>
                              <a:pt x="382499" y="251007"/>
                              <a:pt x="375355" y="255102"/>
                            </a:cubicBezTo>
                            <a:cubicBezTo>
                              <a:pt x="371355" y="257484"/>
                              <a:pt x="369926" y="262723"/>
                              <a:pt x="372307" y="266818"/>
                            </a:cubicBezTo>
                            <a:cubicBezTo>
                              <a:pt x="373926" y="269581"/>
                              <a:pt x="376784" y="271009"/>
                              <a:pt x="379737" y="271009"/>
                            </a:cubicBezTo>
                            <a:cubicBezTo>
                              <a:pt x="381165" y="271009"/>
                              <a:pt x="382594" y="270723"/>
                              <a:pt x="384023" y="269866"/>
                            </a:cubicBezTo>
                            <a:cubicBezTo>
                              <a:pt x="391452" y="265580"/>
                              <a:pt x="398882" y="260913"/>
                              <a:pt x="406121" y="256055"/>
                            </a:cubicBezTo>
                            <a:cubicBezTo>
                              <a:pt x="410121" y="253483"/>
                              <a:pt x="411169" y="248149"/>
                              <a:pt x="408597" y="244244"/>
                            </a:cubicBezTo>
                            <a:close/>
                            <a:moveTo>
                              <a:pt x="467748" y="195381"/>
                            </a:moveTo>
                            <a:cubicBezTo>
                              <a:pt x="464509" y="191952"/>
                              <a:pt x="459175" y="191761"/>
                              <a:pt x="455746" y="195000"/>
                            </a:cubicBezTo>
                            <a:cubicBezTo>
                              <a:pt x="449650" y="200715"/>
                              <a:pt x="443364" y="206334"/>
                              <a:pt x="436982" y="211764"/>
                            </a:cubicBezTo>
                            <a:cubicBezTo>
                              <a:pt x="433362" y="214812"/>
                              <a:pt x="432886" y="220146"/>
                              <a:pt x="435934" y="223765"/>
                            </a:cubicBezTo>
                            <a:cubicBezTo>
                              <a:pt x="437553" y="225765"/>
                              <a:pt x="440030" y="226813"/>
                              <a:pt x="442411" y="226813"/>
                            </a:cubicBezTo>
                            <a:cubicBezTo>
                              <a:pt x="444411" y="226813"/>
                              <a:pt x="446316" y="226146"/>
                              <a:pt x="447935" y="224813"/>
                            </a:cubicBezTo>
                            <a:cubicBezTo>
                              <a:pt x="454603" y="219193"/>
                              <a:pt x="461175" y="213383"/>
                              <a:pt x="467462" y="207477"/>
                            </a:cubicBezTo>
                            <a:cubicBezTo>
                              <a:pt x="470891" y="204239"/>
                              <a:pt x="470986" y="198810"/>
                              <a:pt x="467748" y="195381"/>
                            </a:cubicBezTo>
                            <a:close/>
                            <a:moveTo>
                              <a:pt x="518040" y="137373"/>
                            </a:moveTo>
                            <a:cubicBezTo>
                              <a:pt x="514325" y="134516"/>
                              <a:pt x="508991" y="135278"/>
                              <a:pt x="506133" y="138993"/>
                            </a:cubicBezTo>
                            <a:cubicBezTo>
                              <a:pt x="501085" y="145660"/>
                              <a:pt x="495751" y="152232"/>
                              <a:pt x="490322" y="158614"/>
                            </a:cubicBezTo>
                            <a:cubicBezTo>
                              <a:pt x="487274" y="162234"/>
                              <a:pt x="487750" y="167568"/>
                              <a:pt x="491274" y="170616"/>
                            </a:cubicBezTo>
                            <a:cubicBezTo>
                              <a:pt x="492893" y="172044"/>
                              <a:pt x="494894" y="172711"/>
                              <a:pt x="496894" y="172711"/>
                            </a:cubicBezTo>
                            <a:cubicBezTo>
                              <a:pt x="499275" y="172711"/>
                              <a:pt x="501657" y="171663"/>
                              <a:pt x="503371" y="169663"/>
                            </a:cubicBezTo>
                            <a:cubicBezTo>
                              <a:pt x="508991" y="163091"/>
                              <a:pt x="514515" y="156233"/>
                              <a:pt x="519659" y="149375"/>
                            </a:cubicBezTo>
                            <a:cubicBezTo>
                              <a:pt x="522516" y="145565"/>
                              <a:pt x="521850" y="140231"/>
                              <a:pt x="518040" y="137373"/>
                            </a:cubicBezTo>
                            <a:close/>
                            <a:moveTo>
                              <a:pt x="558044" y="71841"/>
                            </a:moveTo>
                            <a:cubicBezTo>
                              <a:pt x="553854" y="69651"/>
                              <a:pt x="548710" y="71270"/>
                              <a:pt x="546519" y="75461"/>
                            </a:cubicBezTo>
                            <a:cubicBezTo>
                              <a:pt x="542709" y="82795"/>
                              <a:pt x="538518" y="90129"/>
                              <a:pt x="534232" y="97368"/>
                            </a:cubicBezTo>
                            <a:cubicBezTo>
                              <a:pt x="531851" y="101369"/>
                              <a:pt x="533184" y="106608"/>
                              <a:pt x="537185" y="109084"/>
                            </a:cubicBezTo>
                            <a:cubicBezTo>
                              <a:pt x="538518" y="109846"/>
                              <a:pt x="540042" y="110322"/>
                              <a:pt x="541566" y="110322"/>
                            </a:cubicBezTo>
                            <a:cubicBezTo>
                              <a:pt x="544519" y="110322"/>
                              <a:pt x="547281" y="108798"/>
                              <a:pt x="548901" y="106131"/>
                            </a:cubicBezTo>
                            <a:cubicBezTo>
                              <a:pt x="553377" y="98607"/>
                              <a:pt x="557664" y="90987"/>
                              <a:pt x="561664" y="83367"/>
                            </a:cubicBezTo>
                            <a:cubicBezTo>
                              <a:pt x="563855" y="79176"/>
                              <a:pt x="562235" y="74032"/>
                              <a:pt x="558044" y="71841"/>
                            </a:cubicBezTo>
                            <a:close/>
                            <a:moveTo>
                              <a:pt x="586334" y="404"/>
                            </a:moveTo>
                            <a:cubicBezTo>
                              <a:pt x="581762" y="-1025"/>
                              <a:pt x="576999" y="1452"/>
                              <a:pt x="575571" y="6024"/>
                            </a:cubicBezTo>
                            <a:cubicBezTo>
                              <a:pt x="573094" y="13929"/>
                              <a:pt x="570237" y="21835"/>
                              <a:pt x="567284" y="29646"/>
                            </a:cubicBezTo>
                            <a:cubicBezTo>
                              <a:pt x="565569" y="34027"/>
                              <a:pt x="567760" y="38980"/>
                              <a:pt x="572142" y="40695"/>
                            </a:cubicBezTo>
                            <a:cubicBezTo>
                              <a:pt x="573189" y="41076"/>
                              <a:pt x="574142" y="41266"/>
                              <a:pt x="575190" y="41266"/>
                            </a:cubicBezTo>
                            <a:cubicBezTo>
                              <a:pt x="578618" y="41266"/>
                              <a:pt x="581857" y="39171"/>
                              <a:pt x="583191" y="35837"/>
                            </a:cubicBezTo>
                            <a:cubicBezTo>
                              <a:pt x="586334" y="27741"/>
                              <a:pt x="589191" y="19454"/>
                              <a:pt x="591858" y="11167"/>
                            </a:cubicBezTo>
                            <a:cubicBezTo>
                              <a:pt x="593287" y="6690"/>
                              <a:pt x="590810" y="1833"/>
                              <a:pt x="586334" y="404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124" name="AutoShape 124"/>
                      <p:cNvSpPr/>
                      <p:nvPr/>
                    </p:nvSpPr>
                    <p:spPr>
                      <a:xfrm>
                        <a:off x="1967092" y="4684082"/>
                        <a:ext cx="705987" cy="3973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05987" h="397314">
                            <a:moveTo>
                              <a:pt x="18203" y="356071"/>
                            </a:moveTo>
                            <a:cubicBezTo>
                              <a:pt x="13726" y="354642"/>
                              <a:pt x="8869" y="357119"/>
                              <a:pt x="7535" y="361595"/>
                            </a:cubicBezTo>
                            <a:cubicBezTo>
                              <a:pt x="4868" y="369882"/>
                              <a:pt x="2392" y="378264"/>
                              <a:pt x="296" y="386646"/>
                            </a:cubicBezTo>
                            <a:cubicBezTo>
                              <a:pt x="-942" y="391218"/>
                              <a:pt x="1820" y="395885"/>
                              <a:pt x="6392" y="397124"/>
                            </a:cubicBezTo>
                            <a:cubicBezTo>
                              <a:pt x="7059" y="397219"/>
                              <a:pt x="7821" y="397314"/>
                              <a:pt x="8488" y="397314"/>
                            </a:cubicBezTo>
                            <a:cubicBezTo>
                              <a:pt x="12298" y="397314"/>
                              <a:pt x="15822" y="394838"/>
                              <a:pt x="16774" y="390932"/>
                            </a:cubicBezTo>
                            <a:cubicBezTo>
                              <a:pt x="18870" y="382836"/>
                              <a:pt x="21251" y="374740"/>
                              <a:pt x="23728" y="366739"/>
                            </a:cubicBezTo>
                            <a:cubicBezTo>
                              <a:pt x="25156" y="362262"/>
                              <a:pt x="22680" y="357500"/>
                              <a:pt x="18203" y="356071"/>
                            </a:cubicBezTo>
                            <a:close/>
                            <a:moveTo>
                              <a:pt x="48207" y="285395"/>
                            </a:moveTo>
                            <a:cubicBezTo>
                              <a:pt x="44016" y="283300"/>
                              <a:pt x="38872" y="285014"/>
                              <a:pt x="36777" y="289205"/>
                            </a:cubicBezTo>
                            <a:cubicBezTo>
                              <a:pt x="32967" y="297016"/>
                              <a:pt x="29252" y="304922"/>
                              <a:pt x="25823" y="312827"/>
                            </a:cubicBezTo>
                            <a:cubicBezTo>
                              <a:pt x="23918" y="317209"/>
                              <a:pt x="25918" y="322162"/>
                              <a:pt x="30205" y="324067"/>
                            </a:cubicBezTo>
                            <a:cubicBezTo>
                              <a:pt x="31348" y="324543"/>
                              <a:pt x="32491" y="324829"/>
                              <a:pt x="33634" y="324829"/>
                            </a:cubicBezTo>
                            <a:cubicBezTo>
                              <a:pt x="36872" y="324829"/>
                              <a:pt x="40015" y="322829"/>
                              <a:pt x="41444" y="319685"/>
                            </a:cubicBezTo>
                            <a:cubicBezTo>
                              <a:pt x="44778" y="311970"/>
                              <a:pt x="48397" y="304255"/>
                              <a:pt x="52112" y="296825"/>
                            </a:cubicBezTo>
                            <a:cubicBezTo>
                              <a:pt x="54208" y="292634"/>
                              <a:pt x="52398" y="287491"/>
                              <a:pt x="48207" y="285395"/>
                            </a:cubicBezTo>
                            <a:close/>
                            <a:moveTo>
                              <a:pt x="88498" y="219958"/>
                            </a:moveTo>
                            <a:cubicBezTo>
                              <a:pt x="84592" y="217291"/>
                              <a:pt x="79258" y="218244"/>
                              <a:pt x="76591" y="222054"/>
                            </a:cubicBezTo>
                            <a:cubicBezTo>
                              <a:pt x="71638" y="229103"/>
                              <a:pt x="66781" y="236437"/>
                              <a:pt x="62209" y="243771"/>
                            </a:cubicBezTo>
                            <a:cubicBezTo>
                              <a:pt x="59732" y="247772"/>
                              <a:pt x="60875" y="253106"/>
                              <a:pt x="64876" y="255582"/>
                            </a:cubicBezTo>
                            <a:cubicBezTo>
                              <a:pt x="66304" y="256439"/>
                              <a:pt x="67924" y="256916"/>
                              <a:pt x="69448" y="256916"/>
                            </a:cubicBezTo>
                            <a:cubicBezTo>
                              <a:pt x="72305" y="256916"/>
                              <a:pt x="75067" y="255487"/>
                              <a:pt x="76687" y="252820"/>
                            </a:cubicBezTo>
                            <a:cubicBezTo>
                              <a:pt x="81163" y="245771"/>
                              <a:pt x="85735" y="238723"/>
                              <a:pt x="90593" y="231865"/>
                            </a:cubicBezTo>
                            <a:cubicBezTo>
                              <a:pt x="93260" y="227960"/>
                              <a:pt x="92308" y="222626"/>
                              <a:pt x="88498" y="219958"/>
                            </a:cubicBezTo>
                            <a:close/>
                            <a:moveTo>
                              <a:pt x="137837" y="161094"/>
                            </a:moveTo>
                            <a:cubicBezTo>
                              <a:pt x="134408" y="157856"/>
                              <a:pt x="128979" y="158046"/>
                              <a:pt x="125740" y="161475"/>
                            </a:cubicBezTo>
                            <a:cubicBezTo>
                              <a:pt x="119930" y="167762"/>
                              <a:pt x="114025" y="174239"/>
                              <a:pt x="108405" y="180906"/>
                            </a:cubicBezTo>
                            <a:cubicBezTo>
                              <a:pt x="105357" y="184430"/>
                              <a:pt x="105738" y="189860"/>
                              <a:pt x="109357" y="192908"/>
                            </a:cubicBezTo>
                            <a:cubicBezTo>
                              <a:pt x="110977" y="194337"/>
                              <a:pt x="112882" y="195003"/>
                              <a:pt x="114882" y="195003"/>
                            </a:cubicBezTo>
                            <a:cubicBezTo>
                              <a:pt x="117263" y="195003"/>
                              <a:pt x="119644" y="193955"/>
                              <a:pt x="121359" y="191955"/>
                            </a:cubicBezTo>
                            <a:cubicBezTo>
                              <a:pt x="126788" y="185573"/>
                              <a:pt x="132408" y="179287"/>
                              <a:pt x="138218" y="173191"/>
                            </a:cubicBezTo>
                            <a:cubicBezTo>
                              <a:pt x="141457" y="169762"/>
                              <a:pt x="141266" y="164333"/>
                              <a:pt x="137837" y="161094"/>
                            </a:cubicBezTo>
                            <a:close/>
                            <a:moveTo>
                              <a:pt x="195273" y="110231"/>
                            </a:moveTo>
                            <a:cubicBezTo>
                              <a:pt x="192415" y="106516"/>
                              <a:pt x="186986" y="105849"/>
                              <a:pt x="183367" y="108802"/>
                            </a:cubicBezTo>
                            <a:cubicBezTo>
                              <a:pt x="176509" y="114136"/>
                              <a:pt x="169746" y="119756"/>
                              <a:pt x="163269" y="125375"/>
                            </a:cubicBezTo>
                            <a:cubicBezTo>
                              <a:pt x="159745" y="128519"/>
                              <a:pt x="159364" y="133853"/>
                              <a:pt x="162412" y="137472"/>
                            </a:cubicBezTo>
                            <a:cubicBezTo>
                              <a:pt x="164126" y="139377"/>
                              <a:pt x="166507" y="140330"/>
                              <a:pt x="168889" y="140330"/>
                            </a:cubicBezTo>
                            <a:cubicBezTo>
                              <a:pt x="170889" y="140330"/>
                              <a:pt x="172889" y="139663"/>
                              <a:pt x="174508" y="138234"/>
                            </a:cubicBezTo>
                            <a:cubicBezTo>
                              <a:pt x="180795" y="132805"/>
                              <a:pt x="187272" y="127376"/>
                              <a:pt x="193844" y="122137"/>
                            </a:cubicBezTo>
                            <a:cubicBezTo>
                              <a:pt x="197559" y="119279"/>
                              <a:pt x="198226" y="113850"/>
                              <a:pt x="195273" y="110231"/>
                            </a:cubicBezTo>
                            <a:close/>
                            <a:moveTo>
                              <a:pt x="259757" y="68511"/>
                            </a:moveTo>
                            <a:cubicBezTo>
                              <a:pt x="257471" y="64320"/>
                              <a:pt x="252232" y="62891"/>
                              <a:pt x="248137" y="65273"/>
                            </a:cubicBezTo>
                            <a:cubicBezTo>
                              <a:pt x="242612" y="68321"/>
                              <a:pt x="237088" y="71654"/>
                              <a:pt x="231754" y="74893"/>
                            </a:cubicBezTo>
                            <a:cubicBezTo>
                              <a:pt x="229753" y="76131"/>
                              <a:pt x="227753" y="77370"/>
                              <a:pt x="225848" y="78608"/>
                            </a:cubicBezTo>
                            <a:cubicBezTo>
                              <a:pt x="221848" y="81179"/>
                              <a:pt x="220609" y="86418"/>
                              <a:pt x="223181" y="90419"/>
                            </a:cubicBezTo>
                            <a:cubicBezTo>
                              <a:pt x="224800" y="92990"/>
                              <a:pt x="227563" y="94419"/>
                              <a:pt x="230420" y="94419"/>
                            </a:cubicBezTo>
                            <a:cubicBezTo>
                              <a:pt x="231944" y="94419"/>
                              <a:pt x="233563" y="93943"/>
                              <a:pt x="234992" y="93086"/>
                            </a:cubicBezTo>
                            <a:cubicBezTo>
                              <a:pt x="235373" y="92895"/>
                              <a:pt x="235659" y="92609"/>
                              <a:pt x="236040" y="92419"/>
                            </a:cubicBezTo>
                            <a:cubicBezTo>
                              <a:pt x="242707" y="88133"/>
                              <a:pt x="249661" y="84037"/>
                              <a:pt x="256519" y="80132"/>
                            </a:cubicBezTo>
                            <a:cubicBezTo>
                              <a:pt x="260614" y="77750"/>
                              <a:pt x="262138" y="72607"/>
                              <a:pt x="259757" y="68511"/>
                            </a:cubicBezTo>
                            <a:close/>
                            <a:moveTo>
                              <a:pt x="329956" y="37269"/>
                            </a:moveTo>
                            <a:cubicBezTo>
                              <a:pt x="328337" y="32888"/>
                              <a:pt x="323384" y="30697"/>
                              <a:pt x="319003" y="32316"/>
                            </a:cubicBezTo>
                            <a:cubicBezTo>
                              <a:pt x="310906" y="35269"/>
                              <a:pt x="302810" y="38603"/>
                              <a:pt x="294809" y="42032"/>
                            </a:cubicBezTo>
                            <a:cubicBezTo>
                              <a:pt x="290523" y="43937"/>
                              <a:pt x="288523" y="48890"/>
                              <a:pt x="290332" y="53271"/>
                            </a:cubicBezTo>
                            <a:cubicBezTo>
                              <a:pt x="291761" y="56510"/>
                              <a:pt x="294904" y="58415"/>
                              <a:pt x="298238" y="58415"/>
                            </a:cubicBezTo>
                            <a:cubicBezTo>
                              <a:pt x="299381" y="58415"/>
                              <a:pt x="300524" y="58129"/>
                              <a:pt x="301572" y="57653"/>
                            </a:cubicBezTo>
                            <a:cubicBezTo>
                              <a:pt x="309287" y="54319"/>
                              <a:pt x="317193" y="51176"/>
                              <a:pt x="324908" y="48318"/>
                            </a:cubicBezTo>
                            <a:cubicBezTo>
                              <a:pt x="329385" y="46699"/>
                              <a:pt x="331576" y="41746"/>
                              <a:pt x="329956" y="37269"/>
                            </a:cubicBezTo>
                            <a:close/>
                            <a:moveTo>
                              <a:pt x="700669" y="38603"/>
                            </a:moveTo>
                            <a:cubicBezTo>
                              <a:pt x="692764" y="35269"/>
                              <a:pt x="684572" y="32126"/>
                              <a:pt x="676381" y="29173"/>
                            </a:cubicBezTo>
                            <a:cubicBezTo>
                              <a:pt x="671904" y="27649"/>
                              <a:pt x="667046" y="29935"/>
                              <a:pt x="665522" y="34412"/>
                            </a:cubicBezTo>
                            <a:cubicBezTo>
                              <a:pt x="663903" y="38888"/>
                              <a:pt x="666189" y="43746"/>
                              <a:pt x="670666" y="45270"/>
                            </a:cubicBezTo>
                            <a:cubicBezTo>
                              <a:pt x="678667" y="48128"/>
                              <a:pt x="686572" y="51176"/>
                              <a:pt x="694192" y="54319"/>
                            </a:cubicBezTo>
                            <a:cubicBezTo>
                              <a:pt x="695240" y="54795"/>
                              <a:pt x="696383" y="54986"/>
                              <a:pt x="697431" y="54986"/>
                            </a:cubicBezTo>
                            <a:cubicBezTo>
                              <a:pt x="700765" y="54986"/>
                              <a:pt x="704003" y="52985"/>
                              <a:pt x="705337" y="49747"/>
                            </a:cubicBezTo>
                            <a:cubicBezTo>
                              <a:pt x="707146" y="45365"/>
                              <a:pt x="705051" y="40317"/>
                              <a:pt x="700669" y="38603"/>
                            </a:cubicBezTo>
                            <a:close/>
                            <a:moveTo>
                              <a:pt x="404156" y="17266"/>
                            </a:moveTo>
                            <a:cubicBezTo>
                              <a:pt x="403108" y="12695"/>
                              <a:pt x="398632" y="9742"/>
                              <a:pt x="393964" y="10695"/>
                            </a:cubicBezTo>
                            <a:cubicBezTo>
                              <a:pt x="385487" y="12409"/>
                              <a:pt x="376915" y="14409"/>
                              <a:pt x="368628" y="16600"/>
                            </a:cubicBezTo>
                            <a:cubicBezTo>
                              <a:pt x="364056" y="17838"/>
                              <a:pt x="361389" y="22505"/>
                              <a:pt x="362532" y="27077"/>
                            </a:cubicBezTo>
                            <a:cubicBezTo>
                              <a:pt x="363580" y="30887"/>
                              <a:pt x="367009" y="33459"/>
                              <a:pt x="370819" y="33459"/>
                            </a:cubicBezTo>
                            <a:cubicBezTo>
                              <a:pt x="371485" y="33459"/>
                              <a:pt x="372247" y="33364"/>
                              <a:pt x="373009" y="33173"/>
                            </a:cubicBezTo>
                            <a:cubicBezTo>
                              <a:pt x="381010" y="31078"/>
                              <a:pt x="389202" y="29078"/>
                              <a:pt x="397489" y="27363"/>
                            </a:cubicBezTo>
                            <a:cubicBezTo>
                              <a:pt x="402061" y="26411"/>
                              <a:pt x="405109" y="21934"/>
                              <a:pt x="404156" y="17266"/>
                            </a:cubicBezTo>
                            <a:close/>
                            <a:moveTo>
                              <a:pt x="626470" y="14314"/>
                            </a:moveTo>
                            <a:cubicBezTo>
                              <a:pt x="618088" y="12314"/>
                              <a:pt x="609515" y="10504"/>
                              <a:pt x="600943" y="8885"/>
                            </a:cubicBezTo>
                            <a:cubicBezTo>
                              <a:pt x="596275" y="7932"/>
                              <a:pt x="591894" y="10980"/>
                              <a:pt x="591037" y="15647"/>
                            </a:cubicBezTo>
                            <a:cubicBezTo>
                              <a:pt x="590084" y="20315"/>
                              <a:pt x="593132" y="24791"/>
                              <a:pt x="597799" y="25649"/>
                            </a:cubicBezTo>
                            <a:cubicBezTo>
                              <a:pt x="605991" y="27173"/>
                              <a:pt x="614278" y="28982"/>
                              <a:pt x="622374" y="30983"/>
                            </a:cubicBezTo>
                            <a:cubicBezTo>
                              <a:pt x="623136" y="31078"/>
                              <a:pt x="623803" y="31173"/>
                              <a:pt x="624469" y="31173"/>
                            </a:cubicBezTo>
                            <a:cubicBezTo>
                              <a:pt x="628279" y="31173"/>
                              <a:pt x="631804" y="28601"/>
                              <a:pt x="632756" y="24696"/>
                            </a:cubicBezTo>
                            <a:cubicBezTo>
                              <a:pt x="633804" y="20124"/>
                              <a:pt x="631042" y="15457"/>
                              <a:pt x="626470" y="14314"/>
                            </a:cubicBezTo>
                            <a:close/>
                            <a:moveTo>
                              <a:pt x="471403" y="503"/>
                            </a:moveTo>
                            <a:cubicBezTo>
                              <a:pt x="462735" y="979"/>
                              <a:pt x="453972" y="1646"/>
                              <a:pt x="445399" y="2598"/>
                            </a:cubicBezTo>
                            <a:cubicBezTo>
                              <a:pt x="440732" y="3074"/>
                              <a:pt x="437398" y="7361"/>
                              <a:pt x="437875" y="12028"/>
                            </a:cubicBezTo>
                            <a:cubicBezTo>
                              <a:pt x="438351" y="16409"/>
                              <a:pt x="442066" y="19648"/>
                              <a:pt x="446352" y="19648"/>
                            </a:cubicBezTo>
                            <a:cubicBezTo>
                              <a:pt x="446638" y="19648"/>
                              <a:pt x="446923" y="19648"/>
                              <a:pt x="447304" y="19648"/>
                            </a:cubicBezTo>
                            <a:cubicBezTo>
                              <a:pt x="455591" y="18791"/>
                              <a:pt x="463973" y="18124"/>
                              <a:pt x="472355" y="17648"/>
                            </a:cubicBezTo>
                            <a:cubicBezTo>
                              <a:pt x="477118" y="17362"/>
                              <a:pt x="480642" y="13266"/>
                              <a:pt x="480451" y="8599"/>
                            </a:cubicBezTo>
                            <a:cubicBezTo>
                              <a:pt x="480166" y="3836"/>
                              <a:pt x="476070" y="217"/>
                              <a:pt x="471403" y="598"/>
                            </a:cubicBezTo>
                            <a:close/>
                            <a:moveTo>
                              <a:pt x="549412" y="1646"/>
                            </a:moveTo>
                            <a:cubicBezTo>
                              <a:pt x="540745" y="883"/>
                              <a:pt x="532077" y="312"/>
                              <a:pt x="523409" y="26"/>
                            </a:cubicBezTo>
                            <a:cubicBezTo>
                              <a:pt x="518837" y="-355"/>
                              <a:pt x="514741" y="3455"/>
                              <a:pt x="514551" y="8218"/>
                            </a:cubicBezTo>
                            <a:cubicBezTo>
                              <a:pt x="514360" y="12885"/>
                              <a:pt x="518075" y="16886"/>
                              <a:pt x="522742" y="17076"/>
                            </a:cubicBezTo>
                            <a:cubicBezTo>
                              <a:pt x="531124" y="17457"/>
                              <a:pt x="539506" y="17933"/>
                              <a:pt x="547888" y="18695"/>
                            </a:cubicBezTo>
                            <a:lnTo>
                              <a:pt x="548650" y="18695"/>
                            </a:lnTo>
                            <a:cubicBezTo>
                              <a:pt x="553032" y="18695"/>
                              <a:pt x="556747" y="15362"/>
                              <a:pt x="557128" y="10980"/>
                            </a:cubicBezTo>
                            <a:cubicBezTo>
                              <a:pt x="557604" y="6218"/>
                              <a:pt x="554080" y="2122"/>
                              <a:pt x="549412" y="1646"/>
                            </a:cubicBezTo>
                            <a:close/>
                          </a:path>
                        </a:pathLst>
                      </a:custGeom>
                      <a:solidFill>
                        <a:srgbClr val="000000">
                          <a:alpha val="10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</p:grpSp>
            </p:grpSp>
            <p:grpSp>
              <p:nvGrpSpPr>
                <p:cNvPr id="125" name="Group 125"/>
                <p:cNvGrpSpPr/>
                <p:nvPr/>
              </p:nvGrpSpPr>
              <p:grpSpPr>
                <a:xfrm>
                  <a:off x="8288108" y="1202548"/>
                  <a:ext cx="3528806" cy="4697746"/>
                  <a:chOff x="7138168" y="-224971"/>
                  <a:chExt cx="4689654" cy="6243131"/>
                </a:xfrm>
              </p:grpSpPr>
              <p:sp>
                <p:nvSpPr>
                  <p:cNvPr id="126" name="AutoShape 126"/>
                  <p:cNvSpPr/>
                  <p:nvPr/>
                </p:nvSpPr>
                <p:spPr>
                  <a:xfrm>
                    <a:off x="8972904" y="1364870"/>
                    <a:ext cx="2812832" cy="27442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35567" h="2571311">
                        <a:moveTo>
                          <a:pt x="2635568" y="1285655"/>
                        </a:moveTo>
                        <a:cubicBezTo>
                          <a:pt x="2635568" y="1374047"/>
                          <a:pt x="2306289" y="1424339"/>
                          <a:pt x="2287429" y="1507112"/>
                        </a:cubicBezTo>
                        <a:cubicBezTo>
                          <a:pt x="2267998" y="1592551"/>
                          <a:pt x="2542413" y="1780479"/>
                          <a:pt x="2505265" y="1857537"/>
                        </a:cubicBezTo>
                        <a:cubicBezTo>
                          <a:pt x="2467451" y="1935927"/>
                          <a:pt x="2149127" y="1838201"/>
                          <a:pt x="2095310" y="1905447"/>
                        </a:cubicBezTo>
                        <a:cubicBezTo>
                          <a:pt x="2041303" y="1973075"/>
                          <a:pt x="2207133" y="2261778"/>
                          <a:pt x="2139506" y="2315784"/>
                        </a:cubicBezTo>
                        <a:cubicBezTo>
                          <a:pt x="2072164" y="2369505"/>
                          <a:pt x="1827562" y="2143953"/>
                          <a:pt x="1749266" y="2181672"/>
                        </a:cubicBezTo>
                        <a:cubicBezTo>
                          <a:pt x="1672209" y="2218820"/>
                          <a:pt x="1696403" y="2551052"/>
                          <a:pt x="1610964" y="2570483"/>
                        </a:cubicBezTo>
                        <a:cubicBezTo>
                          <a:pt x="1528191" y="2589247"/>
                          <a:pt x="1406272" y="2279875"/>
                          <a:pt x="1317784" y="2279875"/>
                        </a:cubicBezTo>
                        <a:cubicBezTo>
                          <a:pt x="1229297" y="2279875"/>
                          <a:pt x="1107377" y="2589342"/>
                          <a:pt x="1024604" y="2570483"/>
                        </a:cubicBezTo>
                        <a:cubicBezTo>
                          <a:pt x="939165" y="2551052"/>
                          <a:pt x="963454" y="2218820"/>
                          <a:pt x="886301" y="2181672"/>
                        </a:cubicBezTo>
                        <a:cubicBezTo>
                          <a:pt x="807911" y="2143858"/>
                          <a:pt x="563309" y="2369505"/>
                          <a:pt x="496062" y="2315784"/>
                        </a:cubicBezTo>
                        <a:cubicBezTo>
                          <a:pt x="428435" y="2261778"/>
                          <a:pt x="594265" y="1973075"/>
                          <a:pt x="540258" y="1905447"/>
                        </a:cubicBezTo>
                        <a:cubicBezTo>
                          <a:pt x="486537" y="1838105"/>
                          <a:pt x="168116" y="1935832"/>
                          <a:pt x="130302" y="1857537"/>
                        </a:cubicBezTo>
                        <a:cubicBezTo>
                          <a:pt x="93155" y="1780479"/>
                          <a:pt x="367570" y="1592551"/>
                          <a:pt x="348139" y="1507112"/>
                        </a:cubicBezTo>
                        <a:cubicBezTo>
                          <a:pt x="329375" y="1424339"/>
                          <a:pt x="0" y="1374047"/>
                          <a:pt x="0" y="1285655"/>
                        </a:cubicBezTo>
                        <a:cubicBezTo>
                          <a:pt x="0" y="1197263"/>
                          <a:pt x="329279" y="1146971"/>
                          <a:pt x="348139" y="1064199"/>
                        </a:cubicBezTo>
                        <a:cubicBezTo>
                          <a:pt x="367570" y="978760"/>
                          <a:pt x="93155" y="790832"/>
                          <a:pt x="130302" y="713774"/>
                        </a:cubicBezTo>
                        <a:cubicBezTo>
                          <a:pt x="168116" y="635384"/>
                          <a:pt x="486442" y="733110"/>
                          <a:pt x="540258" y="665864"/>
                        </a:cubicBezTo>
                        <a:cubicBezTo>
                          <a:pt x="594265" y="598236"/>
                          <a:pt x="428435" y="309533"/>
                          <a:pt x="496062" y="255527"/>
                        </a:cubicBezTo>
                        <a:cubicBezTo>
                          <a:pt x="563404" y="201806"/>
                          <a:pt x="808006" y="427358"/>
                          <a:pt x="886301" y="389639"/>
                        </a:cubicBezTo>
                        <a:cubicBezTo>
                          <a:pt x="963359" y="352491"/>
                          <a:pt x="939165" y="20259"/>
                          <a:pt x="1024604" y="828"/>
                        </a:cubicBezTo>
                        <a:cubicBezTo>
                          <a:pt x="1107377" y="-17936"/>
                          <a:pt x="1229297" y="291436"/>
                          <a:pt x="1317784" y="291436"/>
                        </a:cubicBezTo>
                        <a:cubicBezTo>
                          <a:pt x="1406272" y="291436"/>
                          <a:pt x="1528191" y="-18031"/>
                          <a:pt x="1610964" y="828"/>
                        </a:cubicBezTo>
                        <a:cubicBezTo>
                          <a:pt x="1696403" y="20259"/>
                          <a:pt x="1672114" y="352491"/>
                          <a:pt x="1749266" y="389639"/>
                        </a:cubicBezTo>
                        <a:cubicBezTo>
                          <a:pt x="1827658" y="427453"/>
                          <a:pt x="2072259" y="201806"/>
                          <a:pt x="2139506" y="255527"/>
                        </a:cubicBezTo>
                        <a:cubicBezTo>
                          <a:pt x="2207133" y="309533"/>
                          <a:pt x="2041303" y="598236"/>
                          <a:pt x="2095310" y="665864"/>
                        </a:cubicBezTo>
                        <a:cubicBezTo>
                          <a:pt x="2149031" y="733206"/>
                          <a:pt x="2467451" y="635479"/>
                          <a:pt x="2505265" y="713774"/>
                        </a:cubicBezTo>
                        <a:cubicBezTo>
                          <a:pt x="2542413" y="790832"/>
                          <a:pt x="2267998" y="978760"/>
                          <a:pt x="2287429" y="1064199"/>
                        </a:cubicBezTo>
                        <a:cubicBezTo>
                          <a:pt x="2306194" y="1146971"/>
                          <a:pt x="2635568" y="1197263"/>
                          <a:pt x="2635568" y="1285655"/>
                        </a:cubicBezTo>
                        <a:close/>
                      </a:path>
                    </a:pathLst>
                  </a:custGeom>
                  <a:solidFill>
                    <a:srgbClr val="FFD05C">
                      <a:alpha val="100000"/>
                      <a:lumMod val="20000"/>
                      <a:lumOff val="8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27" name="Group 127"/>
                  <p:cNvGrpSpPr/>
                  <p:nvPr/>
                </p:nvGrpSpPr>
                <p:grpSpPr>
                  <a:xfrm>
                    <a:off x="8378026" y="557310"/>
                    <a:ext cx="3449796" cy="5068253"/>
                    <a:chOff x="8231042" y="960337"/>
                    <a:chExt cx="3232390" cy="4748852"/>
                  </a:xfrm>
                </p:grpSpPr>
                <p:grpSp>
                  <p:nvGrpSpPr>
                    <p:cNvPr id="128" name="Group 128"/>
                    <p:cNvGrpSpPr/>
                    <p:nvPr/>
                  </p:nvGrpSpPr>
                  <p:grpSpPr>
                    <a:xfrm>
                      <a:off x="8231042" y="960337"/>
                      <a:ext cx="3172180" cy="4748852"/>
                      <a:chOff x="8231042" y="960337"/>
                      <a:chExt cx="3172180" cy="4748852"/>
                    </a:xfrm>
                  </p:grpSpPr>
                  <p:grpSp>
                    <p:nvGrpSpPr>
                      <p:cNvPr id="129" name="Group 129"/>
                      <p:cNvGrpSpPr/>
                      <p:nvPr/>
                    </p:nvGrpSpPr>
                    <p:grpSpPr>
                      <a:xfrm>
                        <a:off x="10574885" y="3680443"/>
                        <a:ext cx="828337" cy="1064552"/>
                        <a:chOff x="10574885" y="3680443"/>
                        <a:chExt cx="828337" cy="1064552"/>
                      </a:xfrm>
                    </p:grpSpPr>
                    <p:sp>
                      <p:nvSpPr>
                        <p:cNvPr id="130" name="AutoShape 130"/>
                        <p:cNvSpPr/>
                        <p:nvPr/>
                      </p:nvSpPr>
                      <p:spPr>
                        <a:xfrm>
                          <a:off x="10574885" y="3680443"/>
                          <a:ext cx="828337" cy="91241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28337" h="912416">
                              <a:moveTo>
                                <a:pt x="500022" y="912417"/>
                              </a:moveTo>
                              <a:lnTo>
                                <a:pt x="155979" y="831550"/>
                              </a:lnTo>
                              <a:lnTo>
                                <a:pt x="128261" y="644478"/>
                              </a:lnTo>
                              <a:cubicBezTo>
                                <a:pt x="128261" y="644478"/>
                                <a:pt x="-57761" y="508843"/>
                                <a:pt x="18248" y="289958"/>
                              </a:cubicBezTo>
                              <a:cubicBezTo>
                                <a:pt x="100067" y="54405"/>
                                <a:pt x="309617" y="-28653"/>
                                <a:pt x="532884" y="8494"/>
                              </a:cubicBezTo>
                              <a:cubicBezTo>
                                <a:pt x="769103" y="47833"/>
                                <a:pt x="858925" y="307770"/>
                                <a:pt x="819300" y="487983"/>
                              </a:cubicBezTo>
                              <a:cubicBezTo>
                                <a:pt x="782820" y="654099"/>
                                <a:pt x="572793" y="745825"/>
                                <a:pt x="572793" y="745825"/>
                              </a:cubicBezTo>
                              <a:lnTo>
                                <a:pt x="500022" y="91232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1" name="AutoShape 131"/>
                        <p:cNvSpPr/>
                        <p:nvPr/>
                      </p:nvSpPr>
                      <p:spPr>
                        <a:xfrm>
                          <a:off x="10847148" y="3986512"/>
                          <a:ext cx="323628" cy="47633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23628" h="476330">
                              <a:moveTo>
                                <a:pt x="300435" y="133335"/>
                              </a:moveTo>
                              <a:cubicBezTo>
                                <a:pt x="286624" y="131526"/>
                                <a:pt x="275861" y="141813"/>
                                <a:pt x="267860" y="150957"/>
                              </a:cubicBezTo>
                              <a:cubicBezTo>
                                <a:pt x="234712" y="189057"/>
                                <a:pt x="204614" y="230300"/>
                                <a:pt x="178134" y="273734"/>
                              </a:cubicBezTo>
                              <a:cubicBezTo>
                                <a:pt x="169657" y="270876"/>
                                <a:pt x="161847" y="266114"/>
                                <a:pt x="155655" y="259256"/>
                              </a:cubicBezTo>
                              <a:cubicBezTo>
                                <a:pt x="147749" y="250493"/>
                                <a:pt x="142606" y="238491"/>
                                <a:pt x="140605" y="224680"/>
                              </a:cubicBezTo>
                              <a:cubicBezTo>
                                <a:pt x="140796" y="224394"/>
                                <a:pt x="141082" y="224109"/>
                                <a:pt x="141273" y="223918"/>
                              </a:cubicBezTo>
                              <a:cubicBezTo>
                                <a:pt x="183183" y="175912"/>
                                <a:pt x="204614" y="112952"/>
                                <a:pt x="223569" y="57421"/>
                              </a:cubicBezTo>
                              <a:cubicBezTo>
                                <a:pt x="226521" y="48658"/>
                                <a:pt x="229950" y="38657"/>
                                <a:pt x="229188" y="28084"/>
                              </a:cubicBezTo>
                              <a:cubicBezTo>
                                <a:pt x="228427" y="17321"/>
                                <a:pt x="222235" y="4843"/>
                                <a:pt x="210043" y="1033"/>
                              </a:cubicBezTo>
                              <a:cubicBezTo>
                                <a:pt x="197755" y="-2682"/>
                                <a:pt x="185469" y="4176"/>
                                <a:pt x="178800" y="12749"/>
                              </a:cubicBezTo>
                              <a:cubicBezTo>
                                <a:pt x="172229" y="21131"/>
                                <a:pt x="169562" y="31418"/>
                                <a:pt x="167085" y="40467"/>
                              </a:cubicBezTo>
                              <a:lnTo>
                                <a:pt x="137367" y="152004"/>
                              </a:lnTo>
                              <a:cubicBezTo>
                                <a:pt x="132318" y="170673"/>
                                <a:pt x="127176" y="189914"/>
                                <a:pt x="126985" y="210011"/>
                              </a:cubicBezTo>
                              <a:cubicBezTo>
                                <a:pt x="126890" y="213536"/>
                                <a:pt x="126985" y="216965"/>
                                <a:pt x="127271" y="220299"/>
                              </a:cubicBezTo>
                              <a:cubicBezTo>
                                <a:pt x="114602" y="233538"/>
                                <a:pt x="103077" y="239730"/>
                                <a:pt x="91362" y="239063"/>
                              </a:cubicBezTo>
                              <a:cubicBezTo>
                                <a:pt x="84313" y="238682"/>
                                <a:pt x="77265" y="235634"/>
                                <a:pt x="70026" y="229919"/>
                              </a:cubicBezTo>
                              <a:cubicBezTo>
                                <a:pt x="70883" y="221061"/>
                                <a:pt x="71549" y="212012"/>
                                <a:pt x="72121" y="203058"/>
                              </a:cubicBezTo>
                              <a:cubicBezTo>
                                <a:pt x="74884" y="157338"/>
                                <a:pt x="74216" y="104665"/>
                                <a:pt x="48213" y="61136"/>
                              </a:cubicBezTo>
                              <a:cubicBezTo>
                                <a:pt x="46689" y="58564"/>
                                <a:pt x="44975" y="56183"/>
                                <a:pt x="42974" y="53992"/>
                              </a:cubicBezTo>
                              <a:lnTo>
                                <a:pt x="42974" y="53992"/>
                              </a:lnTo>
                              <a:cubicBezTo>
                                <a:pt x="35069" y="44943"/>
                                <a:pt x="24019" y="39419"/>
                                <a:pt x="13828" y="44943"/>
                              </a:cubicBezTo>
                              <a:cubicBezTo>
                                <a:pt x="13161" y="45324"/>
                                <a:pt x="12590" y="45705"/>
                                <a:pt x="12018" y="46182"/>
                              </a:cubicBezTo>
                              <a:cubicBezTo>
                                <a:pt x="4684" y="51230"/>
                                <a:pt x="2588" y="60564"/>
                                <a:pt x="1731" y="67327"/>
                              </a:cubicBezTo>
                              <a:cubicBezTo>
                                <a:pt x="-5699" y="122763"/>
                                <a:pt x="11065" y="181436"/>
                                <a:pt x="46689" y="224490"/>
                              </a:cubicBezTo>
                              <a:cubicBezTo>
                                <a:pt x="50023" y="228585"/>
                                <a:pt x="53357" y="232110"/>
                                <a:pt x="56690" y="235253"/>
                              </a:cubicBezTo>
                              <a:cubicBezTo>
                                <a:pt x="50308" y="300594"/>
                                <a:pt x="36879" y="365078"/>
                                <a:pt x="16495" y="427467"/>
                              </a:cubicBezTo>
                              <a:cubicBezTo>
                                <a:pt x="14590" y="433182"/>
                                <a:pt x="12685" y="438897"/>
                                <a:pt x="10685" y="444612"/>
                              </a:cubicBezTo>
                              <a:cubicBezTo>
                                <a:pt x="9542" y="447946"/>
                                <a:pt x="11256" y="451566"/>
                                <a:pt x="14590" y="452709"/>
                              </a:cubicBezTo>
                              <a:cubicBezTo>
                                <a:pt x="17923" y="453852"/>
                                <a:pt x="21543" y="452137"/>
                                <a:pt x="22686" y="448803"/>
                              </a:cubicBezTo>
                              <a:cubicBezTo>
                                <a:pt x="24782" y="442898"/>
                                <a:pt x="26782" y="436897"/>
                                <a:pt x="28592" y="430896"/>
                              </a:cubicBezTo>
                              <a:cubicBezTo>
                                <a:pt x="48404" y="370317"/>
                                <a:pt x="61834" y="307833"/>
                                <a:pt x="68597" y="244492"/>
                              </a:cubicBezTo>
                              <a:cubicBezTo>
                                <a:pt x="75836" y="248969"/>
                                <a:pt x="83170" y="251350"/>
                                <a:pt x="90694" y="251731"/>
                              </a:cubicBezTo>
                              <a:cubicBezTo>
                                <a:pt x="103839" y="252398"/>
                                <a:pt x="116698" y="247159"/>
                                <a:pt x="129748" y="235539"/>
                              </a:cubicBezTo>
                              <a:cubicBezTo>
                                <a:pt x="132890" y="248111"/>
                                <a:pt x="138415" y="259161"/>
                                <a:pt x="146226" y="267733"/>
                              </a:cubicBezTo>
                              <a:cubicBezTo>
                                <a:pt x="153465" y="275734"/>
                                <a:pt x="162036" y="281354"/>
                                <a:pt x="171372" y="284973"/>
                              </a:cubicBezTo>
                              <a:cubicBezTo>
                                <a:pt x="140416" y="337361"/>
                                <a:pt x="114697" y="392892"/>
                                <a:pt x="94981" y="450042"/>
                              </a:cubicBezTo>
                              <a:cubicBezTo>
                                <a:pt x="92791" y="456042"/>
                                <a:pt x="90790" y="462043"/>
                                <a:pt x="88885" y="468044"/>
                              </a:cubicBezTo>
                              <a:cubicBezTo>
                                <a:pt x="87837" y="471377"/>
                                <a:pt x="89647" y="474997"/>
                                <a:pt x="92980" y="476045"/>
                              </a:cubicBezTo>
                              <a:cubicBezTo>
                                <a:pt x="93648" y="476235"/>
                                <a:pt x="94314" y="476331"/>
                                <a:pt x="94981" y="476331"/>
                              </a:cubicBezTo>
                              <a:cubicBezTo>
                                <a:pt x="97648" y="476331"/>
                                <a:pt x="100124" y="474616"/>
                                <a:pt x="100982" y="471949"/>
                              </a:cubicBezTo>
                              <a:cubicBezTo>
                                <a:pt x="102982" y="465758"/>
                                <a:pt x="104982" y="459662"/>
                                <a:pt x="107268" y="453566"/>
                              </a:cubicBezTo>
                              <a:cubicBezTo>
                                <a:pt x="126985" y="396321"/>
                                <a:pt x="152893" y="340885"/>
                                <a:pt x="184040" y="288593"/>
                              </a:cubicBezTo>
                              <a:cubicBezTo>
                                <a:pt x="206423" y="292879"/>
                                <a:pt x="230808" y="287355"/>
                                <a:pt x="249000" y="276306"/>
                              </a:cubicBezTo>
                              <a:cubicBezTo>
                                <a:pt x="281576" y="256684"/>
                                <a:pt x="301198" y="222108"/>
                                <a:pt x="314722" y="194105"/>
                              </a:cubicBezTo>
                              <a:cubicBezTo>
                                <a:pt x="319485" y="184103"/>
                                <a:pt x="324152" y="173340"/>
                                <a:pt x="323581" y="161625"/>
                              </a:cubicBezTo>
                              <a:cubicBezTo>
                                <a:pt x="322914" y="149242"/>
                                <a:pt x="314627" y="135145"/>
                                <a:pt x="300435" y="133335"/>
                              </a:cubicBezTo>
                              <a:close/>
                              <a:moveTo>
                                <a:pt x="59358" y="202296"/>
                              </a:moveTo>
                              <a:cubicBezTo>
                                <a:pt x="58976" y="207726"/>
                                <a:pt x="58690" y="213060"/>
                                <a:pt x="58215" y="218394"/>
                              </a:cubicBezTo>
                              <a:cubicBezTo>
                                <a:pt x="57643" y="217727"/>
                                <a:pt x="57072" y="217060"/>
                                <a:pt x="56500" y="216393"/>
                              </a:cubicBezTo>
                              <a:cubicBezTo>
                                <a:pt x="23162" y="176007"/>
                                <a:pt x="7350" y="120953"/>
                                <a:pt x="14399" y="69042"/>
                              </a:cubicBezTo>
                              <a:cubicBezTo>
                                <a:pt x="14971" y="64469"/>
                                <a:pt x="16209" y="58183"/>
                                <a:pt x="19829" y="56183"/>
                              </a:cubicBezTo>
                              <a:cubicBezTo>
                                <a:pt x="20686" y="55707"/>
                                <a:pt x="21543" y="55516"/>
                                <a:pt x="22496" y="55516"/>
                              </a:cubicBezTo>
                              <a:cubicBezTo>
                                <a:pt x="27639" y="55516"/>
                                <a:pt x="33926" y="62088"/>
                                <a:pt x="37259" y="67708"/>
                              </a:cubicBezTo>
                              <a:cubicBezTo>
                                <a:pt x="61453" y="108189"/>
                                <a:pt x="62024" y="158481"/>
                                <a:pt x="59358" y="202296"/>
                              </a:cubicBezTo>
                              <a:close/>
                              <a:moveTo>
                                <a:pt x="149655" y="155243"/>
                              </a:moveTo>
                              <a:lnTo>
                                <a:pt x="179373" y="43705"/>
                              </a:lnTo>
                              <a:cubicBezTo>
                                <a:pt x="181658" y="35418"/>
                                <a:pt x="183944" y="26941"/>
                                <a:pt x="188898" y="20559"/>
                              </a:cubicBezTo>
                              <a:cubicBezTo>
                                <a:pt x="192136" y="16368"/>
                                <a:pt x="197755" y="12749"/>
                                <a:pt x="203090" y="12749"/>
                              </a:cubicBezTo>
                              <a:cubicBezTo>
                                <a:pt x="204137" y="12749"/>
                                <a:pt x="205185" y="12939"/>
                                <a:pt x="206233" y="13225"/>
                              </a:cubicBezTo>
                              <a:cubicBezTo>
                                <a:pt x="212710" y="15225"/>
                                <a:pt x="216044" y="22750"/>
                                <a:pt x="216520" y="28941"/>
                              </a:cubicBezTo>
                              <a:cubicBezTo>
                                <a:pt x="217091" y="37038"/>
                                <a:pt x="214234" y="45324"/>
                                <a:pt x="211472" y="53325"/>
                              </a:cubicBezTo>
                              <a:cubicBezTo>
                                <a:pt x="194231" y="103998"/>
                                <a:pt x="174801" y="160863"/>
                                <a:pt x="139844" y="205630"/>
                              </a:cubicBezTo>
                              <a:cubicBezTo>
                                <a:pt x="140700" y="188676"/>
                                <a:pt x="145273" y="171721"/>
                                <a:pt x="149655" y="155243"/>
                              </a:cubicBezTo>
                              <a:close/>
                              <a:moveTo>
                                <a:pt x="303198" y="188580"/>
                              </a:moveTo>
                              <a:cubicBezTo>
                                <a:pt x="290434" y="214965"/>
                                <a:pt x="272051" y="247540"/>
                                <a:pt x="242428" y="265447"/>
                              </a:cubicBezTo>
                              <a:cubicBezTo>
                                <a:pt x="227854" y="274210"/>
                                <a:pt x="208900" y="278687"/>
                                <a:pt x="191279" y="276591"/>
                              </a:cubicBezTo>
                              <a:cubicBezTo>
                                <a:pt x="216805" y="235158"/>
                                <a:pt x="245666" y="195819"/>
                                <a:pt x="277479" y="159339"/>
                              </a:cubicBezTo>
                              <a:cubicBezTo>
                                <a:pt x="283671" y="152195"/>
                                <a:pt x="291005" y="144956"/>
                                <a:pt x="298721" y="145908"/>
                              </a:cubicBezTo>
                              <a:cubicBezTo>
                                <a:pt x="305769" y="146861"/>
                                <a:pt x="310532" y="155148"/>
                                <a:pt x="310817" y="162196"/>
                              </a:cubicBezTo>
                              <a:cubicBezTo>
                                <a:pt x="311294" y="170959"/>
                                <a:pt x="307293" y="180008"/>
                                <a:pt x="303198" y="18858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2" name="AutoShape 132"/>
                        <p:cNvSpPr/>
                        <p:nvPr/>
                      </p:nvSpPr>
                      <p:spPr>
                        <a:xfrm>
                          <a:off x="10764869" y="4673346"/>
                          <a:ext cx="150018" cy="7164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0018" h="71649">
                              <a:moveTo>
                                <a:pt x="0" y="0"/>
                              </a:moveTo>
                              <a:lnTo>
                                <a:pt x="26574" y="42291"/>
                              </a:lnTo>
                              <a:cubicBezTo>
                                <a:pt x="30575" y="48577"/>
                                <a:pt x="36576" y="53340"/>
                                <a:pt x="43624" y="55721"/>
                              </a:cubicBezTo>
                              <a:lnTo>
                                <a:pt x="86487" y="70009"/>
                              </a:lnTo>
                              <a:cubicBezTo>
                                <a:pt x="96584" y="73342"/>
                                <a:pt x="107632" y="71533"/>
                                <a:pt x="116109" y="65151"/>
                              </a:cubicBezTo>
                              <a:lnTo>
                                <a:pt x="150019" y="39529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3" name="AutoShape 133"/>
                        <p:cNvSpPr/>
                        <p:nvPr/>
                      </p:nvSpPr>
                      <p:spPr>
                        <a:xfrm>
                          <a:off x="10681525" y="4400931"/>
                          <a:ext cx="456818" cy="33270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56818" h="332708">
                              <a:moveTo>
                                <a:pt x="6190" y="0"/>
                              </a:moveTo>
                              <a:lnTo>
                                <a:pt x="456819" y="118777"/>
                              </a:lnTo>
                              <a:lnTo>
                                <a:pt x="358615" y="298323"/>
                              </a:lnTo>
                              <a:lnTo>
                                <a:pt x="279463" y="332708"/>
                              </a:lnTo>
                              <a:lnTo>
                                <a:pt x="44005" y="270605"/>
                              </a:lnTo>
                              <a:lnTo>
                                <a:pt x="0" y="216598"/>
                              </a:lnTo>
                              <a:lnTo>
                                <a:pt x="619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  <a:lumMod val="75000"/>
                            <a:lumOff val="25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4" name="AutoShape 134"/>
                        <p:cNvSpPr/>
                        <p:nvPr/>
                      </p:nvSpPr>
                      <p:spPr>
                        <a:xfrm>
                          <a:off x="10657640" y="4363907"/>
                          <a:ext cx="514971" cy="19215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4971" h="192158">
                              <a:moveTo>
                                <a:pt x="493658" y="132941"/>
                              </a:moveTo>
                              <a:cubicBezTo>
                                <a:pt x="341258" y="89030"/>
                                <a:pt x="188953" y="45120"/>
                                <a:pt x="36553" y="1305"/>
                              </a:cubicBezTo>
                              <a:cubicBezTo>
                                <a:pt x="-499" y="-9363"/>
                                <a:pt x="-15739" y="48549"/>
                                <a:pt x="21313" y="59217"/>
                              </a:cubicBezTo>
                              <a:cubicBezTo>
                                <a:pt x="173714" y="103128"/>
                                <a:pt x="326018" y="147038"/>
                                <a:pt x="478418" y="190853"/>
                              </a:cubicBezTo>
                              <a:cubicBezTo>
                                <a:pt x="515471" y="201521"/>
                                <a:pt x="530710" y="143609"/>
                                <a:pt x="493658" y="13294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5" name="AutoShape 135"/>
                        <p:cNvSpPr/>
                        <p:nvPr/>
                      </p:nvSpPr>
                      <p:spPr>
                        <a:xfrm>
                          <a:off x="10655665" y="4450890"/>
                          <a:ext cx="460723" cy="15654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60723" h="156542">
                              <a:moveTo>
                                <a:pt x="454295" y="156543"/>
                              </a:moveTo>
                              <a:cubicBezTo>
                                <a:pt x="453627" y="156543"/>
                                <a:pt x="452961" y="156543"/>
                                <a:pt x="452389" y="156257"/>
                              </a:cubicBezTo>
                              <a:lnTo>
                                <a:pt x="4429" y="12430"/>
                              </a:lnTo>
                              <a:cubicBezTo>
                                <a:pt x="1095" y="11382"/>
                                <a:pt x="-810" y="7763"/>
                                <a:pt x="333" y="4429"/>
                              </a:cubicBezTo>
                              <a:cubicBezTo>
                                <a:pt x="1381" y="1095"/>
                                <a:pt x="5000" y="-810"/>
                                <a:pt x="8334" y="333"/>
                              </a:cubicBezTo>
                              <a:lnTo>
                                <a:pt x="456295" y="144161"/>
                              </a:lnTo>
                              <a:cubicBezTo>
                                <a:pt x="459628" y="145208"/>
                                <a:pt x="461534" y="148828"/>
                                <a:pt x="460391" y="152162"/>
                              </a:cubicBezTo>
                              <a:cubicBezTo>
                                <a:pt x="459533" y="154829"/>
                                <a:pt x="457056" y="156543"/>
                                <a:pt x="454295" y="15654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6" name="AutoShape 136"/>
                        <p:cNvSpPr/>
                        <p:nvPr/>
                      </p:nvSpPr>
                      <p:spPr>
                        <a:xfrm>
                          <a:off x="10654610" y="4529559"/>
                          <a:ext cx="436544" cy="13245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36544" h="132451">
                              <a:moveTo>
                                <a:pt x="430108" y="132452"/>
                              </a:moveTo>
                              <a:cubicBezTo>
                                <a:pt x="429536" y="132452"/>
                                <a:pt x="428965" y="132452"/>
                                <a:pt x="428393" y="132166"/>
                              </a:cubicBezTo>
                              <a:lnTo>
                                <a:pt x="4626" y="12532"/>
                              </a:lnTo>
                              <a:cubicBezTo>
                                <a:pt x="1197" y="11579"/>
                                <a:pt x="-708" y="8055"/>
                                <a:pt x="245" y="4626"/>
                              </a:cubicBezTo>
                              <a:cubicBezTo>
                                <a:pt x="1197" y="1197"/>
                                <a:pt x="4721" y="-708"/>
                                <a:pt x="8150" y="245"/>
                              </a:cubicBezTo>
                              <a:lnTo>
                                <a:pt x="431917" y="119879"/>
                              </a:lnTo>
                              <a:cubicBezTo>
                                <a:pt x="435347" y="120831"/>
                                <a:pt x="437252" y="124355"/>
                                <a:pt x="436299" y="127784"/>
                              </a:cubicBezTo>
                              <a:cubicBezTo>
                                <a:pt x="435537" y="130547"/>
                                <a:pt x="432966" y="132452"/>
                                <a:pt x="430203" y="13245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7" name="AutoShape 137"/>
                        <p:cNvSpPr/>
                        <p:nvPr/>
                      </p:nvSpPr>
                      <p:spPr>
                        <a:xfrm>
                          <a:off x="10650389" y="4609634"/>
                          <a:ext cx="422031" cy="8219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22031" h="82190">
                              <a:moveTo>
                                <a:pt x="415661" y="82095"/>
                              </a:moveTo>
                              <a:cubicBezTo>
                                <a:pt x="415661" y="82095"/>
                                <a:pt x="414898" y="82095"/>
                                <a:pt x="414613" y="82095"/>
                              </a:cubicBezTo>
                              <a:lnTo>
                                <a:pt x="5323" y="12658"/>
                              </a:lnTo>
                              <a:cubicBezTo>
                                <a:pt x="1894" y="12086"/>
                                <a:pt x="-487" y="8753"/>
                                <a:pt x="85" y="5324"/>
                              </a:cubicBezTo>
                              <a:cubicBezTo>
                                <a:pt x="656" y="1895"/>
                                <a:pt x="3895" y="-487"/>
                                <a:pt x="7419" y="85"/>
                              </a:cubicBezTo>
                              <a:lnTo>
                                <a:pt x="416708" y="69522"/>
                              </a:lnTo>
                              <a:cubicBezTo>
                                <a:pt x="420137" y="70094"/>
                                <a:pt x="422518" y="73427"/>
                                <a:pt x="421946" y="76856"/>
                              </a:cubicBezTo>
                              <a:cubicBezTo>
                                <a:pt x="421471" y="80000"/>
                                <a:pt x="418708" y="82190"/>
                                <a:pt x="415661" y="8219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8" name="AutoShape 138"/>
                        <p:cNvSpPr/>
                        <p:nvPr/>
                      </p:nvSpPr>
                      <p:spPr>
                        <a:xfrm>
                          <a:off x="10736083" y="3735808"/>
                          <a:ext cx="301604" cy="14410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01604" h="144104">
                              <a:moveTo>
                                <a:pt x="6402" y="144105"/>
                              </a:moveTo>
                              <a:cubicBezTo>
                                <a:pt x="5069" y="144105"/>
                                <a:pt x="3736" y="143724"/>
                                <a:pt x="2593" y="142866"/>
                              </a:cubicBezTo>
                              <a:cubicBezTo>
                                <a:pt x="-265" y="140771"/>
                                <a:pt x="-836" y="136771"/>
                                <a:pt x="1259" y="133913"/>
                              </a:cubicBezTo>
                              <a:cubicBezTo>
                                <a:pt x="68220" y="43711"/>
                                <a:pt x="183757" y="-8486"/>
                                <a:pt x="295771" y="1134"/>
                              </a:cubicBezTo>
                              <a:cubicBezTo>
                                <a:pt x="299295" y="1420"/>
                                <a:pt x="301867" y="4468"/>
                                <a:pt x="301582" y="7992"/>
                              </a:cubicBezTo>
                              <a:cubicBezTo>
                                <a:pt x="301296" y="11517"/>
                                <a:pt x="298248" y="13993"/>
                                <a:pt x="294724" y="13803"/>
                              </a:cubicBezTo>
                              <a:cubicBezTo>
                                <a:pt x="187092" y="4563"/>
                                <a:pt x="75935" y="54760"/>
                                <a:pt x="11546" y="141533"/>
                              </a:cubicBezTo>
                              <a:cubicBezTo>
                                <a:pt x="10307" y="143247"/>
                                <a:pt x="8403" y="144105"/>
                                <a:pt x="6402" y="1441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39" name="AutoShape 139"/>
                        <p:cNvSpPr/>
                        <p:nvPr/>
                      </p:nvSpPr>
                      <p:spPr>
                        <a:xfrm>
                          <a:off x="10676932" y="3908937"/>
                          <a:ext cx="50149" cy="9689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0149" h="96896">
                              <a:moveTo>
                                <a:pt x="6307" y="96896"/>
                              </a:moveTo>
                              <a:cubicBezTo>
                                <a:pt x="6307" y="96896"/>
                                <a:pt x="5545" y="96896"/>
                                <a:pt x="5164" y="96801"/>
                              </a:cubicBezTo>
                              <a:cubicBezTo>
                                <a:pt x="1735" y="96135"/>
                                <a:pt x="-551" y="92801"/>
                                <a:pt x="116" y="89372"/>
                              </a:cubicBezTo>
                              <a:cubicBezTo>
                                <a:pt x="6021" y="57939"/>
                                <a:pt x="19261" y="27936"/>
                                <a:pt x="38692" y="2504"/>
                              </a:cubicBezTo>
                              <a:cubicBezTo>
                                <a:pt x="40787" y="-259"/>
                                <a:pt x="44788" y="-830"/>
                                <a:pt x="47645" y="1265"/>
                              </a:cubicBezTo>
                              <a:cubicBezTo>
                                <a:pt x="50408" y="3361"/>
                                <a:pt x="50980" y="7362"/>
                                <a:pt x="48883" y="10219"/>
                              </a:cubicBezTo>
                              <a:cubicBezTo>
                                <a:pt x="30692" y="34031"/>
                                <a:pt x="18213" y="62226"/>
                                <a:pt x="12689" y="91658"/>
                              </a:cubicBezTo>
                              <a:cubicBezTo>
                                <a:pt x="12117" y="94706"/>
                                <a:pt x="9451" y="96896"/>
                                <a:pt x="6402" y="9689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140" name="Group 140"/>
                      <p:cNvGrpSpPr/>
                      <p:nvPr/>
                    </p:nvGrpSpPr>
                    <p:grpSpPr>
                      <a:xfrm>
                        <a:off x="8672523" y="960337"/>
                        <a:ext cx="989909" cy="1205075"/>
                        <a:chOff x="8672523" y="960337"/>
                        <a:chExt cx="989909" cy="1205075"/>
                      </a:xfrm>
                    </p:grpSpPr>
                    <p:sp>
                      <p:nvSpPr>
                        <p:cNvPr id="141" name="AutoShape 141"/>
                        <p:cNvSpPr/>
                        <p:nvPr/>
                      </p:nvSpPr>
                      <p:spPr>
                        <a:xfrm>
                          <a:off x="8680799" y="1194625"/>
                          <a:ext cx="807815" cy="95648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07815" h="956481">
                              <a:moveTo>
                                <a:pt x="223742" y="927354"/>
                              </a:moveTo>
                              <a:lnTo>
                                <a:pt x="56007" y="955834"/>
                              </a:lnTo>
                              <a:cubicBezTo>
                                <a:pt x="29242" y="960406"/>
                                <a:pt x="4763" y="940213"/>
                                <a:pt x="4096" y="913067"/>
                              </a:cubicBezTo>
                              <a:lnTo>
                                <a:pt x="0" y="749999"/>
                              </a:lnTo>
                              <a:lnTo>
                                <a:pt x="591598" y="0"/>
                              </a:lnTo>
                              <a:lnTo>
                                <a:pt x="807815" y="175641"/>
                              </a:lnTo>
                              <a:lnTo>
                                <a:pt x="223647" y="92725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42" name="AutoShape 142"/>
                        <p:cNvSpPr/>
                        <p:nvPr/>
                      </p:nvSpPr>
                      <p:spPr>
                        <a:xfrm>
                          <a:off x="8712993" y="1224819"/>
                          <a:ext cx="726185" cy="88134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26185" h="881348">
                              <a:moveTo>
                                <a:pt x="587597" y="0"/>
                              </a:moveTo>
                              <a:lnTo>
                                <a:pt x="0" y="750380"/>
                              </a:lnTo>
                              <a:lnTo>
                                <a:pt x="54007" y="802958"/>
                              </a:lnTo>
                              <a:lnTo>
                                <a:pt x="645890" y="47339"/>
                              </a:lnTo>
                              <a:lnTo>
                                <a:pt x="671989" y="68485"/>
                              </a:lnTo>
                              <a:lnTo>
                                <a:pt x="77724" y="856107"/>
                              </a:lnTo>
                              <a:lnTo>
                                <a:pt x="134302" y="881348"/>
                              </a:lnTo>
                              <a:lnTo>
                                <a:pt x="726186" y="90678"/>
                              </a:lnTo>
                              <a:lnTo>
                                <a:pt x="58759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6000">
                            <a:alpha val="100000"/>
                            <a:lumMod val="60000"/>
                            <a:lumOff val="4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43" name="AutoShape 143"/>
                        <p:cNvSpPr/>
                        <p:nvPr/>
                      </p:nvSpPr>
                      <p:spPr>
                        <a:xfrm>
                          <a:off x="8680799" y="1941024"/>
                          <a:ext cx="223742" cy="21008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23742" h="210082">
                              <a:moveTo>
                                <a:pt x="223742" y="180955"/>
                              </a:moveTo>
                              <a:lnTo>
                                <a:pt x="56007" y="209435"/>
                              </a:lnTo>
                              <a:cubicBezTo>
                                <a:pt x="29242" y="214007"/>
                                <a:pt x="4763" y="193814"/>
                                <a:pt x="4096" y="166668"/>
                              </a:cubicBezTo>
                              <a:lnTo>
                                <a:pt x="0" y="3600"/>
                              </a:lnTo>
                              <a:cubicBezTo>
                                <a:pt x="64294" y="-16307"/>
                                <a:pt x="60674" y="52844"/>
                                <a:pt x="60674" y="52844"/>
                              </a:cubicBezTo>
                              <a:cubicBezTo>
                                <a:pt x="146304" y="17411"/>
                                <a:pt x="142399" y="119233"/>
                                <a:pt x="142399" y="119233"/>
                              </a:cubicBezTo>
                              <a:cubicBezTo>
                                <a:pt x="220694" y="117233"/>
                                <a:pt x="223647" y="180860"/>
                                <a:pt x="223647" y="18086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44" name="AutoShape 144"/>
                        <p:cNvSpPr/>
                        <p:nvPr/>
                      </p:nvSpPr>
                      <p:spPr>
                        <a:xfrm>
                          <a:off x="8672523" y="2062937"/>
                          <a:ext cx="107868" cy="10247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7868" h="102475">
                              <a:moveTo>
                                <a:pt x="101431" y="102476"/>
                              </a:moveTo>
                              <a:cubicBezTo>
                                <a:pt x="98478" y="102476"/>
                                <a:pt x="95811" y="100380"/>
                                <a:pt x="95239" y="97428"/>
                              </a:cubicBezTo>
                              <a:cubicBezTo>
                                <a:pt x="86190" y="54851"/>
                                <a:pt x="48472" y="19228"/>
                                <a:pt x="5419" y="12655"/>
                              </a:cubicBezTo>
                              <a:cubicBezTo>
                                <a:pt x="1894" y="12084"/>
                                <a:pt x="-487" y="8845"/>
                                <a:pt x="85" y="5416"/>
                              </a:cubicBezTo>
                              <a:cubicBezTo>
                                <a:pt x="656" y="1987"/>
                                <a:pt x="3800" y="-489"/>
                                <a:pt x="7324" y="82"/>
                              </a:cubicBezTo>
                              <a:cubicBezTo>
                                <a:pt x="55425" y="7416"/>
                                <a:pt x="97621" y="47231"/>
                                <a:pt x="107717" y="94856"/>
                              </a:cubicBezTo>
                              <a:cubicBezTo>
                                <a:pt x="108479" y="98285"/>
                                <a:pt x="106288" y="101714"/>
                                <a:pt x="102764" y="102381"/>
                              </a:cubicBezTo>
                              <a:cubicBezTo>
                                <a:pt x="102288" y="102476"/>
                                <a:pt x="101907" y="102476"/>
                                <a:pt x="101431" y="1024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45" name="AutoShape 145"/>
                        <p:cNvSpPr/>
                        <p:nvPr/>
                      </p:nvSpPr>
                      <p:spPr>
                        <a:xfrm>
                          <a:off x="8744059" y="1231977"/>
                          <a:ext cx="606524" cy="74931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06524" h="749317">
                              <a:moveTo>
                                <a:pt x="6368" y="749318"/>
                              </a:moveTo>
                              <a:cubicBezTo>
                                <a:pt x="4939" y="749318"/>
                                <a:pt x="3510" y="748842"/>
                                <a:pt x="2367" y="747889"/>
                              </a:cubicBezTo>
                              <a:cubicBezTo>
                                <a:pt x="-395" y="745698"/>
                                <a:pt x="-776" y="741698"/>
                                <a:pt x="1415" y="738935"/>
                              </a:cubicBezTo>
                              <a:lnTo>
                                <a:pt x="595203" y="2367"/>
                              </a:lnTo>
                              <a:cubicBezTo>
                                <a:pt x="597394" y="-395"/>
                                <a:pt x="601395" y="-776"/>
                                <a:pt x="604157" y="1415"/>
                              </a:cubicBezTo>
                              <a:cubicBezTo>
                                <a:pt x="606919" y="3605"/>
                                <a:pt x="607300" y="7606"/>
                                <a:pt x="605109" y="10368"/>
                              </a:cubicBezTo>
                              <a:lnTo>
                                <a:pt x="11321" y="746936"/>
                              </a:lnTo>
                              <a:cubicBezTo>
                                <a:pt x="10083" y="748460"/>
                                <a:pt x="8178" y="749318"/>
                                <a:pt x="6368" y="749318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46" name="AutoShape 146"/>
                        <p:cNvSpPr/>
                        <p:nvPr/>
                      </p:nvSpPr>
                      <p:spPr>
                        <a:xfrm>
                          <a:off x="8810693" y="1330424"/>
                          <a:ext cx="580317" cy="75745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80317" h="757455">
                              <a:moveTo>
                                <a:pt x="6314" y="757455"/>
                              </a:moveTo>
                              <a:cubicBezTo>
                                <a:pt x="4980" y="757455"/>
                                <a:pt x="3647" y="757074"/>
                                <a:pt x="2504" y="756122"/>
                              </a:cubicBezTo>
                              <a:cubicBezTo>
                                <a:pt x="-259" y="754026"/>
                                <a:pt x="-830" y="750026"/>
                                <a:pt x="1266" y="747168"/>
                              </a:cubicBezTo>
                              <a:lnTo>
                                <a:pt x="568860" y="2504"/>
                              </a:lnTo>
                              <a:cubicBezTo>
                                <a:pt x="570956" y="-259"/>
                                <a:pt x="574956" y="-830"/>
                                <a:pt x="577814" y="1265"/>
                              </a:cubicBezTo>
                              <a:cubicBezTo>
                                <a:pt x="580576" y="3361"/>
                                <a:pt x="581148" y="7361"/>
                                <a:pt x="579052" y="10219"/>
                              </a:cubicBezTo>
                              <a:lnTo>
                                <a:pt x="11457" y="754883"/>
                              </a:lnTo>
                              <a:cubicBezTo>
                                <a:pt x="10219" y="756503"/>
                                <a:pt x="8314" y="757360"/>
                                <a:pt x="6409" y="75736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47" name="AutoShape 147"/>
                        <p:cNvSpPr/>
                        <p:nvPr/>
                      </p:nvSpPr>
                      <p:spPr>
                        <a:xfrm>
                          <a:off x="9380601" y="960337"/>
                          <a:ext cx="281831" cy="27448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81831" h="274483">
                              <a:moveTo>
                                <a:pt x="258508" y="81793"/>
                              </a:moveTo>
                              <a:lnTo>
                                <a:pt x="168687" y="12451"/>
                              </a:lnTo>
                              <a:cubicBezTo>
                                <a:pt x="142970" y="-7361"/>
                                <a:pt x="106108" y="-3075"/>
                                <a:pt x="85630" y="22071"/>
                              </a:cubicBezTo>
                              <a:lnTo>
                                <a:pt x="0" y="127513"/>
                              </a:lnTo>
                              <a:lnTo>
                                <a:pt x="180975" y="274484"/>
                              </a:lnTo>
                              <a:lnTo>
                                <a:pt x="268414" y="166851"/>
                              </a:lnTo>
                              <a:cubicBezTo>
                                <a:pt x="289655" y="140753"/>
                                <a:pt x="285179" y="102272"/>
                                <a:pt x="258508" y="81793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D84C4C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48" name="AutoShape 148"/>
                        <p:cNvSpPr/>
                        <p:nvPr/>
                      </p:nvSpPr>
                      <p:spPr>
                        <a:xfrm>
                          <a:off x="9248012" y="1055655"/>
                          <a:ext cx="345471" cy="33851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5471" h="338518">
                              <a:moveTo>
                                <a:pt x="116110" y="0"/>
                              </a:moveTo>
                              <a:lnTo>
                                <a:pt x="0" y="142875"/>
                              </a:lnTo>
                              <a:lnTo>
                                <a:pt x="235839" y="338519"/>
                              </a:lnTo>
                              <a:lnTo>
                                <a:pt x="345472" y="186309"/>
                              </a:lnTo>
                              <a:lnTo>
                                <a:pt x="11611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  <a:lumMod val="75000"/>
                            <a:lumOff val="25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49" name="AutoShape 149"/>
                        <p:cNvSpPr/>
                        <p:nvPr/>
                      </p:nvSpPr>
                      <p:spPr>
                        <a:xfrm>
                          <a:off x="9320862" y="1073545"/>
                          <a:ext cx="259685" cy="22480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59685" h="224807">
                              <a:moveTo>
                                <a:pt x="253382" y="224807"/>
                              </a:moveTo>
                              <a:cubicBezTo>
                                <a:pt x="251954" y="224807"/>
                                <a:pt x="250429" y="224331"/>
                                <a:pt x="249191" y="223283"/>
                              </a:cubicBezTo>
                              <a:lnTo>
                                <a:pt x="2208" y="11161"/>
                              </a:lnTo>
                              <a:cubicBezTo>
                                <a:pt x="-459" y="8875"/>
                                <a:pt x="-745" y="4875"/>
                                <a:pt x="1541" y="2208"/>
                              </a:cubicBezTo>
                              <a:cubicBezTo>
                                <a:pt x="3827" y="-459"/>
                                <a:pt x="7828" y="-745"/>
                                <a:pt x="10495" y="1541"/>
                              </a:cubicBezTo>
                              <a:lnTo>
                                <a:pt x="257478" y="213663"/>
                              </a:lnTo>
                              <a:cubicBezTo>
                                <a:pt x="260145" y="215949"/>
                                <a:pt x="260430" y="219949"/>
                                <a:pt x="258145" y="222616"/>
                              </a:cubicBezTo>
                              <a:cubicBezTo>
                                <a:pt x="256906" y="224045"/>
                                <a:pt x="255096" y="224807"/>
                                <a:pt x="253287" y="224807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50" name="AutoShape 150"/>
                        <p:cNvSpPr/>
                        <p:nvPr/>
                      </p:nvSpPr>
                      <p:spPr>
                        <a:xfrm>
                          <a:off x="9280905" y="1125670"/>
                          <a:ext cx="262827" cy="21906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62827" h="219068">
                              <a:moveTo>
                                <a:pt x="256477" y="219069"/>
                              </a:moveTo>
                              <a:cubicBezTo>
                                <a:pt x="255049" y="219069"/>
                                <a:pt x="253620" y="218593"/>
                                <a:pt x="252381" y="217640"/>
                              </a:cubicBezTo>
                              <a:lnTo>
                                <a:pt x="2350" y="11233"/>
                              </a:lnTo>
                              <a:cubicBezTo>
                                <a:pt x="-412" y="8947"/>
                                <a:pt x="-793" y="4947"/>
                                <a:pt x="1493" y="2280"/>
                              </a:cubicBezTo>
                              <a:cubicBezTo>
                                <a:pt x="3779" y="-387"/>
                                <a:pt x="7779" y="-768"/>
                                <a:pt x="10446" y="1423"/>
                              </a:cubicBezTo>
                              <a:lnTo>
                                <a:pt x="260477" y="207829"/>
                              </a:lnTo>
                              <a:cubicBezTo>
                                <a:pt x="263240" y="210115"/>
                                <a:pt x="263621" y="214116"/>
                                <a:pt x="261335" y="216783"/>
                              </a:cubicBezTo>
                              <a:cubicBezTo>
                                <a:pt x="260097" y="218307"/>
                                <a:pt x="258287" y="219069"/>
                                <a:pt x="256382" y="21906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0000">
                            <a:alpha val="10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51" name="AutoShape 151"/>
                        <p:cNvSpPr/>
                        <p:nvPr/>
                      </p:nvSpPr>
                      <p:spPr>
                        <a:xfrm>
                          <a:off x="9135426" y="1527741"/>
                          <a:ext cx="169832" cy="22228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69832" h="222286">
                              <a:moveTo>
                                <a:pt x="6383" y="222191"/>
                              </a:moveTo>
                              <a:cubicBezTo>
                                <a:pt x="5049" y="222191"/>
                                <a:pt x="3716" y="221810"/>
                                <a:pt x="2573" y="220953"/>
                              </a:cubicBezTo>
                              <a:cubicBezTo>
                                <a:pt x="-285" y="218857"/>
                                <a:pt x="-856" y="214857"/>
                                <a:pt x="1334" y="211999"/>
                              </a:cubicBezTo>
                              <a:lnTo>
                                <a:pt x="158306" y="2545"/>
                              </a:lnTo>
                              <a:cubicBezTo>
                                <a:pt x="160402" y="-218"/>
                                <a:pt x="164402" y="-884"/>
                                <a:pt x="167260" y="1306"/>
                              </a:cubicBezTo>
                              <a:cubicBezTo>
                                <a:pt x="170118" y="3402"/>
                                <a:pt x="170689" y="7402"/>
                                <a:pt x="168498" y="10260"/>
                              </a:cubicBezTo>
                              <a:lnTo>
                                <a:pt x="11526" y="219715"/>
                              </a:lnTo>
                              <a:cubicBezTo>
                                <a:pt x="10288" y="221429"/>
                                <a:pt x="8383" y="222286"/>
                                <a:pt x="6383" y="22228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  <p:sp>
                      <p:nvSpPr>
                        <p:cNvPr id="152" name="AutoShape 152"/>
                        <p:cNvSpPr/>
                        <p:nvPr/>
                      </p:nvSpPr>
                      <p:spPr>
                        <a:xfrm>
                          <a:off x="9084060" y="1764669"/>
                          <a:ext cx="44088" cy="5403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44088" h="54033">
                              <a:moveTo>
                                <a:pt x="6314" y="54034"/>
                              </a:moveTo>
                              <a:cubicBezTo>
                                <a:pt x="4980" y="54034"/>
                                <a:pt x="3647" y="53653"/>
                                <a:pt x="2503" y="52700"/>
                              </a:cubicBezTo>
                              <a:cubicBezTo>
                                <a:pt x="-259" y="50605"/>
                                <a:pt x="-830" y="46604"/>
                                <a:pt x="1266" y="43747"/>
                              </a:cubicBezTo>
                              <a:lnTo>
                                <a:pt x="32603" y="2504"/>
                              </a:lnTo>
                              <a:cubicBezTo>
                                <a:pt x="34698" y="-259"/>
                                <a:pt x="38699" y="-830"/>
                                <a:pt x="41556" y="1265"/>
                              </a:cubicBezTo>
                              <a:cubicBezTo>
                                <a:pt x="44414" y="3361"/>
                                <a:pt x="44890" y="7361"/>
                                <a:pt x="42794" y="10219"/>
                              </a:cubicBezTo>
                              <a:lnTo>
                                <a:pt x="11457" y="51462"/>
                              </a:lnTo>
                              <a:cubicBezTo>
                                <a:pt x="10219" y="53081"/>
                                <a:pt x="8314" y="53939"/>
                                <a:pt x="6409" y="5393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D05C">
                            <a:alpha val="100000"/>
                            <a:lumMod val="40000"/>
                            <a:lumOff val="60000"/>
                          </a:srgbClr>
                        </a:solidFill>
                        <a:ln>
                          <a:prstDash val="solid"/>
                          <a:headEnd type="none"/>
                          <a:tailEnd type="none"/>
                        </a:ln>
                      </p:spPr>
                    </p:sp>
                  </p:grpSp>
                  <p:grpSp>
                    <p:nvGrpSpPr>
                      <p:cNvPr id="153" name="Group 153"/>
                      <p:cNvGrpSpPr/>
                      <p:nvPr/>
                    </p:nvGrpSpPr>
                    <p:grpSpPr>
                      <a:xfrm>
                        <a:off x="8231042" y="2027290"/>
                        <a:ext cx="2317654" cy="3681899"/>
                        <a:chOff x="8231042" y="2027290"/>
                        <a:chExt cx="2317654" cy="3681899"/>
                      </a:xfrm>
                    </p:grpSpPr>
                    <p:grpSp>
                      <p:nvGrpSpPr>
                        <p:cNvPr id="154" name="Group 154"/>
                        <p:cNvGrpSpPr/>
                        <p:nvPr/>
                      </p:nvGrpSpPr>
                      <p:grpSpPr>
                        <a:xfrm>
                          <a:off x="8231042" y="2027290"/>
                          <a:ext cx="2317654" cy="1896021"/>
                          <a:chOff x="8231042" y="2027290"/>
                          <a:chExt cx="2317654" cy="1896021"/>
                        </a:xfrm>
                      </p:grpSpPr>
                      <p:sp>
                        <p:nvSpPr>
                          <p:cNvPr id="155" name="AutoShape 155"/>
                          <p:cNvSpPr/>
                          <p:nvPr/>
                        </p:nvSpPr>
                        <p:spPr>
                          <a:xfrm>
                            <a:off x="8231042" y="2027290"/>
                            <a:ext cx="2317654" cy="189602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317654" h="1896021">
                                <a:moveTo>
                                  <a:pt x="1821548" y="3821"/>
                                </a:moveTo>
                                <a:cubicBezTo>
                                  <a:pt x="1213186" y="218133"/>
                                  <a:pt x="620255" y="435589"/>
                                  <a:pt x="42849" y="656473"/>
                                </a:cubicBezTo>
                                <a:cubicBezTo>
                                  <a:pt x="9893" y="669047"/>
                                  <a:pt x="-7538" y="705813"/>
                                  <a:pt x="3130" y="740389"/>
                                </a:cubicBezTo>
                                <a:cubicBezTo>
                                  <a:pt x="117716" y="1114150"/>
                                  <a:pt x="248684" y="1484768"/>
                                  <a:pt x="395464" y="1852337"/>
                                </a:cubicBezTo>
                                <a:cubicBezTo>
                                  <a:pt x="409562" y="1887580"/>
                                  <a:pt x="448709" y="1905011"/>
                                  <a:pt x="483095" y="1891390"/>
                                </a:cubicBezTo>
                                <a:cubicBezTo>
                                  <a:pt x="1057262" y="1664409"/>
                                  <a:pt x="1654384" y="1450954"/>
                                  <a:pt x="2271699" y="1249405"/>
                                </a:cubicBezTo>
                                <a:cubicBezTo>
                                  <a:pt x="2308943" y="1237213"/>
                                  <a:pt x="2327611" y="1195303"/>
                                  <a:pt x="2312276" y="1158060"/>
                                </a:cubicBezTo>
                                <a:cubicBezTo>
                                  <a:pt x="2177306" y="830019"/>
                                  <a:pt x="2042718" y="455020"/>
                                  <a:pt x="1908320" y="47921"/>
                                </a:cubicBezTo>
                                <a:cubicBezTo>
                                  <a:pt x="1896223" y="11155"/>
                                  <a:pt x="1856980" y="-8753"/>
                                  <a:pt x="1821452" y="3725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FFD05C">
                              <a:alpha val="100000"/>
                              <a:lumMod val="40000"/>
                              <a:lumOff val="6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sp>
                        <p:nvSpPr>
                          <p:cNvPr id="156" name="AutoShape 156"/>
                          <p:cNvSpPr/>
                          <p:nvPr/>
                        </p:nvSpPr>
                        <p:spPr>
                          <a:xfrm>
                            <a:off x="8416638" y="2217610"/>
                            <a:ext cx="1943159" cy="1515427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1943159" h="1515427">
                                <a:moveTo>
                                  <a:pt x="1938846" y="886397"/>
                                </a:moveTo>
                                <a:cubicBezTo>
                                  <a:pt x="1840167" y="649891"/>
                                  <a:pt x="1739298" y="372904"/>
                                  <a:pt x="1630332" y="39624"/>
                                </a:cubicBezTo>
                                <a:cubicBezTo>
                                  <a:pt x="1625569" y="25146"/>
                                  <a:pt x="1615187" y="13430"/>
                                  <a:pt x="1601090" y="6477"/>
                                </a:cubicBezTo>
                                <a:cubicBezTo>
                                  <a:pt x="1592423" y="2191"/>
                                  <a:pt x="1582707" y="0"/>
                                  <a:pt x="1572896" y="0"/>
                                </a:cubicBezTo>
                                <a:cubicBezTo>
                                  <a:pt x="1565371" y="0"/>
                                  <a:pt x="1557751" y="1238"/>
                                  <a:pt x="1550512" y="3810"/>
                                </a:cubicBezTo>
                                <a:cubicBezTo>
                                  <a:pt x="1222567" y="119539"/>
                                  <a:pt x="897002" y="237172"/>
                                  <a:pt x="577534" y="355378"/>
                                </a:cubicBezTo>
                                <a:cubicBezTo>
                                  <a:pt x="396749" y="422148"/>
                                  <a:pt x="217965" y="489204"/>
                                  <a:pt x="41753" y="556165"/>
                                </a:cubicBezTo>
                                <a:cubicBezTo>
                                  <a:pt x="10701" y="567976"/>
                                  <a:pt x="-6539" y="600361"/>
                                  <a:pt x="2319" y="629984"/>
                                </a:cubicBezTo>
                                <a:cubicBezTo>
                                  <a:pt x="87377" y="912781"/>
                                  <a:pt x="188056" y="1198531"/>
                                  <a:pt x="301499" y="1479423"/>
                                </a:cubicBezTo>
                                <a:cubicBezTo>
                                  <a:pt x="310548" y="1501902"/>
                                  <a:pt x="333217" y="1515428"/>
                                  <a:pt x="357601" y="1515428"/>
                                </a:cubicBezTo>
                                <a:cubicBezTo>
                                  <a:pt x="365793" y="1515428"/>
                                  <a:pt x="374079" y="1513904"/>
                                  <a:pt x="382081" y="1510760"/>
                                </a:cubicBezTo>
                                <a:cubicBezTo>
                                  <a:pt x="490094" y="1468469"/>
                                  <a:pt x="600013" y="1426273"/>
                                  <a:pt x="711455" y="1384364"/>
                                </a:cubicBezTo>
                                <a:cubicBezTo>
                                  <a:pt x="754985" y="1367981"/>
                                  <a:pt x="798609" y="1351693"/>
                                  <a:pt x="842614" y="1335405"/>
                                </a:cubicBezTo>
                                <a:cubicBezTo>
                                  <a:pt x="935197" y="1301115"/>
                                  <a:pt x="1028923" y="1267015"/>
                                  <a:pt x="1123602" y="1233011"/>
                                </a:cubicBezTo>
                                <a:cubicBezTo>
                                  <a:pt x="1375443" y="1142714"/>
                                  <a:pt x="1634332" y="1053751"/>
                                  <a:pt x="1898460" y="966597"/>
                                </a:cubicBezTo>
                                <a:cubicBezTo>
                                  <a:pt x="1916082" y="960787"/>
                                  <a:pt x="1930370" y="948118"/>
                                  <a:pt x="1937799" y="931926"/>
                                </a:cubicBezTo>
                                <a:cubicBezTo>
                                  <a:pt x="1944562" y="917067"/>
                                  <a:pt x="1944942" y="900970"/>
                                  <a:pt x="1938846" y="886397"/>
                                </a:cubicBezTo>
                                <a:close/>
                                <a:moveTo>
                                  <a:pt x="1926178" y="926592"/>
                                </a:moveTo>
                                <a:cubicBezTo>
                                  <a:pt x="1920273" y="939641"/>
                                  <a:pt x="1908748" y="949738"/>
                                  <a:pt x="1894556" y="954405"/>
                                </a:cubicBezTo>
                                <a:cubicBezTo>
                                  <a:pt x="1631189" y="1041178"/>
                                  <a:pt x="1373061" y="1129951"/>
                                  <a:pt x="1121887" y="1220057"/>
                                </a:cubicBezTo>
                                <a:cubicBezTo>
                                  <a:pt x="1027876" y="1253776"/>
                                  <a:pt x="934911" y="1287685"/>
                                  <a:pt x="842900" y="1321689"/>
                                </a:cubicBezTo>
                                <a:cubicBezTo>
                                  <a:pt x="784226" y="1343501"/>
                                  <a:pt x="726124" y="1365314"/>
                                  <a:pt x="668307" y="1387126"/>
                                </a:cubicBezTo>
                                <a:lnTo>
                                  <a:pt x="668211" y="1387126"/>
                                </a:lnTo>
                                <a:cubicBezTo>
                                  <a:pt x="668211" y="1387126"/>
                                  <a:pt x="668021" y="1387126"/>
                                  <a:pt x="668021" y="1387126"/>
                                </a:cubicBezTo>
                                <a:cubicBezTo>
                                  <a:pt x="569819" y="1424178"/>
                                  <a:pt x="472949" y="1461421"/>
                                  <a:pt x="377509" y="1498854"/>
                                </a:cubicBezTo>
                                <a:cubicBezTo>
                                  <a:pt x="351601" y="1508950"/>
                                  <a:pt x="322835" y="1498092"/>
                                  <a:pt x="313310" y="1474565"/>
                                </a:cubicBezTo>
                                <a:cubicBezTo>
                                  <a:pt x="199963" y="1194054"/>
                                  <a:pt x="99474" y="908590"/>
                                  <a:pt x="14511" y="626173"/>
                                </a:cubicBezTo>
                                <a:cubicBezTo>
                                  <a:pt x="7558" y="603028"/>
                                  <a:pt x="21464" y="577405"/>
                                  <a:pt x="46229" y="568071"/>
                                </a:cubicBezTo>
                                <a:cubicBezTo>
                                  <a:pt x="223966" y="500539"/>
                                  <a:pt x="404274" y="432911"/>
                                  <a:pt x="586677" y="365474"/>
                                </a:cubicBezTo>
                                <a:cubicBezTo>
                                  <a:pt x="654401" y="340423"/>
                                  <a:pt x="722504" y="315373"/>
                                  <a:pt x="790798" y="290322"/>
                                </a:cubicBezTo>
                                <a:cubicBezTo>
                                  <a:pt x="1042830" y="198120"/>
                                  <a:pt x="1298100" y="106394"/>
                                  <a:pt x="1554799" y="15716"/>
                                </a:cubicBezTo>
                                <a:cubicBezTo>
                                  <a:pt x="1560704" y="13621"/>
                                  <a:pt x="1566800" y="12668"/>
                                  <a:pt x="1572896" y="12668"/>
                                </a:cubicBezTo>
                                <a:cubicBezTo>
                                  <a:pt x="1580802" y="12668"/>
                                  <a:pt x="1588517" y="14383"/>
                                  <a:pt x="1595471" y="17812"/>
                                </a:cubicBezTo>
                                <a:cubicBezTo>
                                  <a:pt x="1606519" y="23241"/>
                                  <a:pt x="1614521" y="32385"/>
                                  <a:pt x="1618235" y="43529"/>
                                </a:cubicBezTo>
                                <a:cubicBezTo>
                                  <a:pt x="1727296" y="377095"/>
                                  <a:pt x="1828356" y="654368"/>
                                  <a:pt x="1927131" y="891159"/>
                                </a:cubicBezTo>
                                <a:cubicBezTo>
                                  <a:pt x="1931798" y="902398"/>
                                  <a:pt x="1931513" y="914972"/>
                                  <a:pt x="1926178" y="926497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000000">
                              <a:alpha val="100000"/>
                            </a:srgbClr>
                          </a:solidFill>
                          <a:ln>
                            <a:prstDash val="solid"/>
                            <a:headEnd type="none"/>
                            <a:tailEnd type="none"/>
                          </a:ln>
                        </p:spPr>
                      </p:sp>
                      <p:grpSp>
                        <p:nvGrpSpPr>
                          <p:cNvPr id="157" name="Group 157"/>
                          <p:cNvGrpSpPr/>
                          <p:nvPr/>
                        </p:nvGrpSpPr>
                        <p:grpSpPr>
                          <a:xfrm>
                            <a:off x="8769000" y="2560525"/>
                            <a:ext cx="1506092" cy="1056212"/>
                            <a:chOff x="8769000" y="2560525"/>
                            <a:chExt cx="1506092" cy="1056212"/>
                          </a:xfrm>
                        </p:grpSpPr>
                        <p:sp>
                          <p:nvSpPr>
                            <p:cNvPr id="158" name="AutoShape 158"/>
                            <p:cNvSpPr/>
                            <p:nvPr/>
                          </p:nvSpPr>
                          <p:spPr>
                            <a:xfrm>
                              <a:off x="9364217" y="2776949"/>
                              <a:ext cx="910875" cy="61823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0875" h="618236">
                                  <a:moveTo>
                                    <a:pt x="0" y="618237"/>
                                  </a:moveTo>
                                  <a:lnTo>
                                    <a:pt x="910876" y="276289"/>
                                  </a:lnTo>
                                  <a:lnTo>
                                    <a:pt x="307943" y="6541"/>
                                  </a:lnTo>
                                  <a:cubicBezTo>
                                    <a:pt x="268414" y="-11175"/>
                                    <a:pt x="222123" y="8446"/>
                                    <a:pt x="207264" y="49118"/>
                                  </a:cubicBezTo>
                                  <a:lnTo>
                                    <a:pt x="0" y="618237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59" name="AutoShape 159"/>
                            <p:cNvSpPr/>
                            <p:nvPr/>
                          </p:nvSpPr>
                          <p:spPr>
                            <a:xfrm>
                              <a:off x="8769000" y="2846611"/>
                              <a:ext cx="1048512" cy="77012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048512" h="770126">
                                  <a:moveTo>
                                    <a:pt x="0" y="770126"/>
                                  </a:moveTo>
                                  <a:lnTo>
                                    <a:pt x="1048512" y="376458"/>
                                  </a:lnTo>
                                  <a:lnTo>
                                    <a:pt x="315468" y="7460"/>
                                  </a:lnTo>
                                  <a:cubicBezTo>
                                    <a:pt x="276796" y="-11971"/>
                                    <a:pt x="229838" y="8127"/>
                                    <a:pt x="217361" y="49560"/>
                                  </a:cubicBezTo>
                                  <a:lnTo>
                                    <a:pt x="0" y="77003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20000"/>
                                <a:lumOff val="8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60" name="AutoShape 160"/>
                            <p:cNvSpPr/>
                            <p:nvPr/>
                          </p:nvSpPr>
                          <p:spPr>
                            <a:xfrm rot="-1500000">
                              <a:off x="9210771" y="2604730"/>
                              <a:ext cx="265747" cy="26574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65747" h="265747">
                                  <a:moveTo>
                                    <a:pt x="265747" y="132874"/>
                                  </a:moveTo>
                                  <a:cubicBezTo>
                                    <a:pt x="265747" y="206258"/>
                                    <a:pt x="206258" y="265748"/>
                                    <a:pt x="132873" y="265748"/>
                                  </a:cubicBezTo>
                                  <a:cubicBezTo>
                                    <a:pt x="59490" y="265748"/>
                                    <a:pt x="0" y="206258"/>
                                    <a:pt x="0" y="132874"/>
                                  </a:cubicBezTo>
                                  <a:cubicBezTo>
                                    <a:pt x="0" y="59490"/>
                                    <a:pt x="59489" y="0"/>
                                    <a:pt x="132873" y="0"/>
                                  </a:cubicBezTo>
                                  <a:cubicBezTo>
                                    <a:pt x="206257" y="0"/>
                                    <a:pt x="265747" y="59490"/>
                                    <a:pt x="265747" y="132874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D84C4C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  <p:grpSp>
                        <p:nvGrpSpPr>
                          <p:cNvPr id="161" name="Group 161"/>
                          <p:cNvGrpSpPr/>
                          <p:nvPr/>
                        </p:nvGrpSpPr>
                        <p:grpSpPr>
                          <a:xfrm>
                            <a:off x="9274564" y="2231638"/>
                            <a:ext cx="446623" cy="176090"/>
                            <a:chOff x="9274564" y="2231638"/>
                            <a:chExt cx="446623" cy="176090"/>
                          </a:xfrm>
                          <a:solidFill>
                            <a:srgbClr val="FFFFFF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162" name="AutoShape 162"/>
                            <p:cNvSpPr/>
                            <p:nvPr/>
                          </p:nvSpPr>
                          <p:spPr>
                            <a:xfrm>
                              <a:off x="9274564" y="2279595"/>
                              <a:ext cx="323609" cy="1281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23609" h="128133">
                                  <a:moveTo>
                                    <a:pt x="6405" y="128134"/>
                                  </a:moveTo>
                                  <a:cubicBezTo>
                                    <a:pt x="3833" y="128134"/>
                                    <a:pt x="1356" y="126515"/>
                                    <a:pt x="404" y="123943"/>
                                  </a:cubicBezTo>
                                  <a:cubicBezTo>
                                    <a:pt x="-835" y="120609"/>
                                    <a:pt x="880" y="116990"/>
                                    <a:pt x="4119" y="115751"/>
                                  </a:cubicBezTo>
                                  <a:lnTo>
                                    <a:pt x="315015" y="404"/>
                                  </a:lnTo>
                                  <a:cubicBezTo>
                                    <a:pt x="318253" y="-834"/>
                                    <a:pt x="321968" y="880"/>
                                    <a:pt x="323206" y="4118"/>
                                  </a:cubicBezTo>
                                  <a:cubicBezTo>
                                    <a:pt x="324444" y="7452"/>
                                    <a:pt x="322730" y="11072"/>
                                    <a:pt x="319491" y="12310"/>
                                  </a:cubicBezTo>
                                  <a:lnTo>
                                    <a:pt x="8595" y="127658"/>
                                  </a:lnTo>
                                  <a:cubicBezTo>
                                    <a:pt x="7834" y="127943"/>
                                    <a:pt x="7071" y="128039"/>
                                    <a:pt x="6405" y="12803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63" name="AutoShape 163"/>
                            <p:cNvSpPr/>
                            <p:nvPr/>
                          </p:nvSpPr>
                          <p:spPr>
                            <a:xfrm>
                              <a:off x="9632944" y="2231638"/>
                              <a:ext cx="88243" cy="3988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88243" h="39883">
                                  <a:moveTo>
                                    <a:pt x="6355" y="39883"/>
                                  </a:moveTo>
                                  <a:cubicBezTo>
                                    <a:pt x="3783" y="39883"/>
                                    <a:pt x="1307" y="38264"/>
                                    <a:pt x="354" y="35692"/>
                                  </a:cubicBezTo>
                                  <a:cubicBezTo>
                                    <a:pt x="-789" y="32358"/>
                                    <a:pt x="926" y="28739"/>
                                    <a:pt x="4165" y="27501"/>
                                  </a:cubicBezTo>
                                  <a:lnTo>
                                    <a:pt x="79698" y="354"/>
                                  </a:lnTo>
                                  <a:cubicBezTo>
                                    <a:pt x="82936" y="-789"/>
                                    <a:pt x="86651" y="926"/>
                                    <a:pt x="87889" y="4164"/>
                                  </a:cubicBezTo>
                                  <a:cubicBezTo>
                                    <a:pt x="89032" y="7498"/>
                                    <a:pt x="87318" y="11118"/>
                                    <a:pt x="84079" y="12356"/>
                                  </a:cubicBezTo>
                                  <a:lnTo>
                                    <a:pt x="8546" y="39502"/>
                                  </a:lnTo>
                                  <a:cubicBezTo>
                                    <a:pt x="7879" y="39788"/>
                                    <a:pt x="7117" y="39883"/>
                                    <a:pt x="6355" y="3988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  <p:grpSp>
                        <p:nvGrpSpPr>
                          <p:cNvPr id="164" name="Group 164"/>
                          <p:cNvGrpSpPr/>
                          <p:nvPr/>
                        </p:nvGrpSpPr>
                        <p:grpSpPr>
                          <a:xfrm>
                            <a:off x="8604435" y="2743809"/>
                            <a:ext cx="179807" cy="113690"/>
                            <a:chOff x="8604435" y="2743809"/>
                            <a:chExt cx="179807" cy="113690"/>
                          </a:xfrm>
                          <a:solidFill>
                            <a:srgbClr val="282523">
                              <a:alpha val="100000"/>
                            </a:srgbClr>
                          </a:solidFill>
                        </p:grpSpPr>
                        <p:sp>
                          <p:nvSpPr>
                            <p:cNvPr id="165" name="AutoShape 165"/>
                            <p:cNvSpPr/>
                            <p:nvPr/>
                          </p:nvSpPr>
                          <p:spPr>
                            <a:xfrm>
                              <a:off x="8637773" y="2762334"/>
                              <a:ext cx="33950" cy="2039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3950" h="20394">
                                  <a:moveTo>
                                    <a:pt x="6355" y="20395"/>
                                  </a:moveTo>
                                  <a:cubicBezTo>
                                    <a:pt x="3783" y="20395"/>
                                    <a:pt x="1307" y="18775"/>
                                    <a:pt x="354" y="16204"/>
                                  </a:cubicBezTo>
                                  <a:cubicBezTo>
                                    <a:pt x="-789" y="12870"/>
                                    <a:pt x="926" y="9250"/>
                                    <a:pt x="4164" y="8012"/>
                                  </a:cubicBezTo>
                                  <a:lnTo>
                                    <a:pt x="25405" y="392"/>
                                  </a:lnTo>
                                  <a:cubicBezTo>
                                    <a:pt x="28643" y="-846"/>
                                    <a:pt x="32358" y="964"/>
                                    <a:pt x="33597" y="4202"/>
                                  </a:cubicBezTo>
                                  <a:cubicBezTo>
                                    <a:pt x="34739" y="7536"/>
                                    <a:pt x="33025" y="11155"/>
                                    <a:pt x="29786" y="12394"/>
                                  </a:cubicBezTo>
                                  <a:lnTo>
                                    <a:pt x="8546" y="20014"/>
                                  </a:lnTo>
                                  <a:cubicBezTo>
                                    <a:pt x="7879" y="20299"/>
                                    <a:pt x="7117" y="20395"/>
                                    <a:pt x="6355" y="2039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66" name="AutoShape 166"/>
                            <p:cNvSpPr/>
                            <p:nvPr/>
                          </p:nvSpPr>
                          <p:spPr>
                            <a:xfrm>
                              <a:off x="8693791" y="2743809"/>
                              <a:ext cx="36500" cy="2072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6500" h="20726">
                                  <a:moveTo>
                                    <a:pt x="6344" y="20727"/>
                                  </a:moveTo>
                                  <a:cubicBezTo>
                                    <a:pt x="3676" y="20727"/>
                                    <a:pt x="1200" y="19012"/>
                                    <a:pt x="343" y="16345"/>
                                  </a:cubicBezTo>
                                  <a:cubicBezTo>
                                    <a:pt x="-800" y="13011"/>
                                    <a:pt x="1010" y="9392"/>
                                    <a:pt x="4343" y="8249"/>
                                  </a:cubicBezTo>
                                  <a:lnTo>
                                    <a:pt x="28060" y="343"/>
                                  </a:lnTo>
                                  <a:cubicBezTo>
                                    <a:pt x="31395" y="-800"/>
                                    <a:pt x="35014" y="1010"/>
                                    <a:pt x="36157" y="4344"/>
                                  </a:cubicBezTo>
                                  <a:cubicBezTo>
                                    <a:pt x="37300" y="7677"/>
                                    <a:pt x="35490" y="11297"/>
                                    <a:pt x="32156" y="12440"/>
                                  </a:cubicBezTo>
                                  <a:lnTo>
                                    <a:pt x="8439" y="20345"/>
                                  </a:lnTo>
                                  <a:cubicBezTo>
                                    <a:pt x="7772" y="20536"/>
                                    <a:pt x="7105" y="20631"/>
                                    <a:pt x="6439" y="2063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67" name="AutoShape 167"/>
                            <p:cNvSpPr/>
                            <p:nvPr/>
                          </p:nvSpPr>
                          <p:spPr>
                            <a:xfrm>
                              <a:off x="8669407" y="2780576"/>
                              <a:ext cx="53835" cy="2691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3835" h="26917">
                                  <a:moveTo>
                                    <a:pt x="6344" y="26823"/>
                                  </a:moveTo>
                                  <a:cubicBezTo>
                                    <a:pt x="3676" y="26823"/>
                                    <a:pt x="1200" y="25203"/>
                                    <a:pt x="343" y="22536"/>
                                  </a:cubicBezTo>
                                  <a:cubicBezTo>
                                    <a:pt x="-800" y="19203"/>
                                    <a:pt x="1010" y="15583"/>
                                    <a:pt x="4343" y="14440"/>
                                  </a:cubicBezTo>
                                  <a:lnTo>
                                    <a:pt x="45396" y="343"/>
                                  </a:lnTo>
                                  <a:cubicBezTo>
                                    <a:pt x="48730" y="-800"/>
                                    <a:pt x="52349" y="1010"/>
                                    <a:pt x="53492" y="4344"/>
                                  </a:cubicBezTo>
                                  <a:cubicBezTo>
                                    <a:pt x="54635" y="7677"/>
                                    <a:pt x="52825" y="11297"/>
                                    <a:pt x="49492" y="12440"/>
                                  </a:cubicBezTo>
                                  <a:lnTo>
                                    <a:pt x="8439" y="26537"/>
                                  </a:lnTo>
                                  <a:cubicBezTo>
                                    <a:pt x="7772" y="26727"/>
                                    <a:pt x="7010" y="26918"/>
                                    <a:pt x="6344" y="2691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68" name="AutoShape 168"/>
                            <p:cNvSpPr/>
                            <p:nvPr/>
                          </p:nvSpPr>
                          <p:spPr>
                            <a:xfrm>
                              <a:off x="8753875" y="2760555"/>
                              <a:ext cx="30345" cy="20268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0345" h="20268">
                                  <a:moveTo>
                                    <a:pt x="6362" y="20268"/>
                                  </a:moveTo>
                                  <a:cubicBezTo>
                                    <a:pt x="3886" y="20268"/>
                                    <a:pt x="1600" y="18840"/>
                                    <a:pt x="552" y="16458"/>
                                  </a:cubicBezTo>
                                  <a:cubicBezTo>
                                    <a:pt x="-877" y="13220"/>
                                    <a:pt x="552" y="9505"/>
                                    <a:pt x="3886" y="8076"/>
                                  </a:cubicBezTo>
                                  <a:lnTo>
                                    <a:pt x="21411" y="552"/>
                                  </a:lnTo>
                                  <a:cubicBezTo>
                                    <a:pt x="24650" y="-877"/>
                                    <a:pt x="28365" y="552"/>
                                    <a:pt x="29793" y="3885"/>
                                  </a:cubicBezTo>
                                  <a:cubicBezTo>
                                    <a:pt x="31222" y="7124"/>
                                    <a:pt x="29793" y="10839"/>
                                    <a:pt x="26460" y="12267"/>
                                  </a:cubicBezTo>
                                  <a:lnTo>
                                    <a:pt x="8934" y="19792"/>
                                  </a:lnTo>
                                  <a:cubicBezTo>
                                    <a:pt x="8077" y="20173"/>
                                    <a:pt x="7219" y="20268"/>
                                    <a:pt x="6457" y="2026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69" name="AutoShape 169"/>
                            <p:cNvSpPr/>
                            <p:nvPr/>
                          </p:nvSpPr>
                          <p:spPr>
                            <a:xfrm>
                              <a:off x="8707847" y="2797775"/>
                              <a:ext cx="76395" cy="3248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6395" h="32482">
                                  <a:moveTo>
                                    <a:pt x="6384" y="32483"/>
                                  </a:moveTo>
                                  <a:cubicBezTo>
                                    <a:pt x="3622" y="32483"/>
                                    <a:pt x="1145" y="30768"/>
                                    <a:pt x="288" y="28006"/>
                                  </a:cubicBezTo>
                                  <a:cubicBezTo>
                                    <a:pt x="-760" y="24672"/>
                                    <a:pt x="1145" y="21053"/>
                                    <a:pt x="4479" y="20005"/>
                                  </a:cubicBezTo>
                                  <a:lnTo>
                                    <a:pt x="68106" y="288"/>
                                  </a:lnTo>
                                  <a:cubicBezTo>
                                    <a:pt x="71440" y="-760"/>
                                    <a:pt x="75060" y="1145"/>
                                    <a:pt x="76107" y="4479"/>
                                  </a:cubicBezTo>
                                  <a:cubicBezTo>
                                    <a:pt x="77155" y="7813"/>
                                    <a:pt x="75250" y="11432"/>
                                    <a:pt x="71916" y="12480"/>
                                  </a:cubicBezTo>
                                  <a:lnTo>
                                    <a:pt x="8289" y="32197"/>
                                  </a:lnTo>
                                  <a:cubicBezTo>
                                    <a:pt x="7622" y="32387"/>
                                    <a:pt x="7051" y="32483"/>
                                    <a:pt x="6384" y="3248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70" name="AutoShape 170"/>
                            <p:cNvSpPr/>
                            <p:nvPr/>
                          </p:nvSpPr>
                          <p:spPr>
                            <a:xfrm>
                              <a:off x="8633677" y="2835523"/>
                              <a:ext cx="38427" cy="2197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8427" h="21976">
                                  <a:moveTo>
                                    <a:pt x="6355" y="21976"/>
                                  </a:moveTo>
                                  <a:cubicBezTo>
                                    <a:pt x="3783" y="21976"/>
                                    <a:pt x="1307" y="20357"/>
                                    <a:pt x="354" y="17785"/>
                                  </a:cubicBezTo>
                                  <a:cubicBezTo>
                                    <a:pt x="-789" y="14451"/>
                                    <a:pt x="926" y="10832"/>
                                    <a:pt x="4164" y="9594"/>
                                  </a:cubicBezTo>
                                  <a:lnTo>
                                    <a:pt x="29882" y="354"/>
                                  </a:lnTo>
                                  <a:cubicBezTo>
                                    <a:pt x="33120" y="-789"/>
                                    <a:pt x="36835" y="926"/>
                                    <a:pt x="38073" y="4164"/>
                                  </a:cubicBezTo>
                                  <a:cubicBezTo>
                                    <a:pt x="39216" y="7498"/>
                                    <a:pt x="37502" y="11118"/>
                                    <a:pt x="34263" y="12356"/>
                                  </a:cubicBezTo>
                                  <a:lnTo>
                                    <a:pt x="8546" y="21595"/>
                                  </a:lnTo>
                                  <a:cubicBezTo>
                                    <a:pt x="7879" y="21881"/>
                                    <a:pt x="7117" y="21976"/>
                                    <a:pt x="6355" y="2197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71" name="AutoShape 171"/>
                            <p:cNvSpPr/>
                            <p:nvPr/>
                          </p:nvSpPr>
                          <p:spPr>
                            <a:xfrm>
                              <a:off x="8604435" y="2817007"/>
                              <a:ext cx="29474" cy="1877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9474" h="18775">
                                  <a:moveTo>
                                    <a:pt x="6355" y="18775"/>
                                  </a:moveTo>
                                  <a:cubicBezTo>
                                    <a:pt x="3783" y="18775"/>
                                    <a:pt x="1307" y="17156"/>
                                    <a:pt x="354" y="14584"/>
                                  </a:cubicBezTo>
                                  <a:cubicBezTo>
                                    <a:pt x="-789" y="11251"/>
                                    <a:pt x="926" y="7631"/>
                                    <a:pt x="4164" y="6393"/>
                                  </a:cubicBezTo>
                                  <a:lnTo>
                                    <a:pt x="20928" y="392"/>
                                  </a:lnTo>
                                  <a:cubicBezTo>
                                    <a:pt x="24167" y="-846"/>
                                    <a:pt x="27882" y="964"/>
                                    <a:pt x="29119" y="4202"/>
                                  </a:cubicBezTo>
                                  <a:cubicBezTo>
                                    <a:pt x="30263" y="7536"/>
                                    <a:pt x="28548" y="11155"/>
                                    <a:pt x="25310" y="12394"/>
                                  </a:cubicBezTo>
                                  <a:lnTo>
                                    <a:pt x="8546" y="18394"/>
                                  </a:lnTo>
                                  <a:cubicBezTo>
                                    <a:pt x="7879" y="18680"/>
                                    <a:pt x="7117" y="18775"/>
                                    <a:pt x="6355" y="1877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</p:grpSp>
                    <p:grpSp>
                      <p:nvGrpSpPr>
                        <p:cNvPr id="172" name="Group 172"/>
                        <p:cNvGrpSpPr/>
                        <p:nvPr/>
                      </p:nvGrpSpPr>
                      <p:grpSpPr>
                        <a:xfrm>
                          <a:off x="8956391" y="2988468"/>
                          <a:ext cx="1269172" cy="2720721"/>
                          <a:chOff x="8956391" y="2988468"/>
                          <a:chExt cx="1269172" cy="2720721"/>
                        </a:xfrm>
                      </p:grpSpPr>
                      <p:grpSp>
                        <p:nvGrpSpPr>
                          <p:cNvPr id="173" name="Group 173"/>
                          <p:cNvGrpSpPr/>
                          <p:nvPr/>
                        </p:nvGrpSpPr>
                        <p:grpSpPr>
                          <a:xfrm>
                            <a:off x="8956391" y="2988468"/>
                            <a:ext cx="1183706" cy="2720721"/>
                            <a:chOff x="8956391" y="2988468"/>
                            <a:chExt cx="1183706" cy="2720721"/>
                          </a:xfrm>
                        </p:grpSpPr>
                        <p:sp>
                          <p:nvSpPr>
                            <p:cNvPr id="174" name="AutoShape 174"/>
                            <p:cNvSpPr/>
                            <p:nvPr/>
                          </p:nvSpPr>
                          <p:spPr>
                            <a:xfrm>
                              <a:off x="8956391" y="2988468"/>
                              <a:ext cx="1183706" cy="272072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83706" h="2720721">
                                  <a:moveTo>
                                    <a:pt x="211707" y="2720721"/>
                                  </a:moveTo>
                                  <a:cubicBezTo>
                                    <a:pt x="211707" y="2720721"/>
                                    <a:pt x="280191" y="1962340"/>
                                    <a:pt x="251902" y="1886998"/>
                                  </a:cubicBezTo>
                                  <a:cubicBezTo>
                                    <a:pt x="223613" y="1811655"/>
                                    <a:pt x="23398" y="1445038"/>
                                    <a:pt x="3300" y="1301877"/>
                                  </a:cubicBezTo>
                                  <a:cubicBezTo>
                                    <a:pt x="-16798" y="1158716"/>
                                    <a:pt x="59783" y="960406"/>
                                    <a:pt x="101217" y="891349"/>
                                  </a:cubicBezTo>
                                  <a:cubicBezTo>
                                    <a:pt x="142651" y="822293"/>
                                    <a:pt x="303623" y="784670"/>
                                    <a:pt x="303623" y="784670"/>
                                  </a:cubicBezTo>
                                  <a:cubicBezTo>
                                    <a:pt x="303623" y="784670"/>
                                    <a:pt x="276953" y="-95"/>
                                    <a:pt x="431354" y="0"/>
                                  </a:cubicBezTo>
                                  <a:cubicBezTo>
                                    <a:pt x="554702" y="0"/>
                                    <a:pt x="607089" y="679228"/>
                                    <a:pt x="607089" y="679228"/>
                                  </a:cubicBezTo>
                                  <a:cubicBezTo>
                                    <a:pt x="737677" y="625221"/>
                                    <a:pt x="835595" y="762095"/>
                                    <a:pt x="835595" y="762095"/>
                                  </a:cubicBezTo>
                                  <a:cubicBezTo>
                                    <a:pt x="983708" y="731996"/>
                                    <a:pt x="1032762" y="921544"/>
                                    <a:pt x="1032762" y="921544"/>
                                  </a:cubicBezTo>
                                  <a:cubicBezTo>
                                    <a:pt x="1192210" y="907732"/>
                                    <a:pt x="1188495" y="1063466"/>
                                    <a:pt x="1180876" y="1221581"/>
                                  </a:cubicBezTo>
                                  <a:cubicBezTo>
                                    <a:pt x="1173255" y="1379696"/>
                                    <a:pt x="1112581" y="1757077"/>
                                    <a:pt x="1105057" y="1849946"/>
                                  </a:cubicBezTo>
                                  <a:cubicBezTo>
                                    <a:pt x="1097532" y="1942814"/>
                                    <a:pt x="1183637" y="2720626"/>
                                    <a:pt x="1183637" y="2720626"/>
                                  </a:cubicBezTo>
                                  <a:lnTo>
                                    <a:pt x="211612" y="272062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06D51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75" name="AutoShape 175"/>
                            <p:cNvSpPr/>
                            <p:nvPr/>
                          </p:nvSpPr>
                          <p:spPr>
                            <a:xfrm>
                              <a:off x="10016715" y="4273711"/>
                              <a:ext cx="47841" cy="25733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7841" h="257330">
                                  <a:moveTo>
                                    <a:pt x="6442" y="257331"/>
                                  </a:moveTo>
                                  <a:cubicBezTo>
                                    <a:pt x="6442" y="257331"/>
                                    <a:pt x="5871" y="257331"/>
                                    <a:pt x="5490" y="257331"/>
                                  </a:cubicBezTo>
                                  <a:cubicBezTo>
                                    <a:pt x="1966" y="256854"/>
                                    <a:pt x="-416" y="253616"/>
                                    <a:pt x="61" y="250092"/>
                                  </a:cubicBezTo>
                                  <a:lnTo>
                                    <a:pt x="35112" y="5490"/>
                                  </a:lnTo>
                                  <a:cubicBezTo>
                                    <a:pt x="35589" y="1966"/>
                                    <a:pt x="38827" y="-416"/>
                                    <a:pt x="42352" y="61"/>
                                  </a:cubicBezTo>
                                  <a:cubicBezTo>
                                    <a:pt x="45876" y="537"/>
                                    <a:pt x="48257" y="3775"/>
                                    <a:pt x="47781" y="7300"/>
                                  </a:cubicBezTo>
                                  <a:lnTo>
                                    <a:pt x="12729" y="251902"/>
                                  </a:lnTo>
                                  <a:cubicBezTo>
                                    <a:pt x="12252" y="255045"/>
                                    <a:pt x="9586" y="257331"/>
                                    <a:pt x="6442" y="257331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76" name="AutoShape 176"/>
                            <p:cNvSpPr/>
                            <p:nvPr/>
                          </p:nvSpPr>
                          <p:spPr>
                            <a:xfrm>
                              <a:off x="9993949" y="4563938"/>
                              <a:ext cx="25458" cy="6597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5458" h="65973">
                                  <a:moveTo>
                                    <a:pt x="6443" y="65974"/>
                                  </a:moveTo>
                                  <a:cubicBezTo>
                                    <a:pt x="5966" y="65974"/>
                                    <a:pt x="5490" y="65974"/>
                                    <a:pt x="4919" y="65783"/>
                                  </a:cubicBezTo>
                                  <a:cubicBezTo>
                                    <a:pt x="1490" y="65022"/>
                                    <a:pt x="-606" y="61497"/>
                                    <a:pt x="156" y="58068"/>
                                  </a:cubicBezTo>
                                  <a:lnTo>
                                    <a:pt x="12825" y="4919"/>
                                  </a:lnTo>
                                  <a:cubicBezTo>
                                    <a:pt x="13682" y="1490"/>
                                    <a:pt x="17016" y="-606"/>
                                    <a:pt x="20540" y="156"/>
                                  </a:cubicBezTo>
                                  <a:cubicBezTo>
                                    <a:pt x="23969" y="918"/>
                                    <a:pt x="26064" y="4442"/>
                                    <a:pt x="25302" y="7872"/>
                                  </a:cubicBezTo>
                                  <a:lnTo>
                                    <a:pt x="12634" y="61021"/>
                                  </a:lnTo>
                                  <a:cubicBezTo>
                                    <a:pt x="11967" y="63974"/>
                                    <a:pt x="9300" y="65879"/>
                                    <a:pt x="6443" y="6587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FFD05C">
                                <a:alpha val="100000"/>
                                <a:lumMod val="40000"/>
                                <a:lumOff val="6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grpSp>
                          <p:nvGrpSpPr>
                            <p:cNvPr id="177" name="Group 177"/>
                            <p:cNvGrpSpPr/>
                            <p:nvPr/>
                          </p:nvGrpSpPr>
                          <p:grpSpPr>
                            <a:xfrm>
                              <a:off x="9183494" y="3031807"/>
                              <a:ext cx="822908" cy="1167955"/>
                              <a:chOff x="9183494" y="3031807"/>
                              <a:chExt cx="822908" cy="1167955"/>
                            </a:xfrm>
                            <a:solidFill>
                              <a:srgbClr val="282523">
                                <a:alpha val="100000"/>
                              </a:srgbClr>
                            </a:solidFill>
                          </p:grpSpPr>
                          <p:sp>
                            <p:nvSpPr>
                              <p:cNvPr id="178" name="AutoShape 178"/>
                              <p:cNvSpPr/>
                              <p:nvPr/>
                            </p:nvSpPr>
                            <p:spPr>
                              <a:xfrm>
                                <a:off x="9183494" y="3793616"/>
                                <a:ext cx="83006" cy="406146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83006" h="406146">
                                    <a:moveTo>
                                      <a:pt x="6416" y="406051"/>
                                    </a:moveTo>
                                    <a:cubicBezTo>
                                      <a:pt x="5654" y="406051"/>
                                      <a:pt x="4891" y="405955"/>
                                      <a:pt x="4130" y="405670"/>
                                    </a:cubicBezTo>
                                    <a:cubicBezTo>
                                      <a:pt x="796" y="404431"/>
                                      <a:pt x="-823" y="400717"/>
                                      <a:pt x="415" y="397478"/>
                                    </a:cubicBezTo>
                                    <a:cubicBezTo>
                                      <a:pt x="1082" y="395573"/>
                                      <a:pt x="71090" y="208693"/>
                                      <a:pt x="70233" y="6382"/>
                                    </a:cubicBezTo>
                                    <a:cubicBezTo>
                                      <a:pt x="70233" y="2857"/>
                                      <a:pt x="73091" y="0"/>
                                      <a:pt x="76615" y="0"/>
                                    </a:cubicBezTo>
                                    <a:lnTo>
                                      <a:pt x="76615" y="0"/>
                                    </a:lnTo>
                                    <a:cubicBezTo>
                                      <a:pt x="80139" y="0"/>
                                      <a:pt x="82997" y="2857"/>
                                      <a:pt x="82997" y="6382"/>
                                    </a:cubicBezTo>
                                    <a:cubicBezTo>
                                      <a:pt x="83949" y="211074"/>
                                      <a:pt x="13083" y="400145"/>
                                      <a:pt x="12417" y="402050"/>
                                    </a:cubicBezTo>
                                    <a:cubicBezTo>
                                      <a:pt x="11464" y="404622"/>
                                      <a:pt x="8988" y="406146"/>
                                      <a:pt x="6511" y="406146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179" name="AutoShape 179"/>
                              <p:cNvSpPr/>
                              <p:nvPr/>
                            </p:nvSpPr>
                            <p:spPr>
                              <a:xfrm>
                                <a:off x="9566793" y="3693880"/>
                                <a:ext cx="20234" cy="108214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20234" h="108214">
                                    <a:moveTo>
                                      <a:pt x="13927" y="108214"/>
                                    </a:moveTo>
                                    <a:cubicBezTo>
                                      <a:pt x="10594" y="108214"/>
                                      <a:pt x="7832" y="105642"/>
                                      <a:pt x="7546" y="102308"/>
                                    </a:cubicBezTo>
                                    <a:lnTo>
                                      <a:pt x="21" y="6868"/>
                                    </a:lnTo>
                                    <a:cubicBezTo>
                                      <a:pt x="-265" y="3344"/>
                                      <a:pt x="2402" y="296"/>
                                      <a:pt x="5831" y="10"/>
                                    </a:cubicBezTo>
                                    <a:cubicBezTo>
                                      <a:pt x="9260" y="-180"/>
                                      <a:pt x="12403" y="2391"/>
                                      <a:pt x="12689" y="5820"/>
                                    </a:cubicBezTo>
                                    <a:lnTo>
                                      <a:pt x="20214" y="101261"/>
                                    </a:lnTo>
                                    <a:cubicBezTo>
                                      <a:pt x="20499" y="104785"/>
                                      <a:pt x="17833" y="107833"/>
                                      <a:pt x="14404" y="108119"/>
                                    </a:cubicBezTo>
                                    <a:cubicBezTo>
                                      <a:pt x="14213" y="108119"/>
                                      <a:pt x="14023" y="108119"/>
                                      <a:pt x="13927" y="108119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180" name="AutoShape 180"/>
                              <p:cNvSpPr/>
                              <p:nvPr/>
                            </p:nvSpPr>
                            <p:spPr>
                              <a:xfrm>
                                <a:off x="9798739" y="3780082"/>
                                <a:ext cx="16115" cy="88115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6115" h="88115">
                                    <a:moveTo>
                                      <a:pt x="9725" y="88116"/>
                                    </a:moveTo>
                                    <a:cubicBezTo>
                                      <a:pt x="6296" y="88116"/>
                                      <a:pt x="3534" y="85449"/>
                                      <a:pt x="3343" y="82020"/>
                                    </a:cubicBezTo>
                                    <a:lnTo>
                                      <a:pt x="9" y="6677"/>
                                    </a:lnTo>
                                    <a:cubicBezTo>
                                      <a:pt x="-181" y="3153"/>
                                      <a:pt x="2581" y="200"/>
                                      <a:pt x="6105" y="9"/>
                                    </a:cubicBezTo>
                                    <a:cubicBezTo>
                                      <a:pt x="9344" y="-181"/>
                                      <a:pt x="12582" y="2581"/>
                                      <a:pt x="12773" y="6105"/>
                                    </a:cubicBezTo>
                                    <a:lnTo>
                                      <a:pt x="16107" y="81448"/>
                                    </a:lnTo>
                                    <a:cubicBezTo>
                                      <a:pt x="16297" y="84972"/>
                                      <a:pt x="13535" y="87925"/>
                                      <a:pt x="10010" y="88116"/>
                                    </a:cubicBezTo>
                                    <a:cubicBezTo>
                                      <a:pt x="10010" y="88116"/>
                                      <a:pt x="9820" y="88116"/>
                                      <a:pt x="9725" y="88116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181" name="AutoShape 181"/>
                              <p:cNvSpPr/>
                              <p:nvPr/>
                            </p:nvSpPr>
                            <p:spPr>
                              <a:xfrm>
                                <a:off x="9987810" y="3941625"/>
                                <a:ext cx="18592" cy="10487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8592" h="104879">
                                    <a:moveTo>
                                      <a:pt x="12297" y="104880"/>
                                    </a:moveTo>
                                    <a:cubicBezTo>
                                      <a:pt x="8963" y="104880"/>
                                      <a:pt x="6201" y="102308"/>
                                      <a:pt x="5915" y="98879"/>
                                    </a:cubicBezTo>
                                    <a:lnTo>
                                      <a:pt x="10" y="6772"/>
                                    </a:lnTo>
                                    <a:cubicBezTo>
                                      <a:pt x="-181" y="3248"/>
                                      <a:pt x="2486" y="200"/>
                                      <a:pt x="5915" y="10"/>
                                    </a:cubicBezTo>
                                    <a:cubicBezTo>
                                      <a:pt x="9439" y="-181"/>
                                      <a:pt x="12487" y="2486"/>
                                      <a:pt x="12677" y="5915"/>
                                    </a:cubicBezTo>
                                    <a:lnTo>
                                      <a:pt x="18583" y="98022"/>
                                    </a:lnTo>
                                    <a:cubicBezTo>
                                      <a:pt x="18774" y="101546"/>
                                      <a:pt x="16107" y="104594"/>
                                      <a:pt x="12677" y="104785"/>
                                    </a:cubicBezTo>
                                    <a:cubicBezTo>
                                      <a:pt x="12582" y="104785"/>
                                      <a:pt x="12392" y="104785"/>
                                      <a:pt x="12297" y="104785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182" name="AutoShape 182"/>
                              <p:cNvSpPr/>
                              <p:nvPr/>
                            </p:nvSpPr>
                            <p:spPr>
                              <a:xfrm>
                                <a:off x="9338275" y="3406921"/>
                                <a:ext cx="133343" cy="3179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3343" h="31793">
                                    <a:moveTo>
                                      <a:pt x="6416" y="31794"/>
                                    </a:moveTo>
                                    <a:cubicBezTo>
                                      <a:pt x="4130" y="31794"/>
                                      <a:pt x="1939" y="30556"/>
                                      <a:pt x="796" y="28460"/>
                                    </a:cubicBezTo>
                                    <a:cubicBezTo>
                                      <a:pt x="-918" y="25412"/>
                                      <a:pt x="225" y="21507"/>
                                      <a:pt x="3368" y="19792"/>
                                    </a:cubicBezTo>
                                    <a:cubicBezTo>
                                      <a:pt x="41564" y="-972"/>
                                      <a:pt x="87284" y="-5640"/>
                                      <a:pt x="128812" y="6933"/>
                                    </a:cubicBezTo>
                                    <a:cubicBezTo>
                                      <a:pt x="132146" y="7981"/>
                                      <a:pt x="134051" y="11506"/>
                                      <a:pt x="133099" y="14839"/>
                                    </a:cubicBezTo>
                                    <a:cubicBezTo>
                                      <a:pt x="132051" y="18173"/>
                                      <a:pt x="128527" y="20078"/>
                                      <a:pt x="125193" y="19125"/>
                                    </a:cubicBezTo>
                                    <a:cubicBezTo>
                                      <a:pt x="86807" y="7600"/>
                                      <a:pt x="44707" y="11886"/>
                                      <a:pt x="9464" y="31032"/>
                                    </a:cubicBezTo>
                                    <a:cubicBezTo>
                                      <a:pt x="8512" y="31603"/>
                                      <a:pt x="7464" y="31794"/>
                                      <a:pt x="6416" y="31794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183" name="AutoShape 183"/>
                              <p:cNvSpPr/>
                              <p:nvPr/>
                            </p:nvSpPr>
                            <p:spPr>
                              <a:xfrm>
                                <a:off x="9362416" y="3346886"/>
                                <a:ext cx="71488" cy="1562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1488" h="15629">
                                    <a:moveTo>
                                      <a:pt x="6374" y="15629"/>
                                    </a:moveTo>
                                    <a:cubicBezTo>
                                      <a:pt x="3326" y="15629"/>
                                      <a:pt x="659" y="13439"/>
                                      <a:pt x="88" y="10391"/>
                                    </a:cubicBezTo>
                                    <a:cubicBezTo>
                                      <a:pt x="-484" y="6961"/>
                                      <a:pt x="1802" y="3628"/>
                                      <a:pt x="5231" y="3056"/>
                                    </a:cubicBezTo>
                                    <a:cubicBezTo>
                                      <a:pt x="25234" y="-468"/>
                                      <a:pt x="45617" y="-944"/>
                                      <a:pt x="65905" y="1627"/>
                                    </a:cubicBezTo>
                                    <a:cubicBezTo>
                                      <a:pt x="69429" y="2104"/>
                                      <a:pt x="71906" y="5247"/>
                                      <a:pt x="71430" y="8771"/>
                                    </a:cubicBezTo>
                                    <a:cubicBezTo>
                                      <a:pt x="70954" y="12296"/>
                                      <a:pt x="67715" y="14772"/>
                                      <a:pt x="64286" y="14296"/>
                                    </a:cubicBezTo>
                                    <a:cubicBezTo>
                                      <a:pt x="45331" y="11915"/>
                                      <a:pt x="26186" y="12296"/>
                                      <a:pt x="7422" y="15629"/>
                                    </a:cubicBezTo>
                                    <a:cubicBezTo>
                                      <a:pt x="7041" y="15629"/>
                                      <a:pt x="6660" y="15629"/>
                                      <a:pt x="6279" y="15629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  <p:sp>
                            <p:nvSpPr>
                              <p:cNvPr id="184" name="AutoShape 184"/>
                              <p:cNvSpPr/>
                              <p:nvPr/>
                            </p:nvSpPr>
                            <p:spPr>
                              <a:xfrm>
                                <a:off x="9324857" y="3031807"/>
                                <a:ext cx="132961" cy="17887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2961" h="178879">
                                    <a:moveTo>
                                      <a:pt x="126038" y="125444"/>
                                    </a:moveTo>
                                    <a:cubicBezTo>
                                      <a:pt x="115656" y="75629"/>
                                      <a:pt x="94320" y="0"/>
                                      <a:pt x="60792" y="0"/>
                                    </a:cubicBezTo>
                                    <a:cubicBezTo>
                                      <a:pt x="60030" y="0"/>
                                      <a:pt x="59363" y="0"/>
                                      <a:pt x="58602" y="95"/>
                                    </a:cubicBezTo>
                                    <a:cubicBezTo>
                                      <a:pt x="43361" y="1524"/>
                                      <a:pt x="30407" y="16859"/>
                                      <a:pt x="20120" y="45529"/>
                                    </a:cubicBezTo>
                                    <a:cubicBezTo>
                                      <a:pt x="6881" y="82487"/>
                                      <a:pt x="-4835" y="161925"/>
                                      <a:pt x="2023" y="168688"/>
                                    </a:cubicBezTo>
                                    <a:cubicBezTo>
                                      <a:pt x="2404" y="169069"/>
                                      <a:pt x="2785" y="169450"/>
                                      <a:pt x="3261" y="169736"/>
                                    </a:cubicBezTo>
                                    <a:cubicBezTo>
                                      <a:pt x="15168" y="176594"/>
                                      <a:pt x="33360" y="178879"/>
                                      <a:pt x="52410" y="178879"/>
                                    </a:cubicBezTo>
                                    <a:cubicBezTo>
                                      <a:pt x="72603" y="178879"/>
                                      <a:pt x="93558" y="176308"/>
                                      <a:pt x="108322" y="174022"/>
                                    </a:cubicBezTo>
                                    <a:cubicBezTo>
                                      <a:pt x="119371" y="172212"/>
                                      <a:pt x="126991" y="170688"/>
                                      <a:pt x="127943" y="170402"/>
                                    </a:cubicBezTo>
                                    <a:cubicBezTo>
                                      <a:pt x="131182" y="169736"/>
                                      <a:pt x="133373" y="166592"/>
                                      <a:pt x="132896" y="163259"/>
                                    </a:cubicBezTo>
                                    <a:cubicBezTo>
                                      <a:pt x="131849" y="156305"/>
                                      <a:pt x="129563" y="142304"/>
                                      <a:pt x="126038" y="125444"/>
                                    </a:cubicBezTo>
                                    <a:close/>
                                    <a:moveTo>
                                      <a:pt x="113370" y="160211"/>
                                    </a:moveTo>
                                    <a:cubicBezTo>
                                      <a:pt x="85271" y="165164"/>
                                      <a:pt x="35265" y="170688"/>
                                      <a:pt x="12405" y="160115"/>
                                    </a:cubicBezTo>
                                    <a:cubicBezTo>
                                      <a:pt x="12405" y="142494"/>
                                      <a:pt x="22025" y="53150"/>
                                      <a:pt x="46029" y="22289"/>
                                    </a:cubicBezTo>
                                    <a:cubicBezTo>
                                      <a:pt x="50505" y="16383"/>
                                      <a:pt x="55173" y="13240"/>
                                      <a:pt x="59840" y="12764"/>
                                    </a:cubicBezTo>
                                    <a:cubicBezTo>
                                      <a:pt x="83081" y="10478"/>
                                      <a:pt x="106322" y="86201"/>
                                      <a:pt x="117561" y="148685"/>
                                    </a:cubicBezTo>
                                    <a:cubicBezTo>
                                      <a:pt x="118228" y="152210"/>
                                      <a:pt x="118800" y="155734"/>
                                      <a:pt x="119371" y="159163"/>
                                    </a:cubicBezTo>
                                    <a:cubicBezTo>
                                      <a:pt x="117561" y="159544"/>
                                      <a:pt x="115561" y="159829"/>
                                      <a:pt x="113370" y="160211"/>
                                    </a:cubicBez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>
                                  <a:alpha val="100000"/>
                                </a:srgbClr>
                              </a:solidFill>
                              <a:ln>
                                <a:prstDash val="solid"/>
                                <a:headEnd type="none"/>
                                <a:tailEnd type="none"/>
                              </a:ln>
                            </p:spPr>
                          </p:sp>
                        </p:grpSp>
                      </p:grpSp>
                      <p:grpSp>
                        <p:nvGrpSpPr>
                          <p:cNvPr id="185" name="Group 185"/>
                          <p:cNvGrpSpPr/>
                          <p:nvPr/>
                        </p:nvGrpSpPr>
                        <p:grpSpPr>
                          <a:xfrm>
                            <a:off x="9120282" y="5020369"/>
                            <a:ext cx="1105281" cy="688820"/>
                            <a:chOff x="9120282" y="5020369"/>
                            <a:chExt cx="1105281" cy="688820"/>
                          </a:xfrm>
                        </p:grpSpPr>
                        <p:sp>
                          <p:nvSpPr>
                            <p:cNvPr id="186" name="AutoShape 186"/>
                            <p:cNvSpPr/>
                            <p:nvPr/>
                          </p:nvSpPr>
                          <p:spPr>
                            <a:xfrm>
                              <a:off x="9171527" y="5020369"/>
                              <a:ext cx="949165" cy="28267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49165" h="282674">
                                  <a:moveTo>
                                    <a:pt x="0" y="282675"/>
                                  </a:moveTo>
                                  <a:cubicBezTo>
                                    <a:pt x="0" y="282675"/>
                                    <a:pt x="2762" y="29691"/>
                                    <a:pt x="48959" y="10069"/>
                                  </a:cubicBezTo>
                                  <a:cubicBezTo>
                                    <a:pt x="95059" y="-9457"/>
                                    <a:pt x="866775" y="-1170"/>
                                    <a:pt x="903065" y="40073"/>
                                  </a:cubicBezTo>
                                  <a:cubicBezTo>
                                    <a:pt x="939451" y="81316"/>
                                    <a:pt x="949166" y="282675"/>
                                    <a:pt x="949166" y="282675"/>
                                  </a:cubicBezTo>
                                  <a:lnTo>
                                    <a:pt x="0" y="28267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6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87" name="AutoShape 187"/>
                            <p:cNvSpPr/>
                            <p:nvPr/>
                          </p:nvSpPr>
                          <p:spPr>
                            <a:xfrm>
                              <a:off x="9257338" y="5071566"/>
                              <a:ext cx="22592" cy="223857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2592" h="223857">
                                  <a:moveTo>
                                    <a:pt x="16201" y="223857"/>
                                  </a:moveTo>
                                  <a:cubicBezTo>
                                    <a:pt x="12868" y="223857"/>
                                    <a:pt x="10010" y="221190"/>
                                    <a:pt x="9820" y="217761"/>
                                  </a:cubicBezTo>
                                  <a:lnTo>
                                    <a:pt x="9" y="6687"/>
                                  </a:lnTo>
                                  <a:cubicBezTo>
                                    <a:pt x="-181" y="3163"/>
                                    <a:pt x="2581" y="210"/>
                                    <a:pt x="6105" y="20"/>
                                  </a:cubicBezTo>
                                  <a:cubicBezTo>
                                    <a:pt x="9534" y="-266"/>
                                    <a:pt x="12582" y="2591"/>
                                    <a:pt x="12772" y="6116"/>
                                  </a:cubicBezTo>
                                  <a:lnTo>
                                    <a:pt x="22584" y="217190"/>
                                  </a:lnTo>
                                  <a:cubicBezTo>
                                    <a:pt x="22774" y="220714"/>
                                    <a:pt x="20012" y="223667"/>
                                    <a:pt x="16487" y="223857"/>
                                  </a:cubicBezTo>
                                  <a:cubicBezTo>
                                    <a:pt x="16392" y="223857"/>
                                    <a:pt x="16297" y="223857"/>
                                    <a:pt x="16201" y="22385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88" name="AutoShape 188"/>
                            <p:cNvSpPr/>
                            <p:nvPr/>
                          </p:nvSpPr>
                          <p:spPr>
                            <a:xfrm>
                              <a:off x="9406985" y="5078730"/>
                              <a:ext cx="14097" cy="20554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097" h="205549">
                                  <a:moveTo>
                                    <a:pt x="7811" y="205549"/>
                                  </a:moveTo>
                                  <a:cubicBezTo>
                                    <a:pt x="4286" y="205549"/>
                                    <a:pt x="1429" y="202692"/>
                                    <a:pt x="1429" y="199263"/>
                                  </a:cubicBezTo>
                                  <a:lnTo>
                                    <a:pt x="0" y="6382"/>
                                  </a:lnTo>
                                  <a:cubicBezTo>
                                    <a:pt x="0" y="2857"/>
                                    <a:pt x="2763" y="0"/>
                                    <a:pt x="6287" y="0"/>
                                  </a:cubicBezTo>
                                  <a:lnTo>
                                    <a:pt x="6287" y="0"/>
                                  </a:lnTo>
                                  <a:cubicBezTo>
                                    <a:pt x="9811" y="0"/>
                                    <a:pt x="12668" y="2857"/>
                                    <a:pt x="12668" y="6286"/>
                                  </a:cubicBezTo>
                                  <a:lnTo>
                                    <a:pt x="14097" y="199168"/>
                                  </a:lnTo>
                                  <a:cubicBezTo>
                                    <a:pt x="14097" y="202692"/>
                                    <a:pt x="11335" y="205549"/>
                                    <a:pt x="7811" y="205549"/>
                                  </a:cubicBezTo>
                                  <a:lnTo>
                                    <a:pt x="7811" y="20554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89" name="AutoShape 189"/>
                            <p:cNvSpPr/>
                            <p:nvPr/>
                          </p:nvSpPr>
                          <p:spPr>
                            <a:xfrm>
                              <a:off x="9563566" y="5075767"/>
                              <a:ext cx="25260" cy="20708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5260" h="207083">
                                  <a:moveTo>
                                    <a:pt x="18964" y="207083"/>
                                  </a:moveTo>
                                  <a:cubicBezTo>
                                    <a:pt x="15631" y="207083"/>
                                    <a:pt x="12869" y="204511"/>
                                    <a:pt x="12583" y="201082"/>
                                  </a:cubicBezTo>
                                  <a:lnTo>
                                    <a:pt x="10" y="6772"/>
                                  </a:lnTo>
                                  <a:cubicBezTo>
                                    <a:pt x="-181" y="3248"/>
                                    <a:pt x="2486" y="200"/>
                                    <a:pt x="5915" y="10"/>
                                  </a:cubicBezTo>
                                  <a:cubicBezTo>
                                    <a:pt x="9535" y="-181"/>
                                    <a:pt x="12487" y="2486"/>
                                    <a:pt x="12678" y="5915"/>
                                  </a:cubicBezTo>
                                  <a:lnTo>
                                    <a:pt x="25251" y="200225"/>
                                  </a:lnTo>
                                  <a:cubicBezTo>
                                    <a:pt x="25441" y="203749"/>
                                    <a:pt x="22774" y="206797"/>
                                    <a:pt x="19346" y="206988"/>
                                  </a:cubicBezTo>
                                  <a:cubicBezTo>
                                    <a:pt x="19250" y="206988"/>
                                    <a:pt x="19060" y="206988"/>
                                    <a:pt x="18964" y="206988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0" name="AutoShape 190"/>
                            <p:cNvSpPr/>
                            <p:nvPr/>
                          </p:nvSpPr>
                          <p:spPr>
                            <a:xfrm>
                              <a:off x="9739693" y="5084159"/>
                              <a:ext cx="18383" cy="20983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383" h="209835">
                                  <a:moveTo>
                                    <a:pt x="12002" y="209836"/>
                                  </a:moveTo>
                                  <a:cubicBezTo>
                                    <a:pt x="8573" y="209836"/>
                                    <a:pt x="5715" y="207074"/>
                                    <a:pt x="5620" y="203645"/>
                                  </a:cubicBezTo>
                                  <a:lnTo>
                                    <a:pt x="0" y="6572"/>
                                  </a:lnTo>
                                  <a:cubicBezTo>
                                    <a:pt x="0" y="3048"/>
                                    <a:pt x="2667" y="95"/>
                                    <a:pt x="6191" y="0"/>
                                  </a:cubicBezTo>
                                  <a:cubicBezTo>
                                    <a:pt x="9716" y="0"/>
                                    <a:pt x="12668" y="2667"/>
                                    <a:pt x="12764" y="6191"/>
                                  </a:cubicBezTo>
                                  <a:lnTo>
                                    <a:pt x="18383" y="203263"/>
                                  </a:lnTo>
                                  <a:cubicBezTo>
                                    <a:pt x="18383" y="206788"/>
                                    <a:pt x="15716" y="209741"/>
                                    <a:pt x="12192" y="209836"/>
                                  </a:cubicBezTo>
                                  <a:lnTo>
                                    <a:pt x="12002" y="20983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1" name="AutoShape 191"/>
                            <p:cNvSpPr/>
                            <p:nvPr/>
                          </p:nvSpPr>
                          <p:spPr>
                            <a:xfrm>
                              <a:off x="9896342" y="5100981"/>
                              <a:ext cx="30935" cy="1874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0935" h="187489">
                                  <a:moveTo>
                                    <a:pt x="24517" y="187489"/>
                                  </a:moveTo>
                                  <a:cubicBezTo>
                                    <a:pt x="21278" y="187489"/>
                                    <a:pt x="18516" y="185013"/>
                                    <a:pt x="18230" y="181774"/>
                                  </a:cubicBezTo>
                                  <a:lnTo>
                                    <a:pt x="37" y="6991"/>
                                  </a:lnTo>
                                  <a:cubicBezTo>
                                    <a:pt x="-343" y="3466"/>
                                    <a:pt x="2228" y="323"/>
                                    <a:pt x="5753" y="37"/>
                                  </a:cubicBezTo>
                                  <a:cubicBezTo>
                                    <a:pt x="9182" y="-344"/>
                                    <a:pt x="12420" y="2228"/>
                                    <a:pt x="12706" y="5753"/>
                                  </a:cubicBezTo>
                                  <a:lnTo>
                                    <a:pt x="30898" y="180536"/>
                                  </a:lnTo>
                                  <a:cubicBezTo>
                                    <a:pt x="31280" y="184060"/>
                                    <a:pt x="28708" y="187204"/>
                                    <a:pt x="25184" y="187489"/>
                                  </a:cubicBezTo>
                                  <a:cubicBezTo>
                                    <a:pt x="24993" y="187489"/>
                                    <a:pt x="24707" y="187489"/>
                                    <a:pt x="24517" y="18748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2" name="AutoShape 192"/>
                            <p:cNvSpPr/>
                            <p:nvPr/>
                          </p:nvSpPr>
                          <p:spPr>
                            <a:xfrm>
                              <a:off x="10010973" y="5105217"/>
                              <a:ext cx="40656" cy="17906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0656" h="179062">
                                  <a:moveTo>
                                    <a:pt x="34282" y="179062"/>
                                  </a:moveTo>
                                  <a:cubicBezTo>
                                    <a:pt x="31234" y="179062"/>
                                    <a:pt x="28567" y="176871"/>
                                    <a:pt x="27996" y="173728"/>
                                  </a:cubicBezTo>
                                  <a:lnTo>
                                    <a:pt x="88" y="7422"/>
                                  </a:lnTo>
                                  <a:cubicBezTo>
                                    <a:pt x="-484" y="3898"/>
                                    <a:pt x="1802" y="659"/>
                                    <a:pt x="5326" y="87"/>
                                  </a:cubicBezTo>
                                  <a:cubicBezTo>
                                    <a:pt x="8850" y="-484"/>
                                    <a:pt x="12089" y="1802"/>
                                    <a:pt x="12660" y="5326"/>
                                  </a:cubicBezTo>
                                  <a:lnTo>
                                    <a:pt x="40569" y="171633"/>
                                  </a:lnTo>
                                  <a:cubicBezTo>
                                    <a:pt x="41140" y="175157"/>
                                    <a:pt x="38854" y="178395"/>
                                    <a:pt x="35330" y="178967"/>
                                  </a:cubicBezTo>
                                  <a:cubicBezTo>
                                    <a:pt x="34949" y="178967"/>
                                    <a:pt x="34568" y="178967"/>
                                    <a:pt x="34282" y="178967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3" name="AutoShape 193"/>
                            <p:cNvSpPr/>
                            <p:nvPr/>
                          </p:nvSpPr>
                          <p:spPr>
                            <a:xfrm>
                              <a:off x="9120282" y="5246820"/>
                              <a:ext cx="1105281" cy="46236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105281" h="462369">
                                  <a:moveTo>
                                    <a:pt x="0" y="462369"/>
                                  </a:moveTo>
                                  <a:lnTo>
                                    <a:pt x="31718" y="48317"/>
                                  </a:lnTo>
                                  <a:cubicBezTo>
                                    <a:pt x="57817" y="-37408"/>
                                    <a:pt x="999077" y="11075"/>
                                    <a:pt x="1028891" y="40888"/>
                                  </a:cubicBezTo>
                                  <a:cubicBezTo>
                                    <a:pt x="1058704" y="70701"/>
                                    <a:pt x="1105281" y="462369"/>
                                    <a:pt x="1105281" y="462369"/>
                                  </a:cubicBezTo>
                                  <a:lnTo>
                                    <a:pt x="0" y="46236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53AFA6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4" name="AutoShape 194"/>
                            <p:cNvSpPr/>
                            <p:nvPr/>
                          </p:nvSpPr>
                          <p:spPr>
                            <a:xfrm>
                              <a:off x="10091604" y="5397684"/>
                              <a:ext cx="16458" cy="47281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6458" h="47281">
                                  <a:moveTo>
                                    <a:pt x="10039" y="47282"/>
                                  </a:moveTo>
                                  <a:cubicBezTo>
                                    <a:pt x="6800" y="47282"/>
                                    <a:pt x="4038" y="44900"/>
                                    <a:pt x="3752" y="41566"/>
                                  </a:cubicBezTo>
                                  <a:lnTo>
                                    <a:pt x="37" y="7086"/>
                                  </a:lnTo>
                                  <a:cubicBezTo>
                                    <a:pt x="-343" y="3562"/>
                                    <a:pt x="2228" y="418"/>
                                    <a:pt x="5657" y="37"/>
                                  </a:cubicBezTo>
                                  <a:cubicBezTo>
                                    <a:pt x="9086" y="-343"/>
                                    <a:pt x="12325" y="2228"/>
                                    <a:pt x="12706" y="5657"/>
                                  </a:cubicBezTo>
                                  <a:lnTo>
                                    <a:pt x="16421" y="40138"/>
                                  </a:lnTo>
                                  <a:cubicBezTo>
                                    <a:pt x="16802" y="43662"/>
                                    <a:pt x="14230" y="46805"/>
                                    <a:pt x="10801" y="47186"/>
                                  </a:cubicBezTo>
                                  <a:cubicBezTo>
                                    <a:pt x="10610" y="47186"/>
                                    <a:pt x="10325" y="47186"/>
                                    <a:pt x="10134" y="4718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5" name="AutoShape 195"/>
                            <p:cNvSpPr/>
                            <p:nvPr/>
                          </p:nvSpPr>
                          <p:spPr>
                            <a:xfrm>
                              <a:off x="10043108" y="5443485"/>
                              <a:ext cx="21153" cy="528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1153" h="52819">
                                  <a:moveTo>
                                    <a:pt x="14720" y="52820"/>
                                  </a:moveTo>
                                  <a:cubicBezTo>
                                    <a:pt x="11767" y="52820"/>
                                    <a:pt x="9100" y="50725"/>
                                    <a:pt x="8529" y="47772"/>
                                  </a:cubicBezTo>
                                  <a:lnTo>
                                    <a:pt x="147" y="7671"/>
                                  </a:lnTo>
                                  <a:cubicBezTo>
                                    <a:pt x="-615" y="4243"/>
                                    <a:pt x="1671" y="814"/>
                                    <a:pt x="5100" y="147"/>
                                  </a:cubicBezTo>
                                  <a:cubicBezTo>
                                    <a:pt x="8529" y="-615"/>
                                    <a:pt x="11958" y="1671"/>
                                    <a:pt x="12624" y="5100"/>
                                  </a:cubicBezTo>
                                  <a:lnTo>
                                    <a:pt x="21006" y="45200"/>
                                  </a:lnTo>
                                  <a:cubicBezTo>
                                    <a:pt x="21769" y="48629"/>
                                    <a:pt x="19483" y="52058"/>
                                    <a:pt x="16054" y="52725"/>
                                  </a:cubicBezTo>
                                  <a:cubicBezTo>
                                    <a:pt x="15578" y="52725"/>
                                    <a:pt x="15196" y="52820"/>
                                    <a:pt x="14720" y="5282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6" name="AutoShape 196"/>
                            <p:cNvSpPr/>
                            <p:nvPr/>
                          </p:nvSpPr>
                          <p:spPr>
                            <a:xfrm>
                              <a:off x="10107358" y="5480682"/>
                              <a:ext cx="13716" cy="48198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3716" h="48198">
                                  <a:moveTo>
                                    <a:pt x="7334" y="48199"/>
                                  </a:moveTo>
                                  <a:cubicBezTo>
                                    <a:pt x="3905" y="48199"/>
                                    <a:pt x="1048" y="45436"/>
                                    <a:pt x="952" y="42007"/>
                                  </a:cubicBezTo>
                                  <a:lnTo>
                                    <a:pt x="0" y="6575"/>
                                  </a:lnTo>
                                  <a:cubicBezTo>
                                    <a:pt x="0" y="3050"/>
                                    <a:pt x="2667" y="97"/>
                                    <a:pt x="6191" y="2"/>
                                  </a:cubicBezTo>
                                  <a:cubicBezTo>
                                    <a:pt x="9810" y="-93"/>
                                    <a:pt x="12668" y="2669"/>
                                    <a:pt x="12763" y="6193"/>
                                  </a:cubicBezTo>
                                  <a:lnTo>
                                    <a:pt x="13716" y="41627"/>
                                  </a:lnTo>
                                  <a:cubicBezTo>
                                    <a:pt x="13716" y="45151"/>
                                    <a:pt x="11049" y="48104"/>
                                    <a:pt x="7525" y="48199"/>
                                  </a:cubicBezTo>
                                  <a:lnTo>
                                    <a:pt x="7334" y="4819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7" name="AutoShape 197"/>
                            <p:cNvSpPr/>
                            <p:nvPr/>
                          </p:nvSpPr>
                          <p:spPr>
                            <a:xfrm>
                              <a:off x="10150211" y="5444455"/>
                              <a:ext cx="14592" cy="47182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592" h="47182">
                                  <a:moveTo>
                                    <a:pt x="8296" y="47183"/>
                                  </a:moveTo>
                                  <a:cubicBezTo>
                                    <a:pt x="4963" y="47183"/>
                                    <a:pt x="2105" y="44516"/>
                                    <a:pt x="1914" y="41182"/>
                                  </a:cubicBezTo>
                                  <a:lnTo>
                                    <a:pt x="10" y="6702"/>
                                  </a:lnTo>
                                  <a:cubicBezTo>
                                    <a:pt x="-181" y="3178"/>
                                    <a:pt x="2486" y="225"/>
                                    <a:pt x="6010" y="34"/>
                                  </a:cubicBezTo>
                                  <a:cubicBezTo>
                                    <a:pt x="9535" y="-347"/>
                                    <a:pt x="12487" y="2511"/>
                                    <a:pt x="12677" y="6035"/>
                                  </a:cubicBezTo>
                                  <a:lnTo>
                                    <a:pt x="14583" y="40515"/>
                                  </a:lnTo>
                                  <a:cubicBezTo>
                                    <a:pt x="14773" y="44040"/>
                                    <a:pt x="12107" y="46993"/>
                                    <a:pt x="8582" y="47183"/>
                                  </a:cubicBezTo>
                                  <a:cubicBezTo>
                                    <a:pt x="8487" y="47183"/>
                                    <a:pt x="8392" y="47183"/>
                                    <a:pt x="8201" y="47183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  <p:sp>
                          <p:nvSpPr>
                            <p:cNvPr id="198" name="AutoShape 198"/>
                            <p:cNvSpPr/>
                            <p:nvPr/>
                          </p:nvSpPr>
                          <p:spPr>
                            <a:xfrm>
                              <a:off x="10066401" y="5540311"/>
                              <a:ext cx="12763" cy="56578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2763" h="56578">
                                  <a:moveTo>
                                    <a:pt x="6382" y="56579"/>
                                  </a:moveTo>
                                  <a:cubicBezTo>
                                    <a:pt x="2857" y="56579"/>
                                    <a:pt x="0" y="53721"/>
                                    <a:pt x="0" y="50197"/>
                                  </a:cubicBezTo>
                                  <a:lnTo>
                                    <a:pt x="0" y="6382"/>
                                  </a:lnTo>
                                  <a:cubicBezTo>
                                    <a:pt x="0" y="2858"/>
                                    <a:pt x="2857" y="0"/>
                                    <a:pt x="6382" y="0"/>
                                  </a:cubicBezTo>
                                  <a:cubicBezTo>
                                    <a:pt x="9906" y="0"/>
                                    <a:pt x="12763" y="2858"/>
                                    <a:pt x="12763" y="6382"/>
                                  </a:cubicBezTo>
                                  <a:lnTo>
                                    <a:pt x="12763" y="50197"/>
                                  </a:lnTo>
                                  <a:cubicBezTo>
                                    <a:pt x="12763" y="53721"/>
                                    <a:pt x="9906" y="56579"/>
                                    <a:pt x="6382" y="56579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0000">
                                <a:alpha val="100000"/>
                              </a:srgbClr>
                            </a:solidFill>
                            <a:ln>
                              <a:prstDash val="solid"/>
                              <a:headEnd type="none"/>
                              <a:tailEnd type="none"/>
                            </a:ln>
                          </p:spPr>
                        </p:sp>
                      </p:grpSp>
                    </p:grpSp>
                  </p:grpSp>
                </p:grpSp>
                <p:grpSp>
                  <p:nvGrpSpPr>
                    <p:cNvPr id="199" name="Group 199"/>
                    <p:cNvGrpSpPr/>
                    <p:nvPr/>
                  </p:nvGrpSpPr>
                  <p:grpSpPr>
                    <a:xfrm>
                      <a:off x="10322766" y="4856273"/>
                      <a:ext cx="451818" cy="354949"/>
                      <a:chOff x="10322766" y="4856273"/>
                      <a:chExt cx="451818" cy="354949"/>
                    </a:xfrm>
                    <a:solidFill>
                      <a:srgbClr val="FFFFFF">
                        <a:alpha val="100000"/>
                      </a:srgbClr>
                    </a:solidFill>
                  </p:grpSpPr>
                  <p:sp>
                    <p:nvSpPr>
                      <p:cNvPr id="200" name="AutoShape 200"/>
                      <p:cNvSpPr/>
                      <p:nvPr/>
                    </p:nvSpPr>
                    <p:spPr>
                      <a:xfrm>
                        <a:off x="10322766" y="4856273"/>
                        <a:ext cx="154019" cy="1540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019" h="154019">
                            <a:moveTo>
                              <a:pt x="151304" y="72152"/>
                            </a:moveTo>
                            <a:lnTo>
                              <a:pt x="109490" y="46339"/>
                            </a:lnTo>
                            <a:cubicBezTo>
                              <a:pt x="108728" y="45863"/>
                              <a:pt x="108061" y="45196"/>
                              <a:pt x="107680" y="44529"/>
                            </a:cubicBezTo>
                            <a:lnTo>
                              <a:pt x="81867" y="2715"/>
                            </a:lnTo>
                            <a:cubicBezTo>
                              <a:pt x="79676" y="-905"/>
                              <a:pt x="74437" y="-905"/>
                              <a:pt x="72151" y="2715"/>
                            </a:cubicBezTo>
                            <a:lnTo>
                              <a:pt x="46339" y="44529"/>
                            </a:lnTo>
                            <a:cubicBezTo>
                              <a:pt x="45862" y="45291"/>
                              <a:pt x="45196" y="45958"/>
                              <a:pt x="44530" y="46339"/>
                            </a:cubicBezTo>
                            <a:lnTo>
                              <a:pt x="2715" y="72152"/>
                            </a:lnTo>
                            <a:cubicBezTo>
                              <a:pt x="-905" y="74343"/>
                              <a:pt x="-905" y="79581"/>
                              <a:pt x="2715" y="81867"/>
                            </a:cubicBezTo>
                            <a:lnTo>
                              <a:pt x="44530" y="107680"/>
                            </a:lnTo>
                            <a:cubicBezTo>
                              <a:pt x="45291" y="108156"/>
                              <a:pt x="45957" y="108823"/>
                              <a:pt x="46339" y="109490"/>
                            </a:cubicBezTo>
                            <a:lnTo>
                              <a:pt x="72151" y="151305"/>
                            </a:lnTo>
                            <a:cubicBezTo>
                              <a:pt x="74343" y="154924"/>
                              <a:pt x="79581" y="154924"/>
                              <a:pt x="81867" y="151305"/>
                            </a:cubicBezTo>
                            <a:lnTo>
                              <a:pt x="107680" y="109490"/>
                            </a:lnTo>
                            <a:cubicBezTo>
                              <a:pt x="108156" y="108728"/>
                              <a:pt x="108823" y="108061"/>
                              <a:pt x="109490" y="107680"/>
                            </a:cubicBezTo>
                            <a:lnTo>
                              <a:pt x="151304" y="81867"/>
                            </a:lnTo>
                            <a:cubicBezTo>
                              <a:pt x="154924" y="79677"/>
                              <a:pt x="154924" y="74438"/>
                              <a:pt x="151304" y="72152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1" name="AutoShape 201"/>
                      <p:cNvSpPr/>
                      <p:nvPr/>
                    </p:nvSpPr>
                    <p:spPr>
                      <a:xfrm>
                        <a:off x="10496645" y="4933283"/>
                        <a:ext cx="277939" cy="27793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7939" h="277939">
                            <a:moveTo>
                              <a:pt x="273082" y="130207"/>
                            </a:moveTo>
                            <a:lnTo>
                              <a:pt x="197644" y="83629"/>
                            </a:lnTo>
                            <a:cubicBezTo>
                              <a:pt x="196310" y="82772"/>
                              <a:pt x="195167" y="81629"/>
                              <a:pt x="194311" y="80296"/>
                            </a:cubicBezTo>
                            <a:lnTo>
                              <a:pt x="147733" y="4858"/>
                            </a:lnTo>
                            <a:cubicBezTo>
                              <a:pt x="143732" y="-1619"/>
                              <a:pt x="134303" y="-1619"/>
                              <a:pt x="130207" y="4858"/>
                            </a:cubicBezTo>
                            <a:lnTo>
                              <a:pt x="83630" y="80296"/>
                            </a:lnTo>
                            <a:cubicBezTo>
                              <a:pt x="82772" y="81629"/>
                              <a:pt x="81629" y="82772"/>
                              <a:pt x="80295" y="83629"/>
                            </a:cubicBezTo>
                            <a:lnTo>
                              <a:pt x="4858" y="130207"/>
                            </a:lnTo>
                            <a:cubicBezTo>
                              <a:pt x="-1619" y="134207"/>
                              <a:pt x="-1619" y="143637"/>
                              <a:pt x="4858" y="147733"/>
                            </a:cubicBezTo>
                            <a:lnTo>
                              <a:pt x="80295" y="194310"/>
                            </a:lnTo>
                            <a:cubicBezTo>
                              <a:pt x="81629" y="195167"/>
                              <a:pt x="82772" y="196310"/>
                              <a:pt x="83630" y="197644"/>
                            </a:cubicBezTo>
                            <a:lnTo>
                              <a:pt x="130207" y="273082"/>
                            </a:lnTo>
                            <a:cubicBezTo>
                              <a:pt x="134207" y="279559"/>
                              <a:pt x="143637" y="279559"/>
                              <a:pt x="147733" y="273082"/>
                            </a:cubicBezTo>
                            <a:lnTo>
                              <a:pt x="194311" y="197644"/>
                            </a:lnTo>
                            <a:cubicBezTo>
                              <a:pt x="195167" y="196310"/>
                              <a:pt x="196310" y="195167"/>
                              <a:pt x="197644" y="194310"/>
                            </a:cubicBezTo>
                            <a:lnTo>
                              <a:pt x="273082" y="147733"/>
                            </a:lnTo>
                            <a:cubicBezTo>
                              <a:pt x="279559" y="143732"/>
                              <a:pt x="279559" y="134302"/>
                              <a:pt x="273082" y="130207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grpSp>
                  <p:nvGrpSpPr>
                    <p:cNvPr id="202" name="Group 202"/>
                    <p:cNvGrpSpPr/>
                    <p:nvPr/>
                  </p:nvGrpSpPr>
                  <p:grpSpPr>
                    <a:xfrm>
                      <a:off x="9932527" y="1125331"/>
                      <a:ext cx="451818" cy="355044"/>
                      <a:chOff x="9932527" y="1125331"/>
                      <a:chExt cx="451818" cy="355044"/>
                    </a:xfrm>
                    <a:solidFill>
                      <a:srgbClr val="FFFFFF">
                        <a:alpha val="100000"/>
                      </a:srgbClr>
                    </a:solidFill>
                  </p:grpSpPr>
                  <p:sp>
                    <p:nvSpPr>
                      <p:cNvPr id="203" name="AutoShape 203"/>
                      <p:cNvSpPr/>
                      <p:nvPr/>
                    </p:nvSpPr>
                    <p:spPr>
                      <a:xfrm>
                        <a:off x="9932527" y="1125331"/>
                        <a:ext cx="154019" cy="1540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54019" h="154019">
                            <a:moveTo>
                              <a:pt x="151304" y="72152"/>
                            </a:moveTo>
                            <a:lnTo>
                              <a:pt x="109490" y="46339"/>
                            </a:lnTo>
                            <a:cubicBezTo>
                              <a:pt x="108728" y="45863"/>
                              <a:pt x="108061" y="45196"/>
                              <a:pt x="107680" y="44529"/>
                            </a:cubicBezTo>
                            <a:lnTo>
                              <a:pt x="81867" y="2715"/>
                            </a:lnTo>
                            <a:cubicBezTo>
                              <a:pt x="79677" y="-905"/>
                              <a:pt x="74438" y="-905"/>
                              <a:pt x="72152" y="2715"/>
                            </a:cubicBezTo>
                            <a:lnTo>
                              <a:pt x="46339" y="44529"/>
                            </a:lnTo>
                            <a:cubicBezTo>
                              <a:pt x="45863" y="45291"/>
                              <a:pt x="45196" y="45958"/>
                              <a:pt x="44530" y="46339"/>
                            </a:cubicBezTo>
                            <a:lnTo>
                              <a:pt x="2715" y="72152"/>
                            </a:lnTo>
                            <a:cubicBezTo>
                              <a:pt x="-905" y="74343"/>
                              <a:pt x="-905" y="79581"/>
                              <a:pt x="2715" y="81867"/>
                            </a:cubicBezTo>
                            <a:lnTo>
                              <a:pt x="44530" y="107680"/>
                            </a:lnTo>
                            <a:cubicBezTo>
                              <a:pt x="45291" y="108156"/>
                              <a:pt x="45958" y="108823"/>
                              <a:pt x="46339" y="109490"/>
                            </a:cubicBezTo>
                            <a:lnTo>
                              <a:pt x="72152" y="151305"/>
                            </a:lnTo>
                            <a:cubicBezTo>
                              <a:pt x="74343" y="154924"/>
                              <a:pt x="79581" y="154924"/>
                              <a:pt x="81867" y="151305"/>
                            </a:cubicBezTo>
                            <a:lnTo>
                              <a:pt x="107680" y="109490"/>
                            </a:lnTo>
                            <a:cubicBezTo>
                              <a:pt x="108156" y="108728"/>
                              <a:pt x="108823" y="108061"/>
                              <a:pt x="109490" y="107680"/>
                            </a:cubicBezTo>
                            <a:lnTo>
                              <a:pt x="151304" y="81867"/>
                            </a:lnTo>
                            <a:cubicBezTo>
                              <a:pt x="154924" y="79677"/>
                              <a:pt x="154924" y="74438"/>
                              <a:pt x="151304" y="72152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  <p:sp>
                    <p:nvSpPr>
                      <p:cNvPr id="204" name="AutoShape 204"/>
                      <p:cNvSpPr/>
                      <p:nvPr/>
                    </p:nvSpPr>
                    <p:spPr>
                      <a:xfrm>
                        <a:off x="10106405" y="1202435"/>
                        <a:ext cx="277939" cy="27793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7939" h="277939">
                            <a:moveTo>
                              <a:pt x="273081" y="130207"/>
                            </a:moveTo>
                            <a:lnTo>
                              <a:pt x="197644" y="83629"/>
                            </a:lnTo>
                            <a:cubicBezTo>
                              <a:pt x="196311" y="82772"/>
                              <a:pt x="195168" y="81629"/>
                              <a:pt x="194310" y="80296"/>
                            </a:cubicBezTo>
                            <a:lnTo>
                              <a:pt x="147733" y="4858"/>
                            </a:lnTo>
                            <a:cubicBezTo>
                              <a:pt x="143732" y="-1619"/>
                              <a:pt x="134303" y="-1619"/>
                              <a:pt x="130206" y="4858"/>
                            </a:cubicBezTo>
                            <a:lnTo>
                              <a:pt x="83629" y="80296"/>
                            </a:lnTo>
                            <a:cubicBezTo>
                              <a:pt x="82772" y="81629"/>
                              <a:pt x="81629" y="82772"/>
                              <a:pt x="80296" y="83629"/>
                            </a:cubicBezTo>
                            <a:lnTo>
                              <a:pt x="4858" y="130207"/>
                            </a:lnTo>
                            <a:cubicBezTo>
                              <a:pt x="-1619" y="134207"/>
                              <a:pt x="-1619" y="143637"/>
                              <a:pt x="4858" y="147733"/>
                            </a:cubicBezTo>
                            <a:lnTo>
                              <a:pt x="80296" y="194310"/>
                            </a:lnTo>
                            <a:cubicBezTo>
                              <a:pt x="81629" y="195167"/>
                              <a:pt x="82772" y="196310"/>
                              <a:pt x="83629" y="197644"/>
                            </a:cubicBezTo>
                            <a:lnTo>
                              <a:pt x="130206" y="273082"/>
                            </a:lnTo>
                            <a:cubicBezTo>
                              <a:pt x="134207" y="279559"/>
                              <a:pt x="143637" y="279559"/>
                              <a:pt x="147733" y="273082"/>
                            </a:cubicBezTo>
                            <a:lnTo>
                              <a:pt x="194310" y="197644"/>
                            </a:lnTo>
                            <a:cubicBezTo>
                              <a:pt x="195168" y="196310"/>
                              <a:pt x="196311" y="195167"/>
                              <a:pt x="197644" y="194310"/>
                            </a:cubicBezTo>
                            <a:lnTo>
                              <a:pt x="273081" y="147733"/>
                            </a:lnTo>
                            <a:cubicBezTo>
                              <a:pt x="279559" y="143732"/>
                              <a:pt x="279559" y="134302"/>
                              <a:pt x="273081" y="130207"/>
                            </a:cubicBezTo>
                            <a:close/>
                          </a:path>
                        </a:pathLst>
                      </a:custGeom>
                      <a:solidFill>
                        <a:srgbClr val="FFD05C">
                          <a:alpha val="100000"/>
                          <a:lumMod val="40000"/>
                          <a:lumOff val="60000"/>
                        </a:srgbClr>
                      </a:solidFill>
                      <a:ln>
                        <a:prstDash val="solid"/>
                        <a:headEnd type="none"/>
                        <a:tailEnd type="none"/>
                      </a:ln>
                    </p:spPr>
                  </p:sp>
                </p:grpSp>
                <p:sp>
                  <p:nvSpPr>
                    <p:cNvPr id="205" name="AutoShape 205"/>
                    <p:cNvSpPr/>
                    <p:nvPr/>
                  </p:nvSpPr>
                  <p:spPr>
                    <a:xfrm>
                      <a:off x="11102053" y="5239035"/>
                      <a:ext cx="361379" cy="1806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1379" h="180689">
                          <a:moveTo>
                            <a:pt x="361379" y="180689"/>
                          </a:moveTo>
                          <a:lnTo>
                            <a:pt x="291085" y="180689"/>
                          </a:lnTo>
                          <a:cubicBezTo>
                            <a:pt x="291085" y="119824"/>
                            <a:pt x="241555" y="70295"/>
                            <a:pt x="180690" y="70295"/>
                          </a:cubicBezTo>
                          <a:cubicBezTo>
                            <a:pt x="119825" y="70295"/>
                            <a:pt x="70295" y="119824"/>
                            <a:pt x="70295" y="180689"/>
                          </a:cubicBezTo>
                          <a:lnTo>
                            <a:pt x="0" y="180689"/>
                          </a:lnTo>
                          <a:cubicBezTo>
                            <a:pt x="0" y="81058"/>
                            <a:pt x="81058" y="0"/>
                            <a:pt x="180690" y="0"/>
                          </a:cubicBezTo>
                          <a:cubicBezTo>
                            <a:pt x="280321" y="0"/>
                            <a:pt x="361379" y="81058"/>
                            <a:pt x="361379" y="180689"/>
                          </a:cubicBezTo>
                          <a:close/>
                        </a:path>
                      </a:pathLst>
                    </a:custGeom>
                    <a:solidFill>
                      <a:srgbClr val="D84C4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6" name="AutoShape 206"/>
                    <p:cNvSpPr/>
                    <p:nvPr/>
                  </p:nvSpPr>
                  <p:spPr>
                    <a:xfrm>
                      <a:off x="10635710" y="3322986"/>
                      <a:ext cx="361379" cy="18068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1379" h="180689">
                          <a:moveTo>
                            <a:pt x="361379" y="180689"/>
                          </a:moveTo>
                          <a:lnTo>
                            <a:pt x="291085" y="180689"/>
                          </a:lnTo>
                          <a:cubicBezTo>
                            <a:pt x="291085" y="119825"/>
                            <a:pt x="241554" y="70295"/>
                            <a:pt x="180689" y="70295"/>
                          </a:cubicBezTo>
                          <a:cubicBezTo>
                            <a:pt x="119824" y="70295"/>
                            <a:pt x="70295" y="119825"/>
                            <a:pt x="70295" y="180689"/>
                          </a:cubicBezTo>
                          <a:lnTo>
                            <a:pt x="0" y="180689"/>
                          </a:lnTo>
                          <a:cubicBezTo>
                            <a:pt x="0" y="81058"/>
                            <a:pt x="81058" y="0"/>
                            <a:pt x="180689" y="0"/>
                          </a:cubicBezTo>
                          <a:cubicBezTo>
                            <a:pt x="280321" y="0"/>
                            <a:pt x="361379" y="81058"/>
                            <a:pt x="361379" y="180689"/>
                          </a:cubicBezTo>
                          <a:close/>
                        </a:path>
                      </a:pathLst>
                    </a:custGeom>
                    <a:solidFill>
                      <a:srgbClr val="53AFA6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7" name="AutoShape 207"/>
                    <p:cNvSpPr/>
                    <p:nvPr/>
                  </p:nvSpPr>
                  <p:spPr>
                    <a:xfrm>
                      <a:off x="8532305" y="5058347"/>
                      <a:ext cx="180688" cy="3613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80688" h="361378">
                          <a:moveTo>
                            <a:pt x="180689" y="0"/>
                          </a:moveTo>
                          <a:lnTo>
                            <a:pt x="180689" y="70295"/>
                          </a:lnTo>
                          <a:cubicBezTo>
                            <a:pt x="119824" y="70295"/>
                            <a:pt x="70295" y="119825"/>
                            <a:pt x="70295" y="180689"/>
                          </a:cubicBezTo>
                          <a:cubicBezTo>
                            <a:pt x="70295" y="241554"/>
                            <a:pt x="119824" y="291084"/>
                            <a:pt x="180689" y="291084"/>
                          </a:cubicBezTo>
                          <a:lnTo>
                            <a:pt x="180689" y="361379"/>
                          </a:lnTo>
                          <a:cubicBezTo>
                            <a:pt x="81058" y="361379"/>
                            <a:pt x="0" y="280321"/>
                            <a:pt x="0" y="180689"/>
                          </a:cubicBezTo>
                          <a:cubicBezTo>
                            <a:pt x="0" y="81058"/>
                            <a:pt x="81058" y="0"/>
                            <a:pt x="180689" y="0"/>
                          </a:cubicBezTo>
                          <a:close/>
                        </a:path>
                      </a:pathLst>
                    </a:custGeom>
                    <a:solidFill>
                      <a:srgbClr val="D84C4C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208" name="Group 208"/>
                  <p:cNvGrpSpPr/>
                  <p:nvPr/>
                </p:nvGrpSpPr>
                <p:grpSpPr>
                  <a:xfrm>
                    <a:off x="7138168" y="-224971"/>
                    <a:ext cx="4668337" cy="6243131"/>
                    <a:chOff x="7069320" y="227355"/>
                    <a:chExt cx="4374138" cy="5849689"/>
                  </a:xfrm>
                  <a:solidFill>
                    <a:srgbClr val="282523">
                      <a:alpha val="100000"/>
                    </a:srgbClr>
                  </a:solidFill>
                </p:grpSpPr>
                <p:sp>
                  <p:nvSpPr>
                    <p:cNvPr id="209" name="AutoShape 209"/>
                    <p:cNvSpPr/>
                    <p:nvPr/>
                  </p:nvSpPr>
                  <p:spPr>
                    <a:xfrm>
                      <a:off x="7069320" y="5452914"/>
                      <a:ext cx="1161722" cy="5025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1721" h="502563">
                          <a:moveTo>
                            <a:pt x="735991" y="485514"/>
                          </a:moveTo>
                          <a:cubicBezTo>
                            <a:pt x="727800" y="485323"/>
                            <a:pt x="719418" y="484656"/>
                            <a:pt x="711322" y="483704"/>
                          </a:cubicBezTo>
                          <a:cubicBezTo>
                            <a:pt x="706750" y="483037"/>
                            <a:pt x="702368" y="486371"/>
                            <a:pt x="701797" y="491038"/>
                          </a:cubicBezTo>
                          <a:cubicBezTo>
                            <a:pt x="701130" y="495801"/>
                            <a:pt x="704464" y="499992"/>
                            <a:pt x="709131" y="500563"/>
                          </a:cubicBezTo>
                          <a:cubicBezTo>
                            <a:pt x="717894" y="501706"/>
                            <a:pt x="726752" y="502373"/>
                            <a:pt x="735515" y="502563"/>
                          </a:cubicBezTo>
                          <a:lnTo>
                            <a:pt x="735801" y="502563"/>
                          </a:lnTo>
                          <a:cubicBezTo>
                            <a:pt x="740373" y="502563"/>
                            <a:pt x="744183" y="498944"/>
                            <a:pt x="744278" y="494276"/>
                          </a:cubicBezTo>
                          <a:cubicBezTo>
                            <a:pt x="744469" y="489514"/>
                            <a:pt x="740659" y="485609"/>
                            <a:pt x="735991" y="485514"/>
                          </a:cubicBezTo>
                          <a:close/>
                          <a:moveTo>
                            <a:pt x="820097" y="482846"/>
                          </a:moveTo>
                          <a:cubicBezTo>
                            <a:pt x="818859" y="478275"/>
                            <a:pt x="814192" y="475608"/>
                            <a:pt x="809619" y="476751"/>
                          </a:cubicBezTo>
                          <a:cubicBezTo>
                            <a:pt x="801619" y="478846"/>
                            <a:pt x="793427" y="480656"/>
                            <a:pt x="785331" y="481989"/>
                          </a:cubicBezTo>
                          <a:cubicBezTo>
                            <a:pt x="780759" y="482752"/>
                            <a:pt x="777616" y="487133"/>
                            <a:pt x="778378" y="491800"/>
                          </a:cubicBezTo>
                          <a:cubicBezTo>
                            <a:pt x="779045" y="495991"/>
                            <a:pt x="782664" y="498944"/>
                            <a:pt x="786760" y="498944"/>
                          </a:cubicBezTo>
                          <a:cubicBezTo>
                            <a:pt x="787236" y="498944"/>
                            <a:pt x="787712" y="498849"/>
                            <a:pt x="788188" y="498849"/>
                          </a:cubicBezTo>
                          <a:cubicBezTo>
                            <a:pt x="796761" y="497420"/>
                            <a:pt x="805429" y="495515"/>
                            <a:pt x="814001" y="493229"/>
                          </a:cubicBezTo>
                          <a:cubicBezTo>
                            <a:pt x="818573" y="492086"/>
                            <a:pt x="821240" y="487419"/>
                            <a:pt x="820097" y="482846"/>
                          </a:cubicBezTo>
                          <a:close/>
                          <a:moveTo>
                            <a:pt x="662839" y="473036"/>
                          </a:moveTo>
                          <a:cubicBezTo>
                            <a:pt x="655029" y="470559"/>
                            <a:pt x="647123" y="467607"/>
                            <a:pt x="639503" y="464463"/>
                          </a:cubicBezTo>
                          <a:cubicBezTo>
                            <a:pt x="635217" y="462653"/>
                            <a:pt x="630169" y="464654"/>
                            <a:pt x="628359" y="469036"/>
                          </a:cubicBezTo>
                          <a:cubicBezTo>
                            <a:pt x="626549" y="473321"/>
                            <a:pt x="628550" y="478370"/>
                            <a:pt x="632931" y="480180"/>
                          </a:cubicBezTo>
                          <a:cubicBezTo>
                            <a:pt x="641027" y="483609"/>
                            <a:pt x="649314" y="486657"/>
                            <a:pt x="657696" y="489324"/>
                          </a:cubicBezTo>
                          <a:cubicBezTo>
                            <a:pt x="658553" y="489609"/>
                            <a:pt x="659411" y="489705"/>
                            <a:pt x="660268" y="489705"/>
                          </a:cubicBezTo>
                          <a:cubicBezTo>
                            <a:pt x="663887" y="489705"/>
                            <a:pt x="667221" y="487419"/>
                            <a:pt x="668364" y="483704"/>
                          </a:cubicBezTo>
                          <a:cubicBezTo>
                            <a:pt x="669793" y="479227"/>
                            <a:pt x="667317" y="474465"/>
                            <a:pt x="662839" y="473036"/>
                          </a:cubicBezTo>
                          <a:close/>
                          <a:moveTo>
                            <a:pt x="890392" y="452176"/>
                          </a:moveTo>
                          <a:cubicBezTo>
                            <a:pt x="888106" y="448080"/>
                            <a:pt x="882867" y="446556"/>
                            <a:pt x="878771" y="448843"/>
                          </a:cubicBezTo>
                          <a:cubicBezTo>
                            <a:pt x="871437" y="452843"/>
                            <a:pt x="863912" y="456653"/>
                            <a:pt x="856483" y="459987"/>
                          </a:cubicBezTo>
                          <a:cubicBezTo>
                            <a:pt x="852197" y="461987"/>
                            <a:pt x="850291" y="467035"/>
                            <a:pt x="852197" y="471321"/>
                          </a:cubicBezTo>
                          <a:cubicBezTo>
                            <a:pt x="853626" y="474465"/>
                            <a:pt x="856768" y="476369"/>
                            <a:pt x="860007" y="476369"/>
                          </a:cubicBezTo>
                          <a:cubicBezTo>
                            <a:pt x="861150" y="476369"/>
                            <a:pt x="862388" y="476084"/>
                            <a:pt x="863531" y="475608"/>
                          </a:cubicBezTo>
                          <a:cubicBezTo>
                            <a:pt x="871342" y="471988"/>
                            <a:pt x="879248" y="468083"/>
                            <a:pt x="886963" y="463796"/>
                          </a:cubicBezTo>
                          <a:cubicBezTo>
                            <a:pt x="891154" y="461510"/>
                            <a:pt x="892678" y="456367"/>
                            <a:pt x="890392" y="452176"/>
                          </a:cubicBezTo>
                          <a:close/>
                          <a:moveTo>
                            <a:pt x="254217" y="453891"/>
                          </a:moveTo>
                          <a:cubicBezTo>
                            <a:pt x="245835" y="453700"/>
                            <a:pt x="237453" y="453224"/>
                            <a:pt x="229071" y="452557"/>
                          </a:cubicBezTo>
                          <a:cubicBezTo>
                            <a:pt x="224499" y="452462"/>
                            <a:pt x="220213" y="455796"/>
                            <a:pt x="219927" y="460463"/>
                          </a:cubicBezTo>
                          <a:cubicBezTo>
                            <a:pt x="219546" y="465225"/>
                            <a:pt x="223070" y="469321"/>
                            <a:pt x="227833" y="469607"/>
                          </a:cubicBezTo>
                          <a:cubicBezTo>
                            <a:pt x="236405" y="470274"/>
                            <a:pt x="245073" y="470750"/>
                            <a:pt x="253741" y="470940"/>
                          </a:cubicBezTo>
                          <a:lnTo>
                            <a:pt x="254027" y="470940"/>
                          </a:lnTo>
                          <a:cubicBezTo>
                            <a:pt x="258598" y="470940"/>
                            <a:pt x="262409" y="467321"/>
                            <a:pt x="262504" y="462653"/>
                          </a:cubicBezTo>
                          <a:cubicBezTo>
                            <a:pt x="262694" y="457986"/>
                            <a:pt x="258979" y="453986"/>
                            <a:pt x="254217" y="453891"/>
                          </a:cubicBezTo>
                          <a:close/>
                          <a:moveTo>
                            <a:pt x="329750" y="450747"/>
                          </a:moveTo>
                          <a:cubicBezTo>
                            <a:pt x="321463" y="451700"/>
                            <a:pt x="313082" y="452462"/>
                            <a:pt x="304700" y="452938"/>
                          </a:cubicBezTo>
                          <a:cubicBezTo>
                            <a:pt x="299937" y="453224"/>
                            <a:pt x="296413" y="457319"/>
                            <a:pt x="296698" y="462082"/>
                          </a:cubicBezTo>
                          <a:cubicBezTo>
                            <a:pt x="296984" y="466559"/>
                            <a:pt x="300699" y="469988"/>
                            <a:pt x="305176" y="469988"/>
                          </a:cubicBezTo>
                          <a:lnTo>
                            <a:pt x="305747" y="469988"/>
                          </a:lnTo>
                          <a:cubicBezTo>
                            <a:pt x="314415" y="469416"/>
                            <a:pt x="323083" y="468654"/>
                            <a:pt x="331655" y="467702"/>
                          </a:cubicBezTo>
                          <a:cubicBezTo>
                            <a:pt x="336418" y="467226"/>
                            <a:pt x="339752" y="462939"/>
                            <a:pt x="339180" y="458272"/>
                          </a:cubicBezTo>
                          <a:cubicBezTo>
                            <a:pt x="338704" y="453605"/>
                            <a:pt x="334513" y="450176"/>
                            <a:pt x="329750" y="450747"/>
                          </a:cubicBezTo>
                          <a:close/>
                          <a:moveTo>
                            <a:pt x="178970" y="446556"/>
                          </a:moveTo>
                          <a:cubicBezTo>
                            <a:pt x="170683" y="445223"/>
                            <a:pt x="162396" y="443603"/>
                            <a:pt x="154204" y="441889"/>
                          </a:cubicBezTo>
                          <a:cubicBezTo>
                            <a:pt x="149537" y="440841"/>
                            <a:pt x="145061" y="443794"/>
                            <a:pt x="144013" y="448366"/>
                          </a:cubicBezTo>
                          <a:cubicBezTo>
                            <a:pt x="143060" y="453034"/>
                            <a:pt x="146013" y="457510"/>
                            <a:pt x="150585" y="458558"/>
                          </a:cubicBezTo>
                          <a:cubicBezTo>
                            <a:pt x="159062" y="460367"/>
                            <a:pt x="167635" y="461987"/>
                            <a:pt x="176112" y="463416"/>
                          </a:cubicBezTo>
                          <a:cubicBezTo>
                            <a:pt x="176588" y="463511"/>
                            <a:pt x="177064" y="463511"/>
                            <a:pt x="177541" y="463511"/>
                          </a:cubicBezTo>
                          <a:cubicBezTo>
                            <a:pt x="181636" y="463511"/>
                            <a:pt x="185256" y="460558"/>
                            <a:pt x="186018" y="456367"/>
                          </a:cubicBezTo>
                          <a:cubicBezTo>
                            <a:pt x="186780" y="451795"/>
                            <a:pt x="183637" y="447318"/>
                            <a:pt x="178970" y="446556"/>
                          </a:cubicBezTo>
                          <a:close/>
                          <a:moveTo>
                            <a:pt x="414523" y="442937"/>
                          </a:moveTo>
                          <a:cubicBezTo>
                            <a:pt x="413284" y="438365"/>
                            <a:pt x="408617" y="435698"/>
                            <a:pt x="404045" y="436841"/>
                          </a:cubicBezTo>
                          <a:cubicBezTo>
                            <a:pt x="399568" y="438079"/>
                            <a:pt x="395092" y="439222"/>
                            <a:pt x="390615" y="440270"/>
                          </a:cubicBezTo>
                          <a:cubicBezTo>
                            <a:pt x="386995" y="441127"/>
                            <a:pt x="383281" y="441984"/>
                            <a:pt x="379566" y="442746"/>
                          </a:cubicBezTo>
                          <a:cubicBezTo>
                            <a:pt x="374899" y="443699"/>
                            <a:pt x="371946" y="448271"/>
                            <a:pt x="372994" y="452843"/>
                          </a:cubicBezTo>
                          <a:cubicBezTo>
                            <a:pt x="373756" y="456843"/>
                            <a:pt x="377375" y="459605"/>
                            <a:pt x="381280" y="459605"/>
                          </a:cubicBezTo>
                          <a:cubicBezTo>
                            <a:pt x="381852" y="459605"/>
                            <a:pt x="382519" y="459605"/>
                            <a:pt x="383090" y="459415"/>
                          </a:cubicBezTo>
                          <a:cubicBezTo>
                            <a:pt x="386900" y="458653"/>
                            <a:pt x="390710" y="457796"/>
                            <a:pt x="394520" y="456843"/>
                          </a:cubicBezTo>
                          <a:cubicBezTo>
                            <a:pt x="399188" y="455796"/>
                            <a:pt x="403855" y="454653"/>
                            <a:pt x="408427" y="453414"/>
                          </a:cubicBezTo>
                          <a:cubicBezTo>
                            <a:pt x="412999" y="452176"/>
                            <a:pt x="415666" y="447509"/>
                            <a:pt x="414523" y="442937"/>
                          </a:cubicBezTo>
                          <a:close/>
                          <a:moveTo>
                            <a:pt x="595688" y="441127"/>
                          </a:moveTo>
                          <a:cubicBezTo>
                            <a:pt x="588830" y="436650"/>
                            <a:pt x="582068" y="431697"/>
                            <a:pt x="575591" y="426554"/>
                          </a:cubicBezTo>
                          <a:cubicBezTo>
                            <a:pt x="571876" y="423696"/>
                            <a:pt x="566542" y="424268"/>
                            <a:pt x="563589" y="427983"/>
                          </a:cubicBezTo>
                          <a:cubicBezTo>
                            <a:pt x="560636" y="431697"/>
                            <a:pt x="561303" y="437031"/>
                            <a:pt x="564923" y="439984"/>
                          </a:cubicBezTo>
                          <a:cubicBezTo>
                            <a:pt x="571876" y="445413"/>
                            <a:pt x="579020" y="450652"/>
                            <a:pt x="586354" y="455415"/>
                          </a:cubicBezTo>
                          <a:cubicBezTo>
                            <a:pt x="587782" y="456367"/>
                            <a:pt x="589402" y="456843"/>
                            <a:pt x="591021" y="456843"/>
                          </a:cubicBezTo>
                          <a:cubicBezTo>
                            <a:pt x="593783" y="456843"/>
                            <a:pt x="596545" y="455415"/>
                            <a:pt x="598165" y="452938"/>
                          </a:cubicBezTo>
                          <a:cubicBezTo>
                            <a:pt x="600736" y="449033"/>
                            <a:pt x="599689" y="443699"/>
                            <a:pt x="595688" y="441127"/>
                          </a:cubicBezTo>
                          <a:close/>
                          <a:moveTo>
                            <a:pt x="105436" y="429030"/>
                          </a:moveTo>
                          <a:cubicBezTo>
                            <a:pt x="97436" y="426459"/>
                            <a:pt x="89434" y="423792"/>
                            <a:pt x="81529" y="420934"/>
                          </a:cubicBezTo>
                          <a:cubicBezTo>
                            <a:pt x="77147" y="419315"/>
                            <a:pt x="72194" y="421601"/>
                            <a:pt x="70575" y="425982"/>
                          </a:cubicBezTo>
                          <a:cubicBezTo>
                            <a:pt x="68956" y="430459"/>
                            <a:pt x="71242" y="435317"/>
                            <a:pt x="75718" y="436936"/>
                          </a:cubicBezTo>
                          <a:cubicBezTo>
                            <a:pt x="83815" y="439889"/>
                            <a:pt x="92006" y="442746"/>
                            <a:pt x="100293" y="445318"/>
                          </a:cubicBezTo>
                          <a:cubicBezTo>
                            <a:pt x="101150" y="445604"/>
                            <a:pt x="102007" y="445699"/>
                            <a:pt x="102865" y="445699"/>
                          </a:cubicBezTo>
                          <a:cubicBezTo>
                            <a:pt x="106484" y="445699"/>
                            <a:pt x="109913" y="443318"/>
                            <a:pt x="111056" y="439698"/>
                          </a:cubicBezTo>
                          <a:cubicBezTo>
                            <a:pt x="112485" y="435221"/>
                            <a:pt x="109913" y="430459"/>
                            <a:pt x="105436" y="429030"/>
                          </a:cubicBezTo>
                          <a:close/>
                          <a:moveTo>
                            <a:pt x="485675" y="414171"/>
                          </a:moveTo>
                          <a:cubicBezTo>
                            <a:pt x="483579" y="409980"/>
                            <a:pt x="478436" y="408266"/>
                            <a:pt x="474149" y="410457"/>
                          </a:cubicBezTo>
                          <a:cubicBezTo>
                            <a:pt x="466910" y="414076"/>
                            <a:pt x="459290" y="417600"/>
                            <a:pt x="451480" y="420839"/>
                          </a:cubicBezTo>
                          <a:cubicBezTo>
                            <a:pt x="447098" y="422649"/>
                            <a:pt x="445098" y="427601"/>
                            <a:pt x="446813" y="431983"/>
                          </a:cubicBezTo>
                          <a:cubicBezTo>
                            <a:pt x="448242" y="435317"/>
                            <a:pt x="451384" y="437222"/>
                            <a:pt x="454718" y="437222"/>
                          </a:cubicBezTo>
                          <a:cubicBezTo>
                            <a:pt x="455861" y="437222"/>
                            <a:pt x="456909" y="437031"/>
                            <a:pt x="458052" y="436650"/>
                          </a:cubicBezTo>
                          <a:cubicBezTo>
                            <a:pt x="466243" y="433221"/>
                            <a:pt x="474245" y="429507"/>
                            <a:pt x="481864" y="425696"/>
                          </a:cubicBezTo>
                          <a:cubicBezTo>
                            <a:pt x="486055" y="423506"/>
                            <a:pt x="487770" y="418362"/>
                            <a:pt x="485675" y="414171"/>
                          </a:cubicBezTo>
                          <a:close/>
                          <a:moveTo>
                            <a:pt x="952400" y="407028"/>
                          </a:moveTo>
                          <a:cubicBezTo>
                            <a:pt x="949352" y="403408"/>
                            <a:pt x="944018" y="403027"/>
                            <a:pt x="940398" y="406075"/>
                          </a:cubicBezTo>
                          <a:cubicBezTo>
                            <a:pt x="934017" y="411504"/>
                            <a:pt x="927444" y="416743"/>
                            <a:pt x="920777" y="421696"/>
                          </a:cubicBezTo>
                          <a:cubicBezTo>
                            <a:pt x="916966" y="424553"/>
                            <a:pt x="916204" y="429887"/>
                            <a:pt x="919062" y="433698"/>
                          </a:cubicBezTo>
                          <a:cubicBezTo>
                            <a:pt x="920777" y="435888"/>
                            <a:pt x="923348" y="437126"/>
                            <a:pt x="925920" y="437126"/>
                          </a:cubicBezTo>
                          <a:cubicBezTo>
                            <a:pt x="927730" y="437126"/>
                            <a:pt x="929444" y="436555"/>
                            <a:pt x="930968" y="435412"/>
                          </a:cubicBezTo>
                          <a:cubicBezTo>
                            <a:pt x="937922" y="430173"/>
                            <a:pt x="944779" y="424744"/>
                            <a:pt x="951447" y="419029"/>
                          </a:cubicBezTo>
                          <a:cubicBezTo>
                            <a:pt x="955066" y="415981"/>
                            <a:pt x="955448" y="410647"/>
                            <a:pt x="952400" y="407028"/>
                          </a:cubicBezTo>
                          <a:close/>
                          <a:moveTo>
                            <a:pt x="35047" y="401408"/>
                          </a:moveTo>
                          <a:cubicBezTo>
                            <a:pt x="27426" y="397788"/>
                            <a:pt x="19997" y="393979"/>
                            <a:pt x="12568" y="389978"/>
                          </a:cubicBezTo>
                          <a:cubicBezTo>
                            <a:pt x="8376" y="387787"/>
                            <a:pt x="3233" y="389311"/>
                            <a:pt x="1043" y="393502"/>
                          </a:cubicBezTo>
                          <a:cubicBezTo>
                            <a:pt x="-1243" y="397598"/>
                            <a:pt x="376" y="402837"/>
                            <a:pt x="4471" y="405027"/>
                          </a:cubicBezTo>
                          <a:cubicBezTo>
                            <a:pt x="12091" y="409123"/>
                            <a:pt x="19902" y="413029"/>
                            <a:pt x="27713" y="416838"/>
                          </a:cubicBezTo>
                          <a:cubicBezTo>
                            <a:pt x="28855" y="417410"/>
                            <a:pt x="30189" y="417600"/>
                            <a:pt x="31332" y="417600"/>
                          </a:cubicBezTo>
                          <a:cubicBezTo>
                            <a:pt x="34570" y="417600"/>
                            <a:pt x="37618" y="415886"/>
                            <a:pt x="39143" y="412742"/>
                          </a:cubicBezTo>
                          <a:cubicBezTo>
                            <a:pt x="41143" y="408551"/>
                            <a:pt x="39333" y="403408"/>
                            <a:pt x="35047" y="401408"/>
                          </a:cubicBezTo>
                          <a:close/>
                          <a:moveTo>
                            <a:pt x="547301" y="368737"/>
                          </a:moveTo>
                          <a:cubicBezTo>
                            <a:pt x="544063" y="365308"/>
                            <a:pt x="538729" y="365213"/>
                            <a:pt x="535300" y="368356"/>
                          </a:cubicBezTo>
                          <a:cubicBezTo>
                            <a:pt x="532633" y="370928"/>
                            <a:pt x="529870" y="373404"/>
                            <a:pt x="527013" y="375785"/>
                          </a:cubicBezTo>
                          <a:cubicBezTo>
                            <a:pt x="526251" y="374738"/>
                            <a:pt x="525489" y="373690"/>
                            <a:pt x="524727" y="372643"/>
                          </a:cubicBezTo>
                          <a:cubicBezTo>
                            <a:pt x="522060" y="368832"/>
                            <a:pt x="516726" y="367880"/>
                            <a:pt x="512916" y="370547"/>
                          </a:cubicBezTo>
                          <a:cubicBezTo>
                            <a:pt x="509010" y="373214"/>
                            <a:pt x="508058" y="378548"/>
                            <a:pt x="510725" y="382453"/>
                          </a:cubicBezTo>
                          <a:cubicBezTo>
                            <a:pt x="511868" y="383977"/>
                            <a:pt x="512916" y="385501"/>
                            <a:pt x="514059" y="387025"/>
                          </a:cubicBezTo>
                          <a:cubicBezTo>
                            <a:pt x="512535" y="389883"/>
                            <a:pt x="512630" y="393502"/>
                            <a:pt x="514726" y="396264"/>
                          </a:cubicBezTo>
                          <a:cubicBezTo>
                            <a:pt x="516821" y="399122"/>
                            <a:pt x="520441" y="400169"/>
                            <a:pt x="523584" y="399408"/>
                          </a:cubicBezTo>
                          <a:cubicBezTo>
                            <a:pt x="524727" y="400741"/>
                            <a:pt x="525775" y="402075"/>
                            <a:pt x="526918" y="403408"/>
                          </a:cubicBezTo>
                          <a:cubicBezTo>
                            <a:pt x="528632" y="405313"/>
                            <a:pt x="531013" y="406361"/>
                            <a:pt x="533394" y="406361"/>
                          </a:cubicBezTo>
                          <a:cubicBezTo>
                            <a:pt x="535395" y="406361"/>
                            <a:pt x="537300" y="405694"/>
                            <a:pt x="538919" y="404265"/>
                          </a:cubicBezTo>
                          <a:cubicBezTo>
                            <a:pt x="542539" y="401218"/>
                            <a:pt x="542919" y="395884"/>
                            <a:pt x="539872" y="392264"/>
                          </a:cubicBezTo>
                          <a:cubicBezTo>
                            <a:pt x="539110" y="391311"/>
                            <a:pt x="538252" y="390359"/>
                            <a:pt x="537395" y="389311"/>
                          </a:cubicBezTo>
                          <a:cubicBezTo>
                            <a:pt x="540729" y="386549"/>
                            <a:pt x="543968" y="383691"/>
                            <a:pt x="547016" y="380834"/>
                          </a:cubicBezTo>
                          <a:cubicBezTo>
                            <a:pt x="550445" y="377595"/>
                            <a:pt x="550540" y="372166"/>
                            <a:pt x="547301" y="368737"/>
                          </a:cubicBezTo>
                          <a:close/>
                          <a:moveTo>
                            <a:pt x="1005168" y="351211"/>
                          </a:moveTo>
                          <a:cubicBezTo>
                            <a:pt x="1001548" y="348163"/>
                            <a:pt x="996214" y="348735"/>
                            <a:pt x="993166" y="352354"/>
                          </a:cubicBezTo>
                          <a:cubicBezTo>
                            <a:pt x="987737" y="358831"/>
                            <a:pt x="982213" y="365213"/>
                            <a:pt x="976593" y="371214"/>
                          </a:cubicBezTo>
                          <a:cubicBezTo>
                            <a:pt x="973450" y="374738"/>
                            <a:pt x="973640" y="380072"/>
                            <a:pt x="977069" y="383311"/>
                          </a:cubicBezTo>
                          <a:cubicBezTo>
                            <a:pt x="978688" y="384834"/>
                            <a:pt x="980784" y="385596"/>
                            <a:pt x="982879" y="385596"/>
                          </a:cubicBezTo>
                          <a:cubicBezTo>
                            <a:pt x="985166" y="385596"/>
                            <a:pt x="987452" y="384644"/>
                            <a:pt x="989166" y="382834"/>
                          </a:cubicBezTo>
                          <a:cubicBezTo>
                            <a:pt x="994976" y="376548"/>
                            <a:pt x="1000786" y="369975"/>
                            <a:pt x="1006311" y="363212"/>
                          </a:cubicBezTo>
                          <a:cubicBezTo>
                            <a:pt x="1009359" y="359593"/>
                            <a:pt x="1008788" y="354259"/>
                            <a:pt x="1005168" y="351211"/>
                          </a:cubicBezTo>
                          <a:close/>
                          <a:moveTo>
                            <a:pt x="588830" y="304634"/>
                          </a:moveTo>
                          <a:cubicBezTo>
                            <a:pt x="584449" y="302824"/>
                            <a:pt x="579400" y="304634"/>
                            <a:pt x="577591" y="309110"/>
                          </a:cubicBezTo>
                          <a:cubicBezTo>
                            <a:pt x="574352" y="316445"/>
                            <a:pt x="570542" y="323779"/>
                            <a:pt x="566256" y="330637"/>
                          </a:cubicBezTo>
                          <a:cubicBezTo>
                            <a:pt x="563779" y="334733"/>
                            <a:pt x="565018" y="339971"/>
                            <a:pt x="569018" y="342448"/>
                          </a:cubicBezTo>
                          <a:cubicBezTo>
                            <a:pt x="570447" y="343305"/>
                            <a:pt x="571971" y="343686"/>
                            <a:pt x="573495" y="343686"/>
                          </a:cubicBezTo>
                          <a:cubicBezTo>
                            <a:pt x="576448" y="343686"/>
                            <a:pt x="579210" y="342258"/>
                            <a:pt x="580829" y="339686"/>
                          </a:cubicBezTo>
                          <a:cubicBezTo>
                            <a:pt x="585497" y="332066"/>
                            <a:pt x="589688" y="324065"/>
                            <a:pt x="593212" y="315873"/>
                          </a:cubicBezTo>
                          <a:cubicBezTo>
                            <a:pt x="595117" y="311587"/>
                            <a:pt x="593116" y="306539"/>
                            <a:pt x="588830" y="304634"/>
                          </a:cubicBezTo>
                          <a:close/>
                          <a:moveTo>
                            <a:pt x="500629" y="329494"/>
                          </a:moveTo>
                          <a:cubicBezTo>
                            <a:pt x="497295" y="321970"/>
                            <a:pt x="494247" y="314159"/>
                            <a:pt x="491675" y="306348"/>
                          </a:cubicBezTo>
                          <a:cubicBezTo>
                            <a:pt x="490151" y="301872"/>
                            <a:pt x="485293" y="299395"/>
                            <a:pt x="480912" y="300919"/>
                          </a:cubicBezTo>
                          <a:cubicBezTo>
                            <a:pt x="476435" y="302443"/>
                            <a:pt x="473959" y="307205"/>
                            <a:pt x="475483" y="311682"/>
                          </a:cubicBezTo>
                          <a:cubicBezTo>
                            <a:pt x="478245" y="320064"/>
                            <a:pt x="481484" y="328351"/>
                            <a:pt x="484913" y="336352"/>
                          </a:cubicBezTo>
                          <a:cubicBezTo>
                            <a:pt x="486342" y="339591"/>
                            <a:pt x="489484" y="341496"/>
                            <a:pt x="492818" y="341496"/>
                          </a:cubicBezTo>
                          <a:cubicBezTo>
                            <a:pt x="493961" y="341496"/>
                            <a:pt x="495104" y="341210"/>
                            <a:pt x="496247" y="340734"/>
                          </a:cubicBezTo>
                          <a:cubicBezTo>
                            <a:pt x="500534" y="338828"/>
                            <a:pt x="502534" y="333780"/>
                            <a:pt x="500629" y="329494"/>
                          </a:cubicBezTo>
                          <a:close/>
                          <a:moveTo>
                            <a:pt x="1048221" y="287584"/>
                          </a:moveTo>
                          <a:cubicBezTo>
                            <a:pt x="1044126" y="285108"/>
                            <a:pt x="1038886" y="286441"/>
                            <a:pt x="1036505" y="290537"/>
                          </a:cubicBezTo>
                          <a:cubicBezTo>
                            <a:pt x="1032219" y="297776"/>
                            <a:pt x="1027742" y="304824"/>
                            <a:pt x="1023075" y="311873"/>
                          </a:cubicBezTo>
                          <a:cubicBezTo>
                            <a:pt x="1020503" y="315873"/>
                            <a:pt x="1021551" y="321112"/>
                            <a:pt x="1025552" y="323779"/>
                          </a:cubicBezTo>
                          <a:cubicBezTo>
                            <a:pt x="1026980" y="324732"/>
                            <a:pt x="1028600" y="325112"/>
                            <a:pt x="1030219" y="325112"/>
                          </a:cubicBezTo>
                          <a:cubicBezTo>
                            <a:pt x="1032981" y="325112"/>
                            <a:pt x="1035743" y="323779"/>
                            <a:pt x="1037363" y="321303"/>
                          </a:cubicBezTo>
                          <a:cubicBezTo>
                            <a:pt x="1042125" y="314064"/>
                            <a:pt x="1046697" y="306729"/>
                            <a:pt x="1051174" y="299300"/>
                          </a:cubicBezTo>
                          <a:cubicBezTo>
                            <a:pt x="1053555" y="295204"/>
                            <a:pt x="1052222" y="289965"/>
                            <a:pt x="1048221" y="287584"/>
                          </a:cubicBezTo>
                          <a:close/>
                          <a:moveTo>
                            <a:pt x="603118" y="235958"/>
                          </a:moveTo>
                          <a:cubicBezTo>
                            <a:pt x="602451" y="231291"/>
                            <a:pt x="598070" y="228053"/>
                            <a:pt x="593402" y="228720"/>
                          </a:cubicBezTo>
                          <a:cubicBezTo>
                            <a:pt x="588735" y="229386"/>
                            <a:pt x="585497" y="233768"/>
                            <a:pt x="586163" y="238435"/>
                          </a:cubicBezTo>
                          <a:cubicBezTo>
                            <a:pt x="587211" y="245293"/>
                            <a:pt x="587687" y="252246"/>
                            <a:pt x="587687" y="259009"/>
                          </a:cubicBezTo>
                          <a:lnTo>
                            <a:pt x="587687" y="262533"/>
                          </a:lnTo>
                          <a:cubicBezTo>
                            <a:pt x="587497" y="267200"/>
                            <a:pt x="591307" y="271106"/>
                            <a:pt x="595974" y="271296"/>
                          </a:cubicBezTo>
                          <a:lnTo>
                            <a:pt x="596164" y="271296"/>
                          </a:lnTo>
                          <a:cubicBezTo>
                            <a:pt x="600832" y="271296"/>
                            <a:pt x="604642" y="267582"/>
                            <a:pt x="604737" y="262914"/>
                          </a:cubicBezTo>
                          <a:lnTo>
                            <a:pt x="604737" y="259009"/>
                          </a:lnTo>
                          <a:cubicBezTo>
                            <a:pt x="604737" y="251389"/>
                            <a:pt x="604166" y="243674"/>
                            <a:pt x="603118" y="235958"/>
                          </a:cubicBezTo>
                          <a:close/>
                          <a:moveTo>
                            <a:pt x="477959" y="233292"/>
                          </a:moveTo>
                          <a:cubicBezTo>
                            <a:pt x="477769" y="228529"/>
                            <a:pt x="473673" y="224814"/>
                            <a:pt x="469006" y="225195"/>
                          </a:cubicBezTo>
                          <a:cubicBezTo>
                            <a:pt x="464338" y="225386"/>
                            <a:pt x="460719" y="229386"/>
                            <a:pt x="460909" y="234149"/>
                          </a:cubicBezTo>
                          <a:cubicBezTo>
                            <a:pt x="461385" y="242912"/>
                            <a:pt x="462243" y="251770"/>
                            <a:pt x="463386" y="260342"/>
                          </a:cubicBezTo>
                          <a:cubicBezTo>
                            <a:pt x="464053" y="264629"/>
                            <a:pt x="467672" y="267772"/>
                            <a:pt x="471863" y="267772"/>
                          </a:cubicBezTo>
                          <a:cubicBezTo>
                            <a:pt x="472244" y="267772"/>
                            <a:pt x="472625" y="267772"/>
                            <a:pt x="473102" y="267772"/>
                          </a:cubicBezTo>
                          <a:cubicBezTo>
                            <a:pt x="477769" y="267105"/>
                            <a:pt x="481007" y="262724"/>
                            <a:pt x="480341" y="258057"/>
                          </a:cubicBezTo>
                          <a:cubicBezTo>
                            <a:pt x="479198" y="249960"/>
                            <a:pt x="478340" y="241578"/>
                            <a:pt x="477959" y="233387"/>
                          </a:cubicBezTo>
                          <a:close/>
                          <a:moveTo>
                            <a:pt x="1082702" y="218909"/>
                          </a:moveTo>
                          <a:cubicBezTo>
                            <a:pt x="1078320" y="217004"/>
                            <a:pt x="1073367" y="218909"/>
                            <a:pt x="1071367" y="223195"/>
                          </a:cubicBezTo>
                          <a:cubicBezTo>
                            <a:pt x="1067843" y="230910"/>
                            <a:pt x="1064318" y="238530"/>
                            <a:pt x="1060604" y="246150"/>
                          </a:cubicBezTo>
                          <a:cubicBezTo>
                            <a:pt x="1058508" y="250341"/>
                            <a:pt x="1060223" y="255485"/>
                            <a:pt x="1064509" y="257580"/>
                          </a:cubicBezTo>
                          <a:cubicBezTo>
                            <a:pt x="1065652" y="258152"/>
                            <a:pt x="1066985" y="258438"/>
                            <a:pt x="1068223" y="258438"/>
                          </a:cubicBezTo>
                          <a:cubicBezTo>
                            <a:pt x="1071367" y="258438"/>
                            <a:pt x="1074415" y="256723"/>
                            <a:pt x="1075939" y="253675"/>
                          </a:cubicBezTo>
                          <a:cubicBezTo>
                            <a:pt x="1079749" y="245960"/>
                            <a:pt x="1083368" y="238054"/>
                            <a:pt x="1086893" y="230244"/>
                          </a:cubicBezTo>
                          <a:cubicBezTo>
                            <a:pt x="1088893" y="225957"/>
                            <a:pt x="1086988" y="220909"/>
                            <a:pt x="1082702" y="218909"/>
                          </a:cubicBezTo>
                          <a:close/>
                          <a:moveTo>
                            <a:pt x="586830" y="184619"/>
                          </a:moveTo>
                          <a:cubicBezTo>
                            <a:pt x="582734" y="176427"/>
                            <a:pt x="577877" y="168712"/>
                            <a:pt x="572447" y="161664"/>
                          </a:cubicBezTo>
                          <a:cubicBezTo>
                            <a:pt x="569590" y="157949"/>
                            <a:pt x="564256" y="157187"/>
                            <a:pt x="560446" y="160044"/>
                          </a:cubicBezTo>
                          <a:cubicBezTo>
                            <a:pt x="556731" y="162902"/>
                            <a:pt x="556064" y="168331"/>
                            <a:pt x="558922" y="172046"/>
                          </a:cubicBezTo>
                          <a:cubicBezTo>
                            <a:pt x="563684" y="178237"/>
                            <a:pt x="567970" y="185095"/>
                            <a:pt x="571685" y="192429"/>
                          </a:cubicBezTo>
                          <a:cubicBezTo>
                            <a:pt x="573209" y="195382"/>
                            <a:pt x="576162" y="197097"/>
                            <a:pt x="579305" y="197097"/>
                          </a:cubicBezTo>
                          <a:cubicBezTo>
                            <a:pt x="580543" y="197097"/>
                            <a:pt x="581877" y="196716"/>
                            <a:pt x="583115" y="196144"/>
                          </a:cubicBezTo>
                          <a:cubicBezTo>
                            <a:pt x="587306" y="193953"/>
                            <a:pt x="589021" y="188810"/>
                            <a:pt x="586830" y="184619"/>
                          </a:cubicBezTo>
                          <a:close/>
                          <a:moveTo>
                            <a:pt x="478150" y="149091"/>
                          </a:moveTo>
                          <a:cubicBezTo>
                            <a:pt x="473578" y="148043"/>
                            <a:pt x="468911" y="150900"/>
                            <a:pt x="467863" y="155472"/>
                          </a:cubicBezTo>
                          <a:cubicBezTo>
                            <a:pt x="465863" y="163950"/>
                            <a:pt x="464243" y="172617"/>
                            <a:pt x="463100" y="181475"/>
                          </a:cubicBezTo>
                          <a:cubicBezTo>
                            <a:pt x="462434" y="186143"/>
                            <a:pt x="465767" y="190429"/>
                            <a:pt x="470434" y="191000"/>
                          </a:cubicBezTo>
                          <a:cubicBezTo>
                            <a:pt x="470816" y="191096"/>
                            <a:pt x="471197" y="191096"/>
                            <a:pt x="471577" y="191096"/>
                          </a:cubicBezTo>
                          <a:cubicBezTo>
                            <a:pt x="475768" y="191096"/>
                            <a:pt x="479483" y="188048"/>
                            <a:pt x="480055" y="183762"/>
                          </a:cubicBezTo>
                          <a:cubicBezTo>
                            <a:pt x="481102" y="175475"/>
                            <a:pt x="482627" y="167283"/>
                            <a:pt x="484532" y="159378"/>
                          </a:cubicBezTo>
                          <a:cubicBezTo>
                            <a:pt x="485579" y="154710"/>
                            <a:pt x="482722" y="150138"/>
                            <a:pt x="478150" y="149091"/>
                          </a:cubicBezTo>
                          <a:close/>
                          <a:moveTo>
                            <a:pt x="1110610" y="147281"/>
                          </a:moveTo>
                          <a:cubicBezTo>
                            <a:pt x="1106133" y="145757"/>
                            <a:pt x="1101276" y="148043"/>
                            <a:pt x="1099656" y="152520"/>
                          </a:cubicBezTo>
                          <a:cubicBezTo>
                            <a:pt x="1096798" y="160521"/>
                            <a:pt x="1093846" y="168426"/>
                            <a:pt x="1090893" y="176332"/>
                          </a:cubicBezTo>
                          <a:cubicBezTo>
                            <a:pt x="1089179" y="180714"/>
                            <a:pt x="1091369" y="185667"/>
                            <a:pt x="1095751" y="187381"/>
                          </a:cubicBezTo>
                          <a:cubicBezTo>
                            <a:pt x="1096798" y="187762"/>
                            <a:pt x="1097846" y="187953"/>
                            <a:pt x="1098799" y="187953"/>
                          </a:cubicBezTo>
                          <a:cubicBezTo>
                            <a:pt x="1102228" y="187953"/>
                            <a:pt x="1105467" y="185857"/>
                            <a:pt x="1106800" y="182428"/>
                          </a:cubicBezTo>
                          <a:cubicBezTo>
                            <a:pt x="1109848" y="174427"/>
                            <a:pt x="1112896" y="166331"/>
                            <a:pt x="1115753" y="158234"/>
                          </a:cubicBezTo>
                          <a:cubicBezTo>
                            <a:pt x="1117373" y="153758"/>
                            <a:pt x="1114992" y="148900"/>
                            <a:pt x="1110610" y="147281"/>
                          </a:cubicBezTo>
                          <a:close/>
                          <a:moveTo>
                            <a:pt x="530632" y="126421"/>
                          </a:moveTo>
                          <a:cubicBezTo>
                            <a:pt x="522250" y="122230"/>
                            <a:pt x="513392" y="119182"/>
                            <a:pt x="504343" y="117467"/>
                          </a:cubicBezTo>
                          <a:cubicBezTo>
                            <a:pt x="499676" y="116610"/>
                            <a:pt x="495200" y="119658"/>
                            <a:pt x="494342" y="124325"/>
                          </a:cubicBezTo>
                          <a:cubicBezTo>
                            <a:pt x="493390" y="128898"/>
                            <a:pt x="496438" y="133374"/>
                            <a:pt x="501105" y="134327"/>
                          </a:cubicBezTo>
                          <a:cubicBezTo>
                            <a:pt x="508630" y="135756"/>
                            <a:pt x="516059" y="138232"/>
                            <a:pt x="523108" y="141756"/>
                          </a:cubicBezTo>
                          <a:cubicBezTo>
                            <a:pt x="524251" y="142328"/>
                            <a:pt x="525584" y="142614"/>
                            <a:pt x="526823" y="142614"/>
                          </a:cubicBezTo>
                          <a:cubicBezTo>
                            <a:pt x="529966" y="142614"/>
                            <a:pt x="533014" y="140899"/>
                            <a:pt x="534538" y="137851"/>
                          </a:cubicBezTo>
                          <a:cubicBezTo>
                            <a:pt x="536633" y="133660"/>
                            <a:pt x="534919" y="128517"/>
                            <a:pt x="530632" y="126421"/>
                          </a:cubicBezTo>
                          <a:close/>
                          <a:moveTo>
                            <a:pt x="1134136" y="74129"/>
                          </a:moveTo>
                          <a:cubicBezTo>
                            <a:pt x="1129565" y="72795"/>
                            <a:pt x="1124802" y="75367"/>
                            <a:pt x="1123468" y="79844"/>
                          </a:cubicBezTo>
                          <a:cubicBezTo>
                            <a:pt x="1120992" y="88035"/>
                            <a:pt x="1118420" y="96132"/>
                            <a:pt x="1115848" y="104228"/>
                          </a:cubicBezTo>
                          <a:cubicBezTo>
                            <a:pt x="1114420" y="108705"/>
                            <a:pt x="1116991" y="113467"/>
                            <a:pt x="1121468" y="114896"/>
                          </a:cubicBezTo>
                          <a:cubicBezTo>
                            <a:pt x="1122325" y="115182"/>
                            <a:pt x="1123183" y="115372"/>
                            <a:pt x="1124040" y="115372"/>
                          </a:cubicBezTo>
                          <a:cubicBezTo>
                            <a:pt x="1127659" y="115372"/>
                            <a:pt x="1130993" y="112991"/>
                            <a:pt x="1132136" y="109371"/>
                          </a:cubicBezTo>
                          <a:cubicBezTo>
                            <a:pt x="1134708" y="101180"/>
                            <a:pt x="1137280" y="92988"/>
                            <a:pt x="1139756" y="84797"/>
                          </a:cubicBezTo>
                          <a:cubicBezTo>
                            <a:pt x="1141185" y="80320"/>
                            <a:pt x="1138613" y="75558"/>
                            <a:pt x="1134136" y="74129"/>
                          </a:cubicBezTo>
                          <a:close/>
                          <a:moveTo>
                            <a:pt x="1155473" y="310"/>
                          </a:moveTo>
                          <a:cubicBezTo>
                            <a:pt x="1150996" y="-928"/>
                            <a:pt x="1146233" y="1644"/>
                            <a:pt x="1144900" y="6216"/>
                          </a:cubicBezTo>
                          <a:lnTo>
                            <a:pt x="1137947" y="30790"/>
                          </a:lnTo>
                          <a:cubicBezTo>
                            <a:pt x="1136613" y="35362"/>
                            <a:pt x="1139185" y="40029"/>
                            <a:pt x="1143757" y="41363"/>
                          </a:cubicBezTo>
                          <a:cubicBezTo>
                            <a:pt x="1144519" y="41649"/>
                            <a:pt x="1145281" y="41744"/>
                            <a:pt x="1146138" y="41744"/>
                          </a:cubicBezTo>
                          <a:cubicBezTo>
                            <a:pt x="1149853" y="41744"/>
                            <a:pt x="1153282" y="39267"/>
                            <a:pt x="1154329" y="35553"/>
                          </a:cubicBezTo>
                          <a:lnTo>
                            <a:pt x="1161378" y="10883"/>
                          </a:lnTo>
                          <a:cubicBezTo>
                            <a:pt x="1162711" y="6311"/>
                            <a:pt x="1160045" y="1644"/>
                            <a:pt x="1155473" y="31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10" name="AutoShape 210"/>
                    <p:cNvSpPr/>
                    <p:nvPr/>
                  </p:nvSpPr>
                  <p:spPr>
                    <a:xfrm>
                      <a:off x="10520074" y="1076867"/>
                      <a:ext cx="923384" cy="11763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384" h="1176366">
                          <a:moveTo>
                            <a:pt x="8956" y="1133694"/>
                          </a:moveTo>
                          <a:lnTo>
                            <a:pt x="8956" y="1133694"/>
                          </a:lnTo>
                          <a:cubicBezTo>
                            <a:pt x="4289" y="1133694"/>
                            <a:pt x="478" y="1137409"/>
                            <a:pt x="383" y="1142077"/>
                          </a:cubicBezTo>
                          <a:lnTo>
                            <a:pt x="2" y="1167699"/>
                          </a:lnTo>
                          <a:cubicBezTo>
                            <a:pt x="-94" y="1172461"/>
                            <a:pt x="3717" y="1176366"/>
                            <a:pt x="8384" y="1176366"/>
                          </a:cubicBezTo>
                          <a:lnTo>
                            <a:pt x="8574" y="1176366"/>
                          </a:lnTo>
                          <a:cubicBezTo>
                            <a:pt x="13242" y="1176366"/>
                            <a:pt x="17052" y="1172652"/>
                            <a:pt x="17052" y="1167984"/>
                          </a:cubicBezTo>
                          <a:lnTo>
                            <a:pt x="17433" y="1142362"/>
                          </a:lnTo>
                          <a:cubicBezTo>
                            <a:pt x="17529" y="1137695"/>
                            <a:pt x="13814" y="1133790"/>
                            <a:pt x="9051" y="1133694"/>
                          </a:cubicBezTo>
                          <a:close/>
                          <a:moveTo>
                            <a:pt x="10956" y="1056923"/>
                          </a:moveTo>
                          <a:cubicBezTo>
                            <a:pt x="6193" y="1056637"/>
                            <a:pt x="2288" y="1060447"/>
                            <a:pt x="2097" y="1065115"/>
                          </a:cubicBezTo>
                          <a:cubicBezTo>
                            <a:pt x="1812" y="1073687"/>
                            <a:pt x="1526" y="1082259"/>
                            <a:pt x="1335" y="1090832"/>
                          </a:cubicBezTo>
                          <a:cubicBezTo>
                            <a:pt x="1240" y="1095499"/>
                            <a:pt x="4955" y="1099404"/>
                            <a:pt x="9717" y="1099595"/>
                          </a:cubicBezTo>
                          <a:lnTo>
                            <a:pt x="9908" y="1099595"/>
                          </a:lnTo>
                          <a:cubicBezTo>
                            <a:pt x="14480" y="1099595"/>
                            <a:pt x="18290" y="1095880"/>
                            <a:pt x="18386" y="1091213"/>
                          </a:cubicBezTo>
                          <a:cubicBezTo>
                            <a:pt x="18672" y="1082736"/>
                            <a:pt x="18861" y="1074163"/>
                            <a:pt x="19147" y="1065686"/>
                          </a:cubicBezTo>
                          <a:cubicBezTo>
                            <a:pt x="19338" y="1061019"/>
                            <a:pt x="15623" y="1057018"/>
                            <a:pt x="10956" y="1056923"/>
                          </a:cubicBezTo>
                          <a:close/>
                          <a:moveTo>
                            <a:pt x="15052" y="980152"/>
                          </a:moveTo>
                          <a:cubicBezTo>
                            <a:pt x="10385" y="979770"/>
                            <a:pt x="6193" y="983295"/>
                            <a:pt x="5907" y="988057"/>
                          </a:cubicBezTo>
                          <a:cubicBezTo>
                            <a:pt x="5336" y="996630"/>
                            <a:pt x="4764" y="1005202"/>
                            <a:pt x="4289" y="1013775"/>
                          </a:cubicBezTo>
                          <a:cubicBezTo>
                            <a:pt x="4098" y="1018442"/>
                            <a:pt x="7718" y="1022442"/>
                            <a:pt x="12385" y="1022728"/>
                          </a:cubicBezTo>
                          <a:lnTo>
                            <a:pt x="12860" y="1022728"/>
                          </a:lnTo>
                          <a:cubicBezTo>
                            <a:pt x="17338" y="1022728"/>
                            <a:pt x="21147" y="1019204"/>
                            <a:pt x="21338" y="1014632"/>
                          </a:cubicBezTo>
                          <a:cubicBezTo>
                            <a:pt x="21814" y="1006155"/>
                            <a:pt x="22385" y="997677"/>
                            <a:pt x="22957" y="989200"/>
                          </a:cubicBezTo>
                          <a:cubicBezTo>
                            <a:pt x="23243" y="984533"/>
                            <a:pt x="19719" y="980437"/>
                            <a:pt x="15052" y="980152"/>
                          </a:cubicBezTo>
                          <a:close/>
                          <a:moveTo>
                            <a:pt x="22767" y="903666"/>
                          </a:moveTo>
                          <a:cubicBezTo>
                            <a:pt x="18004" y="903094"/>
                            <a:pt x="13814" y="906428"/>
                            <a:pt x="13242" y="911095"/>
                          </a:cubicBezTo>
                          <a:cubicBezTo>
                            <a:pt x="12194" y="919573"/>
                            <a:pt x="11146" y="928145"/>
                            <a:pt x="10289" y="936717"/>
                          </a:cubicBezTo>
                          <a:cubicBezTo>
                            <a:pt x="9813" y="941385"/>
                            <a:pt x="13242" y="945576"/>
                            <a:pt x="17909" y="946052"/>
                          </a:cubicBezTo>
                          <a:cubicBezTo>
                            <a:pt x="18195" y="946147"/>
                            <a:pt x="18481" y="946147"/>
                            <a:pt x="18766" y="946147"/>
                          </a:cubicBezTo>
                          <a:cubicBezTo>
                            <a:pt x="23148" y="946147"/>
                            <a:pt x="26863" y="942909"/>
                            <a:pt x="27243" y="938432"/>
                          </a:cubicBezTo>
                          <a:cubicBezTo>
                            <a:pt x="28197" y="930050"/>
                            <a:pt x="29149" y="921573"/>
                            <a:pt x="30196" y="913191"/>
                          </a:cubicBezTo>
                          <a:cubicBezTo>
                            <a:pt x="30767" y="908523"/>
                            <a:pt x="27434" y="904237"/>
                            <a:pt x="22767" y="903666"/>
                          </a:cubicBezTo>
                          <a:close/>
                          <a:moveTo>
                            <a:pt x="35721" y="827942"/>
                          </a:moveTo>
                          <a:cubicBezTo>
                            <a:pt x="31053" y="826989"/>
                            <a:pt x="26577" y="829942"/>
                            <a:pt x="25625" y="834609"/>
                          </a:cubicBezTo>
                          <a:cubicBezTo>
                            <a:pt x="23910" y="842991"/>
                            <a:pt x="22291" y="851469"/>
                            <a:pt x="20862" y="859946"/>
                          </a:cubicBezTo>
                          <a:cubicBezTo>
                            <a:pt x="20004" y="864613"/>
                            <a:pt x="23148" y="869090"/>
                            <a:pt x="27815" y="869852"/>
                          </a:cubicBezTo>
                          <a:cubicBezTo>
                            <a:pt x="28291" y="869947"/>
                            <a:pt x="28767" y="870042"/>
                            <a:pt x="29244" y="870042"/>
                          </a:cubicBezTo>
                          <a:cubicBezTo>
                            <a:pt x="33339" y="870042"/>
                            <a:pt x="36959" y="867090"/>
                            <a:pt x="37626" y="862899"/>
                          </a:cubicBezTo>
                          <a:cubicBezTo>
                            <a:pt x="39149" y="854612"/>
                            <a:pt x="40674" y="846230"/>
                            <a:pt x="42389" y="837943"/>
                          </a:cubicBezTo>
                          <a:cubicBezTo>
                            <a:pt x="43341" y="833371"/>
                            <a:pt x="40292" y="828894"/>
                            <a:pt x="35721" y="827942"/>
                          </a:cubicBezTo>
                          <a:close/>
                          <a:moveTo>
                            <a:pt x="621032" y="792223"/>
                          </a:moveTo>
                          <a:cubicBezTo>
                            <a:pt x="619413" y="787746"/>
                            <a:pt x="614555" y="785460"/>
                            <a:pt x="610078" y="786984"/>
                          </a:cubicBezTo>
                          <a:cubicBezTo>
                            <a:pt x="602553" y="789747"/>
                            <a:pt x="594743" y="791556"/>
                            <a:pt x="587028" y="792509"/>
                          </a:cubicBezTo>
                          <a:cubicBezTo>
                            <a:pt x="582360" y="793081"/>
                            <a:pt x="579027" y="797271"/>
                            <a:pt x="579598" y="802034"/>
                          </a:cubicBezTo>
                          <a:cubicBezTo>
                            <a:pt x="580170" y="806320"/>
                            <a:pt x="583789" y="809463"/>
                            <a:pt x="588075" y="809463"/>
                          </a:cubicBezTo>
                          <a:lnTo>
                            <a:pt x="589123" y="809463"/>
                          </a:lnTo>
                          <a:cubicBezTo>
                            <a:pt x="598077" y="808320"/>
                            <a:pt x="607030" y="806225"/>
                            <a:pt x="615793" y="803082"/>
                          </a:cubicBezTo>
                          <a:cubicBezTo>
                            <a:pt x="620270" y="801558"/>
                            <a:pt x="622556" y="796700"/>
                            <a:pt x="621032" y="792223"/>
                          </a:cubicBezTo>
                          <a:close/>
                          <a:moveTo>
                            <a:pt x="540260" y="787842"/>
                          </a:moveTo>
                          <a:cubicBezTo>
                            <a:pt x="532831" y="785365"/>
                            <a:pt x="525592" y="782031"/>
                            <a:pt x="518639" y="777936"/>
                          </a:cubicBezTo>
                          <a:cubicBezTo>
                            <a:pt x="514542" y="775554"/>
                            <a:pt x="509303" y="776983"/>
                            <a:pt x="506922" y="781079"/>
                          </a:cubicBezTo>
                          <a:cubicBezTo>
                            <a:pt x="504541" y="785079"/>
                            <a:pt x="505970" y="790318"/>
                            <a:pt x="509971" y="792699"/>
                          </a:cubicBezTo>
                          <a:cubicBezTo>
                            <a:pt x="517971" y="797367"/>
                            <a:pt x="526353" y="801177"/>
                            <a:pt x="534831" y="804034"/>
                          </a:cubicBezTo>
                          <a:cubicBezTo>
                            <a:pt x="535783" y="804320"/>
                            <a:pt x="536641" y="804415"/>
                            <a:pt x="537593" y="804415"/>
                          </a:cubicBezTo>
                          <a:cubicBezTo>
                            <a:pt x="541118" y="804415"/>
                            <a:pt x="544451" y="802224"/>
                            <a:pt x="545689" y="798605"/>
                          </a:cubicBezTo>
                          <a:cubicBezTo>
                            <a:pt x="547118" y="794128"/>
                            <a:pt x="544737" y="789270"/>
                            <a:pt x="540260" y="787842"/>
                          </a:cubicBezTo>
                          <a:close/>
                          <a:moveTo>
                            <a:pt x="55247" y="753647"/>
                          </a:moveTo>
                          <a:cubicBezTo>
                            <a:pt x="50675" y="752218"/>
                            <a:pt x="45913" y="754790"/>
                            <a:pt x="44579" y="759267"/>
                          </a:cubicBezTo>
                          <a:cubicBezTo>
                            <a:pt x="42007" y="767553"/>
                            <a:pt x="39626" y="775840"/>
                            <a:pt x="37436" y="784222"/>
                          </a:cubicBezTo>
                          <a:cubicBezTo>
                            <a:pt x="36197" y="788794"/>
                            <a:pt x="38864" y="793461"/>
                            <a:pt x="43436" y="794700"/>
                          </a:cubicBezTo>
                          <a:cubicBezTo>
                            <a:pt x="44198" y="794890"/>
                            <a:pt x="44959" y="794985"/>
                            <a:pt x="45722" y="794985"/>
                          </a:cubicBezTo>
                          <a:cubicBezTo>
                            <a:pt x="49437" y="794985"/>
                            <a:pt x="52866" y="792414"/>
                            <a:pt x="53914" y="788604"/>
                          </a:cubicBezTo>
                          <a:cubicBezTo>
                            <a:pt x="56104" y="780507"/>
                            <a:pt x="58390" y="772316"/>
                            <a:pt x="60867" y="764315"/>
                          </a:cubicBezTo>
                          <a:cubicBezTo>
                            <a:pt x="62296" y="759743"/>
                            <a:pt x="59724" y="754981"/>
                            <a:pt x="55247" y="753647"/>
                          </a:cubicBezTo>
                          <a:close/>
                          <a:moveTo>
                            <a:pt x="679610" y="743741"/>
                          </a:moveTo>
                          <a:cubicBezTo>
                            <a:pt x="675897" y="740788"/>
                            <a:pt x="670562" y="741455"/>
                            <a:pt x="667610" y="745170"/>
                          </a:cubicBezTo>
                          <a:cubicBezTo>
                            <a:pt x="662657" y="751456"/>
                            <a:pt x="657036" y="757266"/>
                            <a:pt x="651035" y="762600"/>
                          </a:cubicBezTo>
                          <a:cubicBezTo>
                            <a:pt x="647511" y="765744"/>
                            <a:pt x="647226" y="771078"/>
                            <a:pt x="650274" y="774697"/>
                          </a:cubicBezTo>
                          <a:cubicBezTo>
                            <a:pt x="651989" y="776602"/>
                            <a:pt x="654370" y="777555"/>
                            <a:pt x="656751" y="777555"/>
                          </a:cubicBezTo>
                          <a:cubicBezTo>
                            <a:pt x="658751" y="777555"/>
                            <a:pt x="660751" y="776888"/>
                            <a:pt x="662371" y="775364"/>
                          </a:cubicBezTo>
                          <a:cubicBezTo>
                            <a:pt x="669133" y="769458"/>
                            <a:pt x="675420" y="762886"/>
                            <a:pt x="681039" y="755742"/>
                          </a:cubicBezTo>
                          <a:cubicBezTo>
                            <a:pt x="683993" y="752028"/>
                            <a:pt x="683325" y="746694"/>
                            <a:pt x="679610" y="743741"/>
                          </a:cubicBezTo>
                          <a:close/>
                          <a:moveTo>
                            <a:pt x="482062" y="746694"/>
                          </a:moveTo>
                          <a:cubicBezTo>
                            <a:pt x="476919" y="740693"/>
                            <a:pt x="471966" y="734121"/>
                            <a:pt x="467299" y="727072"/>
                          </a:cubicBezTo>
                          <a:cubicBezTo>
                            <a:pt x="464727" y="723167"/>
                            <a:pt x="459392" y="722119"/>
                            <a:pt x="455488" y="724691"/>
                          </a:cubicBezTo>
                          <a:cubicBezTo>
                            <a:pt x="451487" y="727263"/>
                            <a:pt x="450439" y="732597"/>
                            <a:pt x="453011" y="736502"/>
                          </a:cubicBezTo>
                          <a:cubicBezTo>
                            <a:pt x="458060" y="744122"/>
                            <a:pt x="463489" y="751266"/>
                            <a:pt x="469013" y="757838"/>
                          </a:cubicBezTo>
                          <a:cubicBezTo>
                            <a:pt x="470728" y="759838"/>
                            <a:pt x="473109" y="760791"/>
                            <a:pt x="475490" y="760791"/>
                          </a:cubicBezTo>
                          <a:cubicBezTo>
                            <a:pt x="477490" y="760791"/>
                            <a:pt x="479491" y="760124"/>
                            <a:pt x="481110" y="758790"/>
                          </a:cubicBezTo>
                          <a:cubicBezTo>
                            <a:pt x="484634" y="755647"/>
                            <a:pt x="485111" y="750313"/>
                            <a:pt x="482062" y="746694"/>
                          </a:cubicBezTo>
                          <a:close/>
                          <a:moveTo>
                            <a:pt x="82870" y="681924"/>
                          </a:moveTo>
                          <a:cubicBezTo>
                            <a:pt x="78583" y="680019"/>
                            <a:pt x="73534" y="682019"/>
                            <a:pt x="71630" y="686305"/>
                          </a:cubicBezTo>
                          <a:cubicBezTo>
                            <a:pt x="68106" y="694211"/>
                            <a:pt x="64772" y="702212"/>
                            <a:pt x="61628" y="710213"/>
                          </a:cubicBezTo>
                          <a:cubicBezTo>
                            <a:pt x="59819" y="714690"/>
                            <a:pt x="62010" y="719643"/>
                            <a:pt x="66391" y="721357"/>
                          </a:cubicBezTo>
                          <a:cubicBezTo>
                            <a:pt x="67439" y="721738"/>
                            <a:pt x="68487" y="721929"/>
                            <a:pt x="69535" y="721929"/>
                          </a:cubicBezTo>
                          <a:cubicBezTo>
                            <a:pt x="72964" y="721929"/>
                            <a:pt x="76106" y="719928"/>
                            <a:pt x="77440" y="716499"/>
                          </a:cubicBezTo>
                          <a:cubicBezTo>
                            <a:pt x="80584" y="708689"/>
                            <a:pt x="83822" y="700974"/>
                            <a:pt x="87251" y="693258"/>
                          </a:cubicBezTo>
                          <a:cubicBezTo>
                            <a:pt x="89156" y="688972"/>
                            <a:pt x="87251" y="683924"/>
                            <a:pt x="82870" y="681924"/>
                          </a:cubicBezTo>
                          <a:close/>
                          <a:moveTo>
                            <a:pt x="705899" y="672303"/>
                          </a:moveTo>
                          <a:cubicBezTo>
                            <a:pt x="701232" y="671541"/>
                            <a:pt x="696851" y="674685"/>
                            <a:pt x="696090" y="679352"/>
                          </a:cubicBezTo>
                          <a:cubicBezTo>
                            <a:pt x="694851" y="687448"/>
                            <a:pt x="692850" y="695354"/>
                            <a:pt x="690374" y="702879"/>
                          </a:cubicBezTo>
                          <a:cubicBezTo>
                            <a:pt x="688946" y="707451"/>
                            <a:pt x="691422" y="712213"/>
                            <a:pt x="695899" y="713737"/>
                          </a:cubicBezTo>
                          <a:cubicBezTo>
                            <a:pt x="696756" y="714023"/>
                            <a:pt x="697613" y="714118"/>
                            <a:pt x="698566" y="714118"/>
                          </a:cubicBezTo>
                          <a:cubicBezTo>
                            <a:pt x="702090" y="714118"/>
                            <a:pt x="705424" y="711832"/>
                            <a:pt x="706662" y="708213"/>
                          </a:cubicBezTo>
                          <a:cubicBezTo>
                            <a:pt x="709424" y="699831"/>
                            <a:pt x="711520" y="690973"/>
                            <a:pt x="712948" y="682019"/>
                          </a:cubicBezTo>
                          <a:cubicBezTo>
                            <a:pt x="713711" y="677447"/>
                            <a:pt x="710567" y="673065"/>
                            <a:pt x="705899" y="672303"/>
                          </a:cubicBezTo>
                          <a:close/>
                          <a:moveTo>
                            <a:pt x="444439" y="683162"/>
                          </a:moveTo>
                          <a:cubicBezTo>
                            <a:pt x="441391" y="675542"/>
                            <a:pt x="438628" y="667731"/>
                            <a:pt x="436152" y="659731"/>
                          </a:cubicBezTo>
                          <a:cubicBezTo>
                            <a:pt x="434723" y="655254"/>
                            <a:pt x="430056" y="652682"/>
                            <a:pt x="425484" y="654111"/>
                          </a:cubicBezTo>
                          <a:cubicBezTo>
                            <a:pt x="421007" y="655444"/>
                            <a:pt x="418436" y="660302"/>
                            <a:pt x="419865" y="664779"/>
                          </a:cubicBezTo>
                          <a:cubicBezTo>
                            <a:pt x="422435" y="673161"/>
                            <a:pt x="425389" y="681543"/>
                            <a:pt x="428627" y="689639"/>
                          </a:cubicBezTo>
                          <a:cubicBezTo>
                            <a:pt x="429960" y="692973"/>
                            <a:pt x="433199" y="694973"/>
                            <a:pt x="436533" y="694973"/>
                          </a:cubicBezTo>
                          <a:cubicBezTo>
                            <a:pt x="437676" y="694973"/>
                            <a:pt x="438724" y="694782"/>
                            <a:pt x="439771" y="694306"/>
                          </a:cubicBezTo>
                          <a:cubicBezTo>
                            <a:pt x="444153" y="692592"/>
                            <a:pt x="446248" y="687544"/>
                            <a:pt x="444439" y="683162"/>
                          </a:cubicBezTo>
                          <a:close/>
                          <a:moveTo>
                            <a:pt x="119636" y="614487"/>
                          </a:moveTo>
                          <a:cubicBezTo>
                            <a:pt x="115540" y="612010"/>
                            <a:pt x="110302" y="613248"/>
                            <a:pt x="107825" y="617249"/>
                          </a:cubicBezTo>
                          <a:cubicBezTo>
                            <a:pt x="103348" y="624678"/>
                            <a:pt x="98967" y="632203"/>
                            <a:pt x="94776" y="639728"/>
                          </a:cubicBezTo>
                          <a:cubicBezTo>
                            <a:pt x="92490" y="643919"/>
                            <a:pt x="94013" y="649062"/>
                            <a:pt x="98110" y="651348"/>
                          </a:cubicBezTo>
                          <a:cubicBezTo>
                            <a:pt x="99443" y="652110"/>
                            <a:pt x="100872" y="652396"/>
                            <a:pt x="102205" y="652396"/>
                          </a:cubicBezTo>
                          <a:cubicBezTo>
                            <a:pt x="105253" y="652396"/>
                            <a:pt x="108110" y="650872"/>
                            <a:pt x="109730" y="648015"/>
                          </a:cubicBezTo>
                          <a:cubicBezTo>
                            <a:pt x="113826" y="640681"/>
                            <a:pt x="118017" y="633346"/>
                            <a:pt x="122398" y="626202"/>
                          </a:cubicBezTo>
                          <a:cubicBezTo>
                            <a:pt x="124874" y="622202"/>
                            <a:pt x="123636" y="616963"/>
                            <a:pt x="119636" y="614487"/>
                          </a:cubicBezTo>
                          <a:close/>
                          <a:moveTo>
                            <a:pt x="708853" y="602390"/>
                          </a:moveTo>
                          <a:cubicBezTo>
                            <a:pt x="707710" y="597818"/>
                            <a:pt x="703043" y="595056"/>
                            <a:pt x="698471" y="596199"/>
                          </a:cubicBezTo>
                          <a:cubicBezTo>
                            <a:pt x="693898" y="597342"/>
                            <a:pt x="691136" y="602009"/>
                            <a:pt x="692279" y="606581"/>
                          </a:cubicBezTo>
                          <a:cubicBezTo>
                            <a:pt x="694279" y="614487"/>
                            <a:pt x="695803" y="622678"/>
                            <a:pt x="696756" y="630679"/>
                          </a:cubicBezTo>
                          <a:cubicBezTo>
                            <a:pt x="697328" y="635061"/>
                            <a:pt x="701042" y="638204"/>
                            <a:pt x="705233" y="638204"/>
                          </a:cubicBezTo>
                          <a:cubicBezTo>
                            <a:pt x="705615" y="638204"/>
                            <a:pt x="705899" y="638204"/>
                            <a:pt x="706281" y="638109"/>
                          </a:cubicBezTo>
                          <a:cubicBezTo>
                            <a:pt x="710948" y="637537"/>
                            <a:pt x="714281" y="633251"/>
                            <a:pt x="713711" y="628584"/>
                          </a:cubicBezTo>
                          <a:cubicBezTo>
                            <a:pt x="712663" y="619821"/>
                            <a:pt x="711043" y="611058"/>
                            <a:pt x="708853" y="602390"/>
                          </a:cubicBezTo>
                          <a:close/>
                          <a:moveTo>
                            <a:pt x="423293" y="591150"/>
                          </a:moveTo>
                          <a:lnTo>
                            <a:pt x="423007" y="586293"/>
                          </a:lnTo>
                          <a:cubicBezTo>
                            <a:pt x="422721" y="581530"/>
                            <a:pt x="418531" y="577911"/>
                            <a:pt x="414053" y="578196"/>
                          </a:cubicBezTo>
                          <a:cubicBezTo>
                            <a:pt x="409291" y="578482"/>
                            <a:pt x="405672" y="582483"/>
                            <a:pt x="405957" y="587245"/>
                          </a:cubicBezTo>
                          <a:lnTo>
                            <a:pt x="406243" y="592294"/>
                          </a:lnTo>
                          <a:cubicBezTo>
                            <a:pt x="406720" y="599247"/>
                            <a:pt x="407482" y="606390"/>
                            <a:pt x="408434" y="613439"/>
                          </a:cubicBezTo>
                          <a:cubicBezTo>
                            <a:pt x="409006" y="617725"/>
                            <a:pt x="412721" y="620773"/>
                            <a:pt x="416911" y="620773"/>
                          </a:cubicBezTo>
                          <a:cubicBezTo>
                            <a:pt x="417293" y="620773"/>
                            <a:pt x="417673" y="620773"/>
                            <a:pt x="418054" y="620678"/>
                          </a:cubicBezTo>
                          <a:cubicBezTo>
                            <a:pt x="422721" y="620106"/>
                            <a:pt x="426055" y="615725"/>
                            <a:pt x="425389" y="611058"/>
                          </a:cubicBezTo>
                          <a:cubicBezTo>
                            <a:pt x="424436" y="604485"/>
                            <a:pt x="423769" y="597723"/>
                            <a:pt x="423293" y="591150"/>
                          </a:cubicBezTo>
                          <a:close/>
                          <a:moveTo>
                            <a:pt x="165451" y="552860"/>
                          </a:moveTo>
                          <a:cubicBezTo>
                            <a:pt x="161831" y="549812"/>
                            <a:pt x="156403" y="550193"/>
                            <a:pt x="153354" y="553908"/>
                          </a:cubicBezTo>
                          <a:cubicBezTo>
                            <a:pt x="147830" y="560385"/>
                            <a:pt x="142401" y="567243"/>
                            <a:pt x="137162" y="574291"/>
                          </a:cubicBezTo>
                          <a:cubicBezTo>
                            <a:pt x="134304" y="578006"/>
                            <a:pt x="135067" y="583340"/>
                            <a:pt x="138782" y="586198"/>
                          </a:cubicBezTo>
                          <a:cubicBezTo>
                            <a:pt x="140400" y="587340"/>
                            <a:pt x="142115" y="587912"/>
                            <a:pt x="143924" y="587912"/>
                          </a:cubicBezTo>
                          <a:cubicBezTo>
                            <a:pt x="146496" y="587912"/>
                            <a:pt x="149068" y="586769"/>
                            <a:pt x="150783" y="584578"/>
                          </a:cubicBezTo>
                          <a:cubicBezTo>
                            <a:pt x="155831" y="577815"/>
                            <a:pt x="161165" y="571148"/>
                            <a:pt x="166499" y="564861"/>
                          </a:cubicBezTo>
                          <a:cubicBezTo>
                            <a:pt x="169452" y="561242"/>
                            <a:pt x="168975" y="555813"/>
                            <a:pt x="165451" y="552860"/>
                          </a:cubicBezTo>
                          <a:close/>
                          <a:moveTo>
                            <a:pt x="689803" y="552765"/>
                          </a:moveTo>
                          <a:cubicBezTo>
                            <a:pt x="685706" y="544954"/>
                            <a:pt x="681135" y="537334"/>
                            <a:pt x="676086" y="530000"/>
                          </a:cubicBezTo>
                          <a:cubicBezTo>
                            <a:pt x="673420" y="526095"/>
                            <a:pt x="668181" y="525047"/>
                            <a:pt x="664275" y="527714"/>
                          </a:cubicBezTo>
                          <a:cubicBezTo>
                            <a:pt x="660371" y="530381"/>
                            <a:pt x="659322" y="535715"/>
                            <a:pt x="661989" y="539620"/>
                          </a:cubicBezTo>
                          <a:cubicBezTo>
                            <a:pt x="666656" y="546383"/>
                            <a:pt x="670943" y="553527"/>
                            <a:pt x="674658" y="560670"/>
                          </a:cubicBezTo>
                          <a:cubicBezTo>
                            <a:pt x="676181" y="563623"/>
                            <a:pt x="679230" y="565242"/>
                            <a:pt x="682278" y="565242"/>
                          </a:cubicBezTo>
                          <a:cubicBezTo>
                            <a:pt x="683611" y="565242"/>
                            <a:pt x="684945" y="564957"/>
                            <a:pt x="686183" y="564290"/>
                          </a:cubicBezTo>
                          <a:cubicBezTo>
                            <a:pt x="690374" y="562099"/>
                            <a:pt x="691993" y="556956"/>
                            <a:pt x="689803" y="552765"/>
                          </a:cubicBezTo>
                          <a:close/>
                          <a:moveTo>
                            <a:pt x="416434" y="501425"/>
                          </a:moveTo>
                          <a:cubicBezTo>
                            <a:pt x="411482" y="500949"/>
                            <a:pt x="407577" y="504568"/>
                            <a:pt x="407196" y="509235"/>
                          </a:cubicBezTo>
                          <a:cubicBezTo>
                            <a:pt x="406434" y="517903"/>
                            <a:pt x="405862" y="526476"/>
                            <a:pt x="405577" y="535239"/>
                          </a:cubicBezTo>
                          <a:cubicBezTo>
                            <a:pt x="405386" y="539906"/>
                            <a:pt x="409006" y="543906"/>
                            <a:pt x="413768" y="544097"/>
                          </a:cubicBezTo>
                          <a:lnTo>
                            <a:pt x="414053" y="544097"/>
                          </a:lnTo>
                          <a:cubicBezTo>
                            <a:pt x="418626" y="544097"/>
                            <a:pt x="422435" y="540477"/>
                            <a:pt x="422626" y="535905"/>
                          </a:cubicBezTo>
                          <a:cubicBezTo>
                            <a:pt x="422912" y="527428"/>
                            <a:pt x="423484" y="519046"/>
                            <a:pt x="424150" y="510664"/>
                          </a:cubicBezTo>
                          <a:cubicBezTo>
                            <a:pt x="424627" y="505997"/>
                            <a:pt x="421103" y="501901"/>
                            <a:pt x="416434" y="501425"/>
                          </a:cubicBezTo>
                          <a:close/>
                          <a:moveTo>
                            <a:pt x="220506" y="499329"/>
                          </a:moveTo>
                          <a:cubicBezTo>
                            <a:pt x="217458" y="495710"/>
                            <a:pt x="212028" y="495329"/>
                            <a:pt x="208504" y="498377"/>
                          </a:cubicBezTo>
                          <a:cubicBezTo>
                            <a:pt x="201932" y="503901"/>
                            <a:pt x="195360" y="509807"/>
                            <a:pt x="189073" y="515808"/>
                          </a:cubicBezTo>
                          <a:cubicBezTo>
                            <a:pt x="185644" y="519046"/>
                            <a:pt x="185453" y="524475"/>
                            <a:pt x="188788" y="527904"/>
                          </a:cubicBezTo>
                          <a:cubicBezTo>
                            <a:pt x="190406" y="529619"/>
                            <a:pt x="192692" y="530476"/>
                            <a:pt x="194884" y="530476"/>
                          </a:cubicBezTo>
                          <a:cubicBezTo>
                            <a:pt x="197075" y="530476"/>
                            <a:pt x="199170" y="529714"/>
                            <a:pt x="200790" y="528190"/>
                          </a:cubicBezTo>
                          <a:cubicBezTo>
                            <a:pt x="206884" y="522380"/>
                            <a:pt x="213171" y="516760"/>
                            <a:pt x="219458" y="511426"/>
                          </a:cubicBezTo>
                          <a:cubicBezTo>
                            <a:pt x="223078" y="508378"/>
                            <a:pt x="223553" y="502949"/>
                            <a:pt x="220506" y="499329"/>
                          </a:cubicBezTo>
                          <a:close/>
                          <a:moveTo>
                            <a:pt x="641606" y="489804"/>
                          </a:moveTo>
                          <a:cubicBezTo>
                            <a:pt x="635225" y="483899"/>
                            <a:pt x="628366" y="478089"/>
                            <a:pt x="621317" y="472755"/>
                          </a:cubicBezTo>
                          <a:cubicBezTo>
                            <a:pt x="617508" y="469897"/>
                            <a:pt x="612174" y="470659"/>
                            <a:pt x="609316" y="474374"/>
                          </a:cubicBezTo>
                          <a:cubicBezTo>
                            <a:pt x="606459" y="478184"/>
                            <a:pt x="607221" y="483518"/>
                            <a:pt x="611031" y="486375"/>
                          </a:cubicBezTo>
                          <a:cubicBezTo>
                            <a:pt x="617604" y="491424"/>
                            <a:pt x="623985" y="496758"/>
                            <a:pt x="629890" y="502282"/>
                          </a:cubicBezTo>
                          <a:cubicBezTo>
                            <a:pt x="631510" y="503806"/>
                            <a:pt x="633605" y="504568"/>
                            <a:pt x="635700" y="504568"/>
                          </a:cubicBezTo>
                          <a:cubicBezTo>
                            <a:pt x="637986" y="504568"/>
                            <a:pt x="640272" y="503711"/>
                            <a:pt x="641987" y="501901"/>
                          </a:cubicBezTo>
                          <a:cubicBezTo>
                            <a:pt x="645225" y="498472"/>
                            <a:pt x="645035" y="493043"/>
                            <a:pt x="641606" y="489804"/>
                          </a:cubicBezTo>
                          <a:close/>
                          <a:moveTo>
                            <a:pt x="284609" y="457134"/>
                          </a:moveTo>
                          <a:cubicBezTo>
                            <a:pt x="282323" y="452943"/>
                            <a:pt x="277085" y="451514"/>
                            <a:pt x="272989" y="453800"/>
                          </a:cubicBezTo>
                          <a:cubicBezTo>
                            <a:pt x="265368" y="457896"/>
                            <a:pt x="257844" y="462468"/>
                            <a:pt x="250510" y="467230"/>
                          </a:cubicBezTo>
                          <a:cubicBezTo>
                            <a:pt x="246509" y="469802"/>
                            <a:pt x="245366" y="475041"/>
                            <a:pt x="247938" y="479041"/>
                          </a:cubicBezTo>
                          <a:cubicBezTo>
                            <a:pt x="249557" y="481518"/>
                            <a:pt x="252319" y="482946"/>
                            <a:pt x="255082" y="482946"/>
                          </a:cubicBezTo>
                          <a:cubicBezTo>
                            <a:pt x="256701" y="482946"/>
                            <a:pt x="258320" y="482470"/>
                            <a:pt x="259749" y="481518"/>
                          </a:cubicBezTo>
                          <a:cubicBezTo>
                            <a:pt x="266797" y="477041"/>
                            <a:pt x="274036" y="472659"/>
                            <a:pt x="281180" y="468754"/>
                          </a:cubicBezTo>
                          <a:cubicBezTo>
                            <a:pt x="285372" y="466468"/>
                            <a:pt x="286895" y="461229"/>
                            <a:pt x="284609" y="457134"/>
                          </a:cubicBezTo>
                          <a:close/>
                          <a:moveTo>
                            <a:pt x="430342" y="425987"/>
                          </a:moveTo>
                          <a:cubicBezTo>
                            <a:pt x="431580" y="424463"/>
                            <a:pt x="432342" y="422558"/>
                            <a:pt x="432246" y="420367"/>
                          </a:cubicBezTo>
                          <a:cubicBezTo>
                            <a:pt x="432246" y="415700"/>
                            <a:pt x="427961" y="411985"/>
                            <a:pt x="423484" y="412080"/>
                          </a:cubicBezTo>
                          <a:cubicBezTo>
                            <a:pt x="414721" y="412366"/>
                            <a:pt x="405862" y="412938"/>
                            <a:pt x="397290" y="413795"/>
                          </a:cubicBezTo>
                          <a:cubicBezTo>
                            <a:pt x="392622" y="414271"/>
                            <a:pt x="389193" y="418462"/>
                            <a:pt x="389670" y="423225"/>
                          </a:cubicBezTo>
                          <a:cubicBezTo>
                            <a:pt x="390147" y="427892"/>
                            <a:pt x="394337" y="431226"/>
                            <a:pt x="399099" y="430749"/>
                          </a:cubicBezTo>
                          <a:cubicBezTo>
                            <a:pt x="406148" y="430083"/>
                            <a:pt x="413387" y="429511"/>
                            <a:pt x="420626" y="429225"/>
                          </a:cubicBezTo>
                          <a:cubicBezTo>
                            <a:pt x="419960" y="430178"/>
                            <a:pt x="419578" y="431130"/>
                            <a:pt x="419292" y="432178"/>
                          </a:cubicBezTo>
                          <a:cubicBezTo>
                            <a:pt x="417388" y="440655"/>
                            <a:pt x="415673" y="449133"/>
                            <a:pt x="414053" y="457705"/>
                          </a:cubicBezTo>
                          <a:cubicBezTo>
                            <a:pt x="413196" y="462277"/>
                            <a:pt x="416340" y="466754"/>
                            <a:pt x="421007" y="467611"/>
                          </a:cubicBezTo>
                          <a:cubicBezTo>
                            <a:pt x="421483" y="467706"/>
                            <a:pt x="421960" y="467706"/>
                            <a:pt x="422531" y="467706"/>
                          </a:cubicBezTo>
                          <a:cubicBezTo>
                            <a:pt x="426532" y="467706"/>
                            <a:pt x="430151" y="464849"/>
                            <a:pt x="430913" y="460753"/>
                          </a:cubicBezTo>
                          <a:cubicBezTo>
                            <a:pt x="432437" y="452466"/>
                            <a:pt x="434057" y="444180"/>
                            <a:pt x="435961" y="435988"/>
                          </a:cubicBezTo>
                          <a:cubicBezTo>
                            <a:pt x="436913" y="431702"/>
                            <a:pt x="434437" y="427416"/>
                            <a:pt x="430342" y="425987"/>
                          </a:cubicBezTo>
                          <a:close/>
                          <a:moveTo>
                            <a:pt x="576360" y="445037"/>
                          </a:moveTo>
                          <a:cubicBezTo>
                            <a:pt x="568645" y="441227"/>
                            <a:pt x="560548" y="437607"/>
                            <a:pt x="552261" y="434369"/>
                          </a:cubicBezTo>
                          <a:cubicBezTo>
                            <a:pt x="547880" y="432654"/>
                            <a:pt x="542927" y="434845"/>
                            <a:pt x="541213" y="439227"/>
                          </a:cubicBezTo>
                          <a:cubicBezTo>
                            <a:pt x="539498" y="443608"/>
                            <a:pt x="541688" y="448561"/>
                            <a:pt x="546071" y="450276"/>
                          </a:cubicBezTo>
                          <a:cubicBezTo>
                            <a:pt x="553785" y="453324"/>
                            <a:pt x="561501" y="456753"/>
                            <a:pt x="568835" y="460372"/>
                          </a:cubicBezTo>
                          <a:cubicBezTo>
                            <a:pt x="569979" y="460944"/>
                            <a:pt x="571311" y="461229"/>
                            <a:pt x="572549" y="461229"/>
                          </a:cubicBezTo>
                          <a:cubicBezTo>
                            <a:pt x="575693" y="461229"/>
                            <a:pt x="578741" y="459515"/>
                            <a:pt x="580265" y="456467"/>
                          </a:cubicBezTo>
                          <a:cubicBezTo>
                            <a:pt x="582360" y="452276"/>
                            <a:pt x="580647" y="447132"/>
                            <a:pt x="576360" y="445037"/>
                          </a:cubicBezTo>
                          <a:close/>
                          <a:moveTo>
                            <a:pt x="356142" y="429511"/>
                          </a:moveTo>
                          <a:cubicBezTo>
                            <a:pt x="354808" y="424939"/>
                            <a:pt x="350141" y="422367"/>
                            <a:pt x="345569" y="423606"/>
                          </a:cubicBezTo>
                          <a:cubicBezTo>
                            <a:pt x="337092" y="425987"/>
                            <a:pt x="328614" y="428749"/>
                            <a:pt x="320518" y="431797"/>
                          </a:cubicBezTo>
                          <a:cubicBezTo>
                            <a:pt x="316137" y="433416"/>
                            <a:pt x="313851" y="438369"/>
                            <a:pt x="315565" y="442751"/>
                          </a:cubicBezTo>
                          <a:cubicBezTo>
                            <a:pt x="316803" y="446180"/>
                            <a:pt x="320137" y="448275"/>
                            <a:pt x="323566" y="448275"/>
                          </a:cubicBezTo>
                          <a:cubicBezTo>
                            <a:pt x="324519" y="448275"/>
                            <a:pt x="325567" y="448085"/>
                            <a:pt x="326519" y="447799"/>
                          </a:cubicBezTo>
                          <a:cubicBezTo>
                            <a:pt x="334235" y="444846"/>
                            <a:pt x="342140" y="442275"/>
                            <a:pt x="350141" y="440084"/>
                          </a:cubicBezTo>
                          <a:cubicBezTo>
                            <a:pt x="354713" y="438750"/>
                            <a:pt x="357380" y="434083"/>
                            <a:pt x="356142" y="429511"/>
                          </a:cubicBezTo>
                          <a:close/>
                          <a:moveTo>
                            <a:pt x="501875" y="419319"/>
                          </a:moveTo>
                          <a:cubicBezTo>
                            <a:pt x="493397" y="417510"/>
                            <a:pt x="484634" y="415986"/>
                            <a:pt x="475966" y="414843"/>
                          </a:cubicBezTo>
                          <a:cubicBezTo>
                            <a:pt x="471299" y="414271"/>
                            <a:pt x="467013" y="417510"/>
                            <a:pt x="466347" y="422177"/>
                          </a:cubicBezTo>
                          <a:cubicBezTo>
                            <a:pt x="465774" y="426939"/>
                            <a:pt x="469108" y="431226"/>
                            <a:pt x="473775" y="431797"/>
                          </a:cubicBezTo>
                          <a:cubicBezTo>
                            <a:pt x="481967" y="432845"/>
                            <a:pt x="490253" y="434274"/>
                            <a:pt x="498350" y="435988"/>
                          </a:cubicBezTo>
                          <a:cubicBezTo>
                            <a:pt x="498921" y="436179"/>
                            <a:pt x="499493" y="436179"/>
                            <a:pt x="500064" y="436179"/>
                          </a:cubicBezTo>
                          <a:cubicBezTo>
                            <a:pt x="504065" y="436179"/>
                            <a:pt x="507589" y="433416"/>
                            <a:pt x="508446" y="429416"/>
                          </a:cubicBezTo>
                          <a:cubicBezTo>
                            <a:pt x="509399" y="424844"/>
                            <a:pt x="506446" y="420272"/>
                            <a:pt x="501875" y="419319"/>
                          </a:cubicBezTo>
                          <a:close/>
                          <a:moveTo>
                            <a:pt x="452916" y="352644"/>
                          </a:moveTo>
                          <a:cubicBezTo>
                            <a:pt x="448535" y="350930"/>
                            <a:pt x="443582" y="353121"/>
                            <a:pt x="441962" y="357597"/>
                          </a:cubicBezTo>
                          <a:cubicBezTo>
                            <a:pt x="438819" y="365694"/>
                            <a:pt x="435961" y="373885"/>
                            <a:pt x="433294" y="382077"/>
                          </a:cubicBezTo>
                          <a:cubicBezTo>
                            <a:pt x="431771" y="386553"/>
                            <a:pt x="434247" y="391411"/>
                            <a:pt x="438724" y="392840"/>
                          </a:cubicBezTo>
                          <a:cubicBezTo>
                            <a:pt x="439581" y="393126"/>
                            <a:pt x="440438" y="393316"/>
                            <a:pt x="441391" y="393316"/>
                          </a:cubicBezTo>
                          <a:cubicBezTo>
                            <a:pt x="444915" y="393316"/>
                            <a:pt x="448344" y="391030"/>
                            <a:pt x="449487" y="387411"/>
                          </a:cubicBezTo>
                          <a:cubicBezTo>
                            <a:pt x="452059" y="379410"/>
                            <a:pt x="454916" y="371504"/>
                            <a:pt x="457869" y="363598"/>
                          </a:cubicBezTo>
                          <a:cubicBezTo>
                            <a:pt x="459583" y="359217"/>
                            <a:pt x="457297" y="354264"/>
                            <a:pt x="452916" y="352644"/>
                          </a:cubicBezTo>
                          <a:close/>
                          <a:moveTo>
                            <a:pt x="486063" y="283302"/>
                          </a:moveTo>
                          <a:cubicBezTo>
                            <a:pt x="481967" y="281016"/>
                            <a:pt x="476728" y="282540"/>
                            <a:pt x="474443" y="286731"/>
                          </a:cubicBezTo>
                          <a:cubicBezTo>
                            <a:pt x="470346" y="294351"/>
                            <a:pt x="466347" y="302067"/>
                            <a:pt x="462536" y="309877"/>
                          </a:cubicBezTo>
                          <a:cubicBezTo>
                            <a:pt x="460441" y="314068"/>
                            <a:pt x="462250" y="319212"/>
                            <a:pt x="466441" y="321212"/>
                          </a:cubicBezTo>
                          <a:cubicBezTo>
                            <a:pt x="467679" y="321879"/>
                            <a:pt x="468917" y="322164"/>
                            <a:pt x="470156" y="322164"/>
                          </a:cubicBezTo>
                          <a:cubicBezTo>
                            <a:pt x="473395" y="322164"/>
                            <a:pt x="476442" y="320355"/>
                            <a:pt x="477871" y="317307"/>
                          </a:cubicBezTo>
                          <a:cubicBezTo>
                            <a:pt x="481586" y="309782"/>
                            <a:pt x="485397" y="302257"/>
                            <a:pt x="489492" y="294923"/>
                          </a:cubicBezTo>
                          <a:cubicBezTo>
                            <a:pt x="491682" y="290732"/>
                            <a:pt x="490159" y="285588"/>
                            <a:pt x="486063" y="283302"/>
                          </a:cubicBezTo>
                          <a:close/>
                          <a:moveTo>
                            <a:pt x="528449" y="219294"/>
                          </a:moveTo>
                          <a:cubicBezTo>
                            <a:pt x="524640" y="216437"/>
                            <a:pt x="519305" y="217199"/>
                            <a:pt x="516542" y="221009"/>
                          </a:cubicBezTo>
                          <a:cubicBezTo>
                            <a:pt x="511304" y="227962"/>
                            <a:pt x="506351" y="235106"/>
                            <a:pt x="501493" y="242250"/>
                          </a:cubicBezTo>
                          <a:cubicBezTo>
                            <a:pt x="498826" y="246155"/>
                            <a:pt x="499874" y="251489"/>
                            <a:pt x="503779" y="254156"/>
                          </a:cubicBezTo>
                          <a:cubicBezTo>
                            <a:pt x="505208" y="255108"/>
                            <a:pt x="506922" y="255585"/>
                            <a:pt x="508542" y="255585"/>
                          </a:cubicBezTo>
                          <a:cubicBezTo>
                            <a:pt x="511304" y="255585"/>
                            <a:pt x="513972" y="254251"/>
                            <a:pt x="515590" y="251775"/>
                          </a:cubicBezTo>
                          <a:cubicBezTo>
                            <a:pt x="520353" y="244821"/>
                            <a:pt x="525210" y="237963"/>
                            <a:pt x="530164" y="231201"/>
                          </a:cubicBezTo>
                          <a:cubicBezTo>
                            <a:pt x="533022" y="227486"/>
                            <a:pt x="532259" y="222057"/>
                            <a:pt x="528449" y="219294"/>
                          </a:cubicBezTo>
                          <a:close/>
                          <a:moveTo>
                            <a:pt x="579598" y="161954"/>
                          </a:moveTo>
                          <a:cubicBezTo>
                            <a:pt x="576264" y="158620"/>
                            <a:pt x="570836" y="158620"/>
                            <a:pt x="567502" y="161954"/>
                          </a:cubicBezTo>
                          <a:cubicBezTo>
                            <a:pt x="561406" y="168145"/>
                            <a:pt x="555405" y="174432"/>
                            <a:pt x="549595" y="180813"/>
                          </a:cubicBezTo>
                          <a:cubicBezTo>
                            <a:pt x="546356" y="184338"/>
                            <a:pt x="546642" y="189672"/>
                            <a:pt x="550166" y="192910"/>
                          </a:cubicBezTo>
                          <a:cubicBezTo>
                            <a:pt x="551786" y="194339"/>
                            <a:pt x="553881" y="195101"/>
                            <a:pt x="555881" y="195101"/>
                          </a:cubicBezTo>
                          <a:cubicBezTo>
                            <a:pt x="558167" y="195101"/>
                            <a:pt x="560548" y="194148"/>
                            <a:pt x="562167" y="192339"/>
                          </a:cubicBezTo>
                          <a:cubicBezTo>
                            <a:pt x="567882" y="186052"/>
                            <a:pt x="573692" y="179956"/>
                            <a:pt x="579598" y="174051"/>
                          </a:cubicBezTo>
                          <a:cubicBezTo>
                            <a:pt x="582932" y="170717"/>
                            <a:pt x="582932" y="165288"/>
                            <a:pt x="579598" y="161954"/>
                          </a:cubicBezTo>
                          <a:close/>
                          <a:moveTo>
                            <a:pt x="638463" y="112614"/>
                          </a:moveTo>
                          <a:cubicBezTo>
                            <a:pt x="635605" y="108804"/>
                            <a:pt x="630271" y="108042"/>
                            <a:pt x="626461" y="110900"/>
                          </a:cubicBezTo>
                          <a:cubicBezTo>
                            <a:pt x="619508" y="116139"/>
                            <a:pt x="612746" y="121473"/>
                            <a:pt x="605982" y="126997"/>
                          </a:cubicBezTo>
                          <a:cubicBezTo>
                            <a:pt x="602363" y="129950"/>
                            <a:pt x="601887" y="135379"/>
                            <a:pt x="604839" y="138999"/>
                          </a:cubicBezTo>
                          <a:cubicBezTo>
                            <a:pt x="606554" y="141094"/>
                            <a:pt x="609031" y="142142"/>
                            <a:pt x="611507" y="142142"/>
                          </a:cubicBezTo>
                          <a:cubicBezTo>
                            <a:pt x="613412" y="142142"/>
                            <a:pt x="615317" y="141475"/>
                            <a:pt x="616936" y="140142"/>
                          </a:cubicBezTo>
                          <a:cubicBezTo>
                            <a:pt x="623414" y="134808"/>
                            <a:pt x="629985" y="129569"/>
                            <a:pt x="636748" y="124521"/>
                          </a:cubicBezTo>
                          <a:cubicBezTo>
                            <a:pt x="640463" y="121758"/>
                            <a:pt x="641225" y="116424"/>
                            <a:pt x="638463" y="112614"/>
                          </a:cubicBezTo>
                          <a:close/>
                          <a:moveTo>
                            <a:pt x="703518" y="71847"/>
                          </a:moveTo>
                          <a:cubicBezTo>
                            <a:pt x="701232" y="67752"/>
                            <a:pt x="696090" y="66323"/>
                            <a:pt x="691898" y="68514"/>
                          </a:cubicBezTo>
                          <a:cubicBezTo>
                            <a:pt x="684373" y="72800"/>
                            <a:pt x="676849" y="77086"/>
                            <a:pt x="669514" y="81658"/>
                          </a:cubicBezTo>
                          <a:cubicBezTo>
                            <a:pt x="665418" y="84135"/>
                            <a:pt x="664180" y="89373"/>
                            <a:pt x="666656" y="93374"/>
                          </a:cubicBezTo>
                          <a:cubicBezTo>
                            <a:pt x="668276" y="96041"/>
                            <a:pt x="671134" y="97470"/>
                            <a:pt x="673991" y="97470"/>
                          </a:cubicBezTo>
                          <a:cubicBezTo>
                            <a:pt x="675515" y="97470"/>
                            <a:pt x="677040" y="97089"/>
                            <a:pt x="678467" y="96231"/>
                          </a:cubicBezTo>
                          <a:cubicBezTo>
                            <a:pt x="685611" y="91850"/>
                            <a:pt x="692850" y="87564"/>
                            <a:pt x="700185" y="83468"/>
                          </a:cubicBezTo>
                          <a:cubicBezTo>
                            <a:pt x="704376" y="81182"/>
                            <a:pt x="705804" y="76038"/>
                            <a:pt x="703518" y="71847"/>
                          </a:cubicBezTo>
                          <a:close/>
                          <a:moveTo>
                            <a:pt x="773622" y="40415"/>
                          </a:moveTo>
                          <a:cubicBezTo>
                            <a:pt x="771908" y="36033"/>
                            <a:pt x="766955" y="33843"/>
                            <a:pt x="762574" y="35557"/>
                          </a:cubicBezTo>
                          <a:cubicBezTo>
                            <a:pt x="754478" y="38700"/>
                            <a:pt x="746476" y="42034"/>
                            <a:pt x="738571" y="45463"/>
                          </a:cubicBezTo>
                          <a:cubicBezTo>
                            <a:pt x="734190" y="47368"/>
                            <a:pt x="732284" y="52416"/>
                            <a:pt x="734190" y="56703"/>
                          </a:cubicBezTo>
                          <a:cubicBezTo>
                            <a:pt x="735617" y="59941"/>
                            <a:pt x="738666" y="61846"/>
                            <a:pt x="742000" y="61846"/>
                          </a:cubicBezTo>
                          <a:cubicBezTo>
                            <a:pt x="743142" y="61846"/>
                            <a:pt x="744285" y="61560"/>
                            <a:pt x="745428" y="61084"/>
                          </a:cubicBezTo>
                          <a:cubicBezTo>
                            <a:pt x="753144" y="57750"/>
                            <a:pt x="760859" y="54512"/>
                            <a:pt x="768765" y="51464"/>
                          </a:cubicBezTo>
                          <a:cubicBezTo>
                            <a:pt x="773146" y="49749"/>
                            <a:pt x="775337" y="44796"/>
                            <a:pt x="773622" y="40415"/>
                          </a:cubicBezTo>
                          <a:close/>
                          <a:moveTo>
                            <a:pt x="847347" y="18888"/>
                          </a:moveTo>
                          <a:cubicBezTo>
                            <a:pt x="846204" y="14316"/>
                            <a:pt x="841631" y="11364"/>
                            <a:pt x="837059" y="12507"/>
                          </a:cubicBezTo>
                          <a:cubicBezTo>
                            <a:pt x="828581" y="14507"/>
                            <a:pt x="820199" y="16698"/>
                            <a:pt x="811913" y="19079"/>
                          </a:cubicBezTo>
                          <a:cubicBezTo>
                            <a:pt x="807341" y="20317"/>
                            <a:pt x="804769" y="25080"/>
                            <a:pt x="806007" y="29556"/>
                          </a:cubicBezTo>
                          <a:cubicBezTo>
                            <a:pt x="807055" y="33366"/>
                            <a:pt x="810485" y="35843"/>
                            <a:pt x="814199" y="35843"/>
                          </a:cubicBezTo>
                          <a:cubicBezTo>
                            <a:pt x="814961" y="35843"/>
                            <a:pt x="815818" y="35652"/>
                            <a:pt x="816580" y="35462"/>
                          </a:cubicBezTo>
                          <a:cubicBezTo>
                            <a:pt x="824677" y="33176"/>
                            <a:pt x="832773" y="31080"/>
                            <a:pt x="840964" y="29175"/>
                          </a:cubicBezTo>
                          <a:cubicBezTo>
                            <a:pt x="845536" y="28032"/>
                            <a:pt x="848394" y="23460"/>
                            <a:pt x="847347" y="18888"/>
                          </a:cubicBezTo>
                          <a:close/>
                          <a:moveTo>
                            <a:pt x="914116" y="29"/>
                          </a:moveTo>
                          <a:cubicBezTo>
                            <a:pt x="905449" y="791"/>
                            <a:pt x="896781" y="1839"/>
                            <a:pt x="888208" y="2982"/>
                          </a:cubicBezTo>
                          <a:cubicBezTo>
                            <a:pt x="883541" y="3648"/>
                            <a:pt x="880303" y="7935"/>
                            <a:pt x="880969" y="12602"/>
                          </a:cubicBezTo>
                          <a:cubicBezTo>
                            <a:pt x="881541" y="16888"/>
                            <a:pt x="885161" y="20031"/>
                            <a:pt x="889351" y="20031"/>
                          </a:cubicBezTo>
                          <a:cubicBezTo>
                            <a:pt x="889732" y="20031"/>
                            <a:pt x="890209" y="19936"/>
                            <a:pt x="890589" y="19936"/>
                          </a:cubicBezTo>
                          <a:cubicBezTo>
                            <a:pt x="898876" y="18793"/>
                            <a:pt x="907258" y="17841"/>
                            <a:pt x="915640" y="17079"/>
                          </a:cubicBezTo>
                          <a:cubicBezTo>
                            <a:pt x="920307" y="16698"/>
                            <a:pt x="923736" y="12507"/>
                            <a:pt x="923356" y="7839"/>
                          </a:cubicBezTo>
                          <a:cubicBezTo>
                            <a:pt x="922975" y="3077"/>
                            <a:pt x="918593" y="-352"/>
                            <a:pt x="914116" y="2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11" name="AutoShape 211"/>
                    <p:cNvSpPr/>
                    <p:nvPr/>
                  </p:nvSpPr>
                  <p:spPr>
                    <a:xfrm>
                      <a:off x="8324326" y="227355"/>
                      <a:ext cx="480806" cy="9098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0806" h="909898">
                          <a:moveTo>
                            <a:pt x="438230" y="869226"/>
                          </a:moveTo>
                          <a:cubicBezTo>
                            <a:pt x="433848" y="867702"/>
                            <a:pt x="428990" y="870084"/>
                            <a:pt x="427466" y="874560"/>
                          </a:cubicBezTo>
                          <a:cubicBezTo>
                            <a:pt x="424704" y="882561"/>
                            <a:pt x="421846" y="890467"/>
                            <a:pt x="418798" y="898278"/>
                          </a:cubicBezTo>
                          <a:cubicBezTo>
                            <a:pt x="417084" y="902754"/>
                            <a:pt x="419274" y="907612"/>
                            <a:pt x="423656" y="909327"/>
                          </a:cubicBezTo>
                          <a:cubicBezTo>
                            <a:pt x="424704" y="909708"/>
                            <a:pt x="425752" y="909898"/>
                            <a:pt x="426704" y="909898"/>
                          </a:cubicBezTo>
                          <a:cubicBezTo>
                            <a:pt x="430133" y="909898"/>
                            <a:pt x="433372" y="907898"/>
                            <a:pt x="434705" y="904469"/>
                          </a:cubicBezTo>
                          <a:cubicBezTo>
                            <a:pt x="437848" y="896373"/>
                            <a:pt x="440801" y="888276"/>
                            <a:pt x="443564" y="880085"/>
                          </a:cubicBezTo>
                          <a:cubicBezTo>
                            <a:pt x="445087" y="875608"/>
                            <a:pt x="442706" y="870750"/>
                            <a:pt x="438230" y="869226"/>
                          </a:cubicBezTo>
                          <a:close/>
                          <a:moveTo>
                            <a:pt x="458041" y="795027"/>
                          </a:moveTo>
                          <a:cubicBezTo>
                            <a:pt x="453469" y="793979"/>
                            <a:pt x="448898" y="796932"/>
                            <a:pt x="447849" y="801504"/>
                          </a:cubicBezTo>
                          <a:cubicBezTo>
                            <a:pt x="446040" y="809790"/>
                            <a:pt x="444135" y="817982"/>
                            <a:pt x="441944" y="826173"/>
                          </a:cubicBezTo>
                          <a:cubicBezTo>
                            <a:pt x="440801" y="830650"/>
                            <a:pt x="443564" y="835317"/>
                            <a:pt x="448135" y="836556"/>
                          </a:cubicBezTo>
                          <a:cubicBezTo>
                            <a:pt x="448802" y="836746"/>
                            <a:pt x="449564" y="836841"/>
                            <a:pt x="450231" y="836841"/>
                          </a:cubicBezTo>
                          <a:cubicBezTo>
                            <a:pt x="454041" y="836841"/>
                            <a:pt x="457565" y="834270"/>
                            <a:pt x="458518" y="830364"/>
                          </a:cubicBezTo>
                          <a:cubicBezTo>
                            <a:pt x="460708" y="821982"/>
                            <a:pt x="462709" y="813600"/>
                            <a:pt x="464518" y="805123"/>
                          </a:cubicBezTo>
                          <a:cubicBezTo>
                            <a:pt x="465566" y="800551"/>
                            <a:pt x="462614" y="795979"/>
                            <a:pt x="458041" y="795027"/>
                          </a:cubicBezTo>
                          <a:close/>
                          <a:moveTo>
                            <a:pt x="469376" y="719017"/>
                          </a:moveTo>
                          <a:cubicBezTo>
                            <a:pt x="464613" y="718541"/>
                            <a:pt x="460422" y="721875"/>
                            <a:pt x="459946" y="726637"/>
                          </a:cubicBezTo>
                          <a:cubicBezTo>
                            <a:pt x="459089" y="735019"/>
                            <a:pt x="458041" y="743401"/>
                            <a:pt x="456898" y="751688"/>
                          </a:cubicBezTo>
                          <a:cubicBezTo>
                            <a:pt x="456231" y="756355"/>
                            <a:pt x="459470" y="760737"/>
                            <a:pt x="464137" y="761403"/>
                          </a:cubicBezTo>
                          <a:cubicBezTo>
                            <a:pt x="464518" y="761403"/>
                            <a:pt x="464899" y="761499"/>
                            <a:pt x="465280" y="761499"/>
                          </a:cubicBezTo>
                          <a:cubicBezTo>
                            <a:pt x="469471" y="761499"/>
                            <a:pt x="473186" y="758355"/>
                            <a:pt x="473758" y="754164"/>
                          </a:cubicBezTo>
                          <a:cubicBezTo>
                            <a:pt x="474996" y="745592"/>
                            <a:pt x="476044" y="737019"/>
                            <a:pt x="476996" y="728352"/>
                          </a:cubicBezTo>
                          <a:cubicBezTo>
                            <a:pt x="477473" y="723684"/>
                            <a:pt x="474043" y="719493"/>
                            <a:pt x="469376" y="719017"/>
                          </a:cubicBezTo>
                          <a:close/>
                          <a:moveTo>
                            <a:pt x="472234" y="642246"/>
                          </a:moveTo>
                          <a:cubicBezTo>
                            <a:pt x="467471" y="642246"/>
                            <a:pt x="463757" y="646151"/>
                            <a:pt x="463757" y="650818"/>
                          </a:cubicBezTo>
                          <a:lnTo>
                            <a:pt x="463757" y="654247"/>
                          </a:lnTo>
                          <a:cubicBezTo>
                            <a:pt x="463757" y="661581"/>
                            <a:pt x="463661" y="668820"/>
                            <a:pt x="463375" y="676155"/>
                          </a:cubicBezTo>
                          <a:cubicBezTo>
                            <a:pt x="463375" y="680822"/>
                            <a:pt x="466995" y="684822"/>
                            <a:pt x="471662" y="684918"/>
                          </a:cubicBezTo>
                          <a:lnTo>
                            <a:pt x="471948" y="684918"/>
                          </a:lnTo>
                          <a:cubicBezTo>
                            <a:pt x="476520" y="684918"/>
                            <a:pt x="480330" y="681298"/>
                            <a:pt x="480521" y="676631"/>
                          </a:cubicBezTo>
                          <a:cubicBezTo>
                            <a:pt x="480711" y="669201"/>
                            <a:pt x="480806" y="661772"/>
                            <a:pt x="480806" y="654247"/>
                          </a:cubicBezTo>
                          <a:lnTo>
                            <a:pt x="480806" y="650723"/>
                          </a:lnTo>
                          <a:cubicBezTo>
                            <a:pt x="480806" y="645960"/>
                            <a:pt x="477187" y="642055"/>
                            <a:pt x="472234" y="642246"/>
                          </a:cubicBezTo>
                          <a:close/>
                          <a:moveTo>
                            <a:pt x="476139" y="573094"/>
                          </a:moveTo>
                          <a:cubicBezTo>
                            <a:pt x="475663" y="568427"/>
                            <a:pt x="471472" y="565093"/>
                            <a:pt x="466709" y="565569"/>
                          </a:cubicBezTo>
                          <a:cubicBezTo>
                            <a:pt x="462042" y="566141"/>
                            <a:pt x="458708" y="570427"/>
                            <a:pt x="459184" y="575094"/>
                          </a:cubicBezTo>
                          <a:cubicBezTo>
                            <a:pt x="460137" y="583476"/>
                            <a:pt x="460994" y="591858"/>
                            <a:pt x="461661" y="600240"/>
                          </a:cubicBezTo>
                          <a:cubicBezTo>
                            <a:pt x="462042" y="604717"/>
                            <a:pt x="465756" y="608146"/>
                            <a:pt x="470138" y="608146"/>
                          </a:cubicBezTo>
                          <a:lnTo>
                            <a:pt x="470805" y="608146"/>
                          </a:lnTo>
                          <a:cubicBezTo>
                            <a:pt x="475567" y="607765"/>
                            <a:pt x="479092" y="603574"/>
                            <a:pt x="478711" y="598907"/>
                          </a:cubicBezTo>
                          <a:cubicBezTo>
                            <a:pt x="477949" y="590334"/>
                            <a:pt x="477187" y="581667"/>
                            <a:pt x="476139" y="573094"/>
                          </a:cubicBezTo>
                          <a:close/>
                          <a:moveTo>
                            <a:pt x="462994" y="496513"/>
                          </a:moveTo>
                          <a:cubicBezTo>
                            <a:pt x="461947" y="491846"/>
                            <a:pt x="457280" y="488988"/>
                            <a:pt x="452707" y="490036"/>
                          </a:cubicBezTo>
                          <a:cubicBezTo>
                            <a:pt x="448135" y="491084"/>
                            <a:pt x="445278" y="495751"/>
                            <a:pt x="446326" y="500323"/>
                          </a:cubicBezTo>
                          <a:cubicBezTo>
                            <a:pt x="448231" y="508515"/>
                            <a:pt x="449945" y="516801"/>
                            <a:pt x="451564" y="525088"/>
                          </a:cubicBezTo>
                          <a:cubicBezTo>
                            <a:pt x="452326" y="529184"/>
                            <a:pt x="455946" y="532041"/>
                            <a:pt x="459946" y="532041"/>
                          </a:cubicBezTo>
                          <a:cubicBezTo>
                            <a:pt x="460422" y="532041"/>
                            <a:pt x="460994" y="532041"/>
                            <a:pt x="461565" y="531851"/>
                          </a:cubicBezTo>
                          <a:cubicBezTo>
                            <a:pt x="466233" y="530898"/>
                            <a:pt x="469186" y="526422"/>
                            <a:pt x="468328" y="521850"/>
                          </a:cubicBezTo>
                          <a:cubicBezTo>
                            <a:pt x="466709" y="513372"/>
                            <a:pt x="464899" y="504895"/>
                            <a:pt x="462994" y="496513"/>
                          </a:cubicBezTo>
                          <a:close/>
                          <a:moveTo>
                            <a:pt x="449374" y="446412"/>
                          </a:moveTo>
                          <a:cubicBezTo>
                            <a:pt x="446802" y="438125"/>
                            <a:pt x="444135" y="429933"/>
                            <a:pt x="441182" y="421742"/>
                          </a:cubicBezTo>
                          <a:cubicBezTo>
                            <a:pt x="439658" y="417360"/>
                            <a:pt x="434800" y="414979"/>
                            <a:pt x="430324" y="416598"/>
                          </a:cubicBezTo>
                          <a:cubicBezTo>
                            <a:pt x="425847" y="418122"/>
                            <a:pt x="423561" y="423075"/>
                            <a:pt x="425085" y="427457"/>
                          </a:cubicBezTo>
                          <a:cubicBezTo>
                            <a:pt x="427942" y="435458"/>
                            <a:pt x="430609" y="443459"/>
                            <a:pt x="433086" y="451460"/>
                          </a:cubicBezTo>
                          <a:cubicBezTo>
                            <a:pt x="434229" y="455175"/>
                            <a:pt x="437658" y="457461"/>
                            <a:pt x="441278" y="457461"/>
                          </a:cubicBezTo>
                          <a:cubicBezTo>
                            <a:pt x="442135" y="457461"/>
                            <a:pt x="442992" y="457365"/>
                            <a:pt x="443849" y="457080"/>
                          </a:cubicBezTo>
                          <a:cubicBezTo>
                            <a:pt x="448326" y="455651"/>
                            <a:pt x="450803" y="450888"/>
                            <a:pt x="449374" y="446412"/>
                          </a:cubicBezTo>
                          <a:close/>
                          <a:moveTo>
                            <a:pt x="421942" y="373545"/>
                          </a:moveTo>
                          <a:cubicBezTo>
                            <a:pt x="418417" y="365735"/>
                            <a:pt x="414798" y="357829"/>
                            <a:pt x="410893" y="350114"/>
                          </a:cubicBezTo>
                          <a:cubicBezTo>
                            <a:pt x="408797" y="345923"/>
                            <a:pt x="403749" y="344113"/>
                            <a:pt x="399463" y="346209"/>
                          </a:cubicBezTo>
                          <a:cubicBezTo>
                            <a:pt x="395272" y="348304"/>
                            <a:pt x="393557" y="353448"/>
                            <a:pt x="395653" y="357639"/>
                          </a:cubicBezTo>
                          <a:cubicBezTo>
                            <a:pt x="399367" y="365259"/>
                            <a:pt x="402892" y="372879"/>
                            <a:pt x="406416" y="380594"/>
                          </a:cubicBezTo>
                          <a:cubicBezTo>
                            <a:pt x="407749" y="383737"/>
                            <a:pt x="410893" y="385642"/>
                            <a:pt x="414131" y="385642"/>
                          </a:cubicBezTo>
                          <a:cubicBezTo>
                            <a:pt x="415369" y="385642"/>
                            <a:pt x="416512" y="385356"/>
                            <a:pt x="417655" y="384880"/>
                          </a:cubicBezTo>
                          <a:cubicBezTo>
                            <a:pt x="421942" y="382975"/>
                            <a:pt x="423847" y="377927"/>
                            <a:pt x="421942" y="373545"/>
                          </a:cubicBezTo>
                          <a:close/>
                          <a:moveTo>
                            <a:pt x="386128" y="304489"/>
                          </a:moveTo>
                          <a:cubicBezTo>
                            <a:pt x="381746" y="297060"/>
                            <a:pt x="377174" y="289725"/>
                            <a:pt x="372507" y="282486"/>
                          </a:cubicBezTo>
                          <a:cubicBezTo>
                            <a:pt x="369935" y="278486"/>
                            <a:pt x="364601" y="277343"/>
                            <a:pt x="360696" y="279915"/>
                          </a:cubicBezTo>
                          <a:cubicBezTo>
                            <a:pt x="356696" y="282486"/>
                            <a:pt x="355553" y="287820"/>
                            <a:pt x="358124" y="291726"/>
                          </a:cubicBezTo>
                          <a:cubicBezTo>
                            <a:pt x="362696" y="298869"/>
                            <a:pt x="367173" y="306013"/>
                            <a:pt x="371459" y="313252"/>
                          </a:cubicBezTo>
                          <a:cubicBezTo>
                            <a:pt x="373078" y="315919"/>
                            <a:pt x="375936" y="317443"/>
                            <a:pt x="378793" y="317443"/>
                          </a:cubicBezTo>
                          <a:cubicBezTo>
                            <a:pt x="380317" y="317443"/>
                            <a:pt x="381841" y="317062"/>
                            <a:pt x="383175" y="316205"/>
                          </a:cubicBezTo>
                          <a:cubicBezTo>
                            <a:pt x="387270" y="313824"/>
                            <a:pt x="388604" y="308585"/>
                            <a:pt x="386128" y="304489"/>
                          </a:cubicBezTo>
                          <a:close/>
                          <a:moveTo>
                            <a:pt x="342694" y="240005"/>
                          </a:moveTo>
                          <a:cubicBezTo>
                            <a:pt x="337455" y="233147"/>
                            <a:pt x="332121" y="226289"/>
                            <a:pt x="326596" y="219621"/>
                          </a:cubicBezTo>
                          <a:cubicBezTo>
                            <a:pt x="323644" y="216002"/>
                            <a:pt x="318214" y="215430"/>
                            <a:pt x="314595" y="218478"/>
                          </a:cubicBezTo>
                          <a:cubicBezTo>
                            <a:pt x="310975" y="221431"/>
                            <a:pt x="310404" y="226860"/>
                            <a:pt x="313356" y="230480"/>
                          </a:cubicBezTo>
                          <a:cubicBezTo>
                            <a:pt x="318786" y="236957"/>
                            <a:pt x="323930" y="243624"/>
                            <a:pt x="329073" y="250292"/>
                          </a:cubicBezTo>
                          <a:cubicBezTo>
                            <a:pt x="330787" y="252578"/>
                            <a:pt x="333264" y="253721"/>
                            <a:pt x="335836" y="253721"/>
                          </a:cubicBezTo>
                          <a:cubicBezTo>
                            <a:pt x="337646" y="253721"/>
                            <a:pt x="339455" y="253149"/>
                            <a:pt x="341074" y="252006"/>
                          </a:cubicBezTo>
                          <a:cubicBezTo>
                            <a:pt x="344789" y="249149"/>
                            <a:pt x="345551" y="243720"/>
                            <a:pt x="342694" y="240005"/>
                          </a:cubicBezTo>
                          <a:close/>
                          <a:moveTo>
                            <a:pt x="292307" y="180759"/>
                          </a:moveTo>
                          <a:cubicBezTo>
                            <a:pt x="286306" y="174473"/>
                            <a:pt x="280305" y="168377"/>
                            <a:pt x="274113" y="162281"/>
                          </a:cubicBezTo>
                          <a:cubicBezTo>
                            <a:pt x="270685" y="159042"/>
                            <a:pt x="265351" y="159042"/>
                            <a:pt x="262017" y="162471"/>
                          </a:cubicBezTo>
                          <a:cubicBezTo>
                            <a:pt x="258683" y="165805"/>
                            <a:pt x="258778" y="171234"/>
                            <a:pt x="262017" y="174473"/>
                          </a:cubicBezTo>
                          <a:cubicBezTo>
                            <a:pt x="268113" y="180378"/>
                            <a:pt x="274018" y="186474"/>
                            <a:pt x="279829" y="192570"/>
                          </a:cubicBezTo>
                          <a:cubicBezTo>
                            <a:pt x="281448" y="194285"/>
                            <a:pt x="283734" y="195237"/>
                            <a:pt x="286020" y="195237"/>
                          </a:cubicBezTo>
                          <a:cubicBezTo>
                            <a:pt x="288116" y="195237"/>
                            <a:pt x="290211" y="194380"/>
                            <a:pt x="291925" y="192856"/>
                          </a:cubicBezTo>
                          <a:cubicBezTo>
                            <a:pt x="295259" y="189618"/>
                            <a:pt x="295449" y="184188"/>
                            <a:pt x="292211" y="180759"/>
                          </a:cubicBezTo>
                          <a:close/>
                          <a:moveTo>
                            <a:pt x="235728" y="127419"/>
                          </a:moveTo>
                          <a:cubicBezTo>
                            <a:pt x="229060" y="121895"/>
                            <a:pt x="222393" y="116370"/>
                            <a:pt x="215535" y="111036"/>
                          </a:cubicBezTo>
                          <a:cubicBezTo>
                            <a:pt x="211820" y="108179"/>
                            <a:pt x="206486" y="108846"/>
                            <a:pt x="203629" y="112560"/>
                          </a:cubicBezTo>
                          <a:cubicBezTo>
                            <a:pt x="200676" y="116275"/>
                            <a:pt x="201343" y="121609"/>
                            <a:pt x="205057" y="124562"/>
                          </a:cubicBezTo>
                          <a:cubicBezTo>
                            <a:pt x="211725" y="129705"/>
                            <a:pt x="218202" y="135039"/>
                            <a:pt x="224679" y="140469"/>
                          </a:cubicBezTo>
                          <a:cubicBezTo>
                            <a:pt x="226298" y="141802"/>
                            <a:pt x="228298" y="142469"/>
                            <a:pt x="230203" y="142469"/>
                          </a:cubicBezTo>
                          <a:cubicBezTo>
                            <a:pt x="232585" y="142469"/>
                            <a:pt x="235061" y="141516"/>
                            <a:pt x="236680" y="139516"/>
                          </a:cubicBezTo>
                          <a:cubicBezTo>
                            <a:pt x="239728" y="135897"/>
                            <a:pt x="239348" y="130467"/>
                            <a:pt x="235728" y="127419"/>
                          </a:cubicBezTo>
                          <a:close/>
                          <a:moveTo>
                            <a:pt x="173625" y="80652"/>
                          </a:moveTo>
                          <a:cubicBezTo>
                            <a:pt x="166481" y="75794"/>
                            <a:pt x="159147" y="71127"/>
                            <a:pt x="151813" y="66555"/>
                          </a:cubicBezTo>
                          <a:cubicBezTo>
                            <a:pt x="147812" y="64078"/>
                            <a:pt x="142573" y="65316"/>
                            <a:pt x="140097" y="69317"/>
                          </a:cubicBezTo>
                          <a:cubicBezTo>
                            <a:pt x="137621" y="73413"/>
                            <a:pt x="138859" y="78651"/>
                            <a:pt x="142859" y="81128"/>
                          </a:cubicBezTo>
                          <a:cubicBezTo>
                            <a:pt x="150003" y="85509"/>
                            <a:pt x="157147" y="90081"/>
                            <a:pt x="164100" y="94844"/>
                          </a:cubicBezTo>
                          <a:cubicBezTo>
                            <a:pt x="165529" y="95796"/>
                            <a:pt x="167243" y="96273"/>
                            <a:pt x="168862" y="96273"/>
                          </a:cubicBezTo>
                          <a:cubicBezTo>
                            <a:pt x="171624" y="96273"/>
                            <a:pt x="174292" y="94939"/>
                            <a:pt x="175911" y="92463"/>
                          </a:cubicBezTo>
                          <a:cubicBezTo>
                            <a:pt x="178578" y="88557"/>
                            <a:pt x="177530" y="83223"/>
                            <a:pt x="173625" y="80652"/>
                          </a:cubicBezTo>
                          <a:close/>
                          <a:moveTo>
                            <a:pt x="106664" y="40932"/>
                          </a:moveTo>
                          <a:cubicBezTo>
                            <a:pt x="99044" y="37027"/>
                            <a:pt x="91234" y="33122"/>
                            <a:pt x="83423" y="29502"/>
                          </a:cubicBezTo>
                          <a:cubicBezTo>
                            <a:pt x="79137" y="27502"/>
                            <a:pt x="74088" y="29312"/>
                            <a:pt x="72089" y="33598"/>
                          </a:cubicBezTo>
                          <a:cubicBezTo>
                            <a:pt x="70088" y="37789"/>
                            <a:pt x="71898" y="42933"/>
                            <a:pt x="76184" y="44933"/>
                          </a:cubicBezTo>
                          <a:cubicBezTo>
                            <a:pt x="83804" y="48552"/>
                            <a:pt x="91329" y="52267"/>
                            <a:pt x="98854" y="56172"/>
                          </a:cubicBezTo>
                          <a:cubicBezTo>
                            <a:pt x="100092" y="56839"/>
                            <a:pt x="101425" y="57125"/>
                            <a:pt x="102759" y="57125"/>
                          </a:cubicBezTo>
                          <a:cubicBezTo>
                            <a:pt x="105807" y="57125"/>
                            <a:pt x="108855" y="55410"/>
                            <a:pt x="110379" y="52458"/>
                          </a:cubicBezTo>
                          <a:cubicBezTo>
                            <a:pt x="112474" y="48267"/>
                            <a:pt x="110855" y="43123"/>
                            <a:pt x="106664" y="40932"/>
                          </a:cubicBezTo>
                          <a:close/>
                          <a:moveTo>
                            <a:pt x="35703" y="9214"/>
                          </a:moveTo>
                          <a:cubicBezTo>
                            <a:pt x="27606" y="6071"/>
                            <a:pt x="19415" y="3213"/>
                            <a:pt x="11224" y="451"/>
                          </a:cubicBezTo>
                          <a:cubicBezTo>
                            <a:pt x="6747" y="-1073"/>
                            <a:pt x="1889" y="1404"/>
                            <a:pt x="460" y="5785"/>
                          </a:cubicBezTo>
                          <a:cubicBezTo>
                            <a:pt x="-1063" y="10262"/>
                            <a:pt x="1318" y="15120"/>
                            <a:pt x="5794" y="16644"/>
                          </a:cubicBezTo>
                          <a:cubicBezTo>
                            <a:pt x="13796" y="19311"/>
                            <a:pt x="21796" y="22168"/>
                            <a:pt x="29607" y="25121"/>
                          </a:cubicBezTo>
                          <a:cubicBezTo>
                            <a:pt x="30654" y="25502"/>
                            <a:pt x="31607" y="25692"/>
                            <a:pt x="32655" y="25692"/>
                          </a:cubicBezTo>
                          <a:cubicBezTo>
                            <a:pt x="36084" y="25692"/>
                            <a:pt x="39323" y="23597"/>
                            <a:pt x="40656" y="20168"/>
                          </a:cubicBezTo>
                          <a:cubicBezTo>
                            <a:pt x="42275" y="15786"/>
                            <a:pt x="40084" y="10833"/>
                            <a:pt x="35703" y="9214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12" name="AutoShape 212"/>
                    <p:cNvSpPr/>
                    <p:nvPr/>
                  </p:nvSpPr>
                  <p:spPr>
                    <a:xfrm>
                      <a:off x="10310363" y="5532227"/>
                      <a:ext cx="585839" cy="5448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5839" h="544817">
                          <a:moveTo>
                            <a:pt x="108843" y="527673"/>
                          </a:moveTo>
                          <a:cubicBezTo>
                            <a:pt x="100461" y="527673"/>
                            <a:pt x="92079" y="527102"/>
                            <a:pt x="83983" y="526244"/>
                          </a:cubicBezTo>
                          <a:cubicBezTo>
                            <a:pt x="79316" y="525673"/>
                            <a:pt x="75029" y="529197"/>
                            <a:pt x="74554" y="533864"/>
                          </a:cubicBezTo>
                          <a:cubicBezTo>
                            <a:pt x="74077" y="538627"/>
                            <a:pt x="77506" y="542818"/>
                            <a:pt x="82268" y="543199"/>
                          </a:cubicBezTo>
                          <a:cubicBezTo>
                            <a:pt x="90841" y="544151"/>
                            <a:pt x="99700" y="544627"/>
                            <a:pt x="108462" y="544818"/>
                          </a:cubicBezTo>
                          <a:lnTo>
                            <a:pt x="108653" y="544818"/>
                          </a:lnTo>
                          <a:cubicBezTo>
                            <a:pt x="113320" y="544818"/>
                            <a:pt x="117130" y="541103"/>
                            <a:pt x="117225" y="536436"/>
                          </a:cubicBezTo>
                          <a:cubicBezTo>
                            <a:pt x="117321" y="531673"/>
                            <a:pt x="113511" y="527768"/>
                            <a:pt x="108843" y="527673"/>
                          </a:cubicBezTo>
                          <a:close/>
                          <a:moveTo>
                            <a:pt x="193330" y="526625"/>
                          </a:moveTo>
                          <a:cubicBezTo>
                            <a:pt x="192282" y="522053"/>
                            <a:pt x="187711" y="519100"/>
                            <a:pt x="183139" y="520148"/>
                          </a:cubicBezTo>
                          <a:cubicBezTo>
                            <a:pt x="174946" y="521862"/>
                            <a:pt x="166660" y="523387"/>
                            <a:pt x="158564" y="524530"/>
                          </a:cubicBezTo>
                          <a:cubicBezTo>
                            <a:pt x="153896" y="525197"/>
                            <a:pt x="150658" y="529483"/>
                            <a:pt x="151229" y="534150"/>
                          </a:cubicBezTo>
                          <a:cubicBezTo>
                            <a:pt x="151897" y="538436"/>
                            <a:pt x="155516" y="541484"/>
                            <a:pt x="159707" y="541484"/>
                          </a:cubicBezTo>
                          <a:lnTo>
                            <a:pt x="160945" y="541484"/>
                          </a:lnTo>
                          <a:cubicBezTo>
                            <a:pt x="169518" y="540246"/>
                            <a:pt x="178186" y="538722"/>
                            <a:pt x="186758" y="536817"/>
                          </a:cubicBezTo>
                          <a:cubicBezTo>
                            <a:pt x="191330" y="535864"/>
                            <a:pt x="194282" y="531293"/>
                            <a:pt x="193330" y="526625"/>
                          </a:cubicBezTo>
                          <a:close/>
                          <a:moveTo>
                            <a:pt x="35120" y="516910"/>
                          </a:moveTo>
                          <a:cubicBezTo>
                            <a:pt x="27215" y="514624"/>
                            <a:pt x="19308" y="512052"/>
                            <a:pt x="11689" y="509004"/>
                          </a:cubicBezTo>
                          <a:cubicBezTo>
                            <a:pt x="7211" y="507385"/>
                            <a:pt x="2258" y="509480"/>
                            <a:pt x="544" y="513862"/>
                          </a:cubicBezTo>
                          <a:cubicBezTo>
                            <a:pt x="-1076" y="518243"/>
                            <a:pt x="1021" y="523196"/>
                            <a:pt x="5497" y="524911"/>
                          </a:cubicBezTo>
                          <a:cubicBezTo>
                            <a:pt x="13593" y="528149"/>
                            <a:pt x="22071" y="530911"/>
                            <a:pt x="30453" y="533388"/>
                          </a:cubicBezTo>
                          <a:cubicBezTo>
                            <a:pt x="31214" y="533579"/>
                            <a:pt x="32071" y="533674"/>
                            <a:pt x="32834" y="533674"/>
                          </a:cubicBezTo>
                          <a:cubicBezTo>
                            <a:pt x="36549" y="533674"/>
                            <a:pt x="39978" y="531197"/>
                            <a:pt x="41025" y="527482"/>
                          </a:cubicBezTo>
                          <a:cubicBezTo>
                            <a:pt x="42359" y="522911"/>
                            <a:pt x="39692" y="518243"/>
                            <a:pt x="35120" y="516910"/>
                          </a:cubicBezTo>
                          <a:close/>
                          <a:moveTo>
                            <a:pt x="265720" y="501384"/>
                          </a:moveTo>
                          <a:cubicBezTo>
                            <a:pt x="263815" y="497002"/>
                            <a:pt x="258767" y="495002"/>
                            <a:pt x="254481" y="496907"/>
                          </a:cubicBezTo>
                          <a:cubicBezTo>
                            <a:pt x="246861" y="500241"/>
                            <a:pt x="239051" y="503384"/>
                            <a:pt x="231144" y="506242"/>
                          </a:cubicBezTo>
                          <a:cubicBezTo>
                            <a:pt x="226763" y="507861"/>
                            <a:pt x="224477" y="512719"/>
                            <a:pt x="226096" y="517195"/>
                          </a:cubicBezTo>
                          <a:cubicBezTo>
                            <a:pt x="227334" y="520624"/>
                            <a:pt x="230573" y="522815"/>
                            <a:pt x="234097" y="522815"/>
                          </a:cubicBezTo>
                          <a:cubicBezTo>
                            <a:pt x="235050" y="522815"/>
                            <a:pt x="236097" y="522625"/>
                            <a:pt x="237050" y="522244"/>
                          </a:cubicBezTo>
                          <a:cubicBezTo>
                            <a:pt x="245146" y="519291"/>
                            <a:pt x="253338" y="516052"/>
                            <a:pt x="261339" y="512623"/>
                          </a:cubicBezTo>
                          <a:cubicBezTo>
                            <a:pt x="265625" y="510718"/>
                            <a:pt x="267626" y="505670"/>
                            <a:pt x="265720" y="501384"/>
                          </a:cubicBezTo>
                          <a:close/>
                          <a:moveTo>
                            <a:pt x="332300" y="463189"/>
                          </a:moveTo>
                          <a:cubicBezTo>
                            <a:pt x="329728" y="459284"/>
                            <a:pt x="324394" y="458235"/>
                            <a:pt x="320489" y="460807"/>
                          </a:cubicBezTo>
                          <a:cubicBezTo>
                            <a:pt x="313536" y="465475"/>
                            <a:pt x="306392" y="469952"/>
                            <a:pt x="299248" y="474143"/>
                          </a:cubicBezTo>
                          <a:cubicBezTo>
                            <a:pt x="295152" y="476524"/>
                            <a:pt x="293819" y="481763"/>
                            <a:pt x="296201" y="485858"/>
                          </a:cubicBezTo>
                          <a:cubicBezTo>
                            <a:pt x="297724" y="488525"/>
                            <a:pt x="300582" y="490049"/>
                            <a:pt x="303534" y="490049"/>
                          </a:cubicBezTo>
                          <a:cubicBezTo>
                            <a:pt x="304963" y="490049"/>
                            <a:pt x="306487" y="489668"/>
                            <a:pt x="307821" y="488906"/>
                          </a:cubicBezTo>
                          <a:cubicBezTo>
                            <a:pt x="315346" y="484525"/>
                            <a:pt x="322775" y="479857"/>
                            <a:pt x="330014" y="475000"/>
                          </a:cubicBezTo>
                          <a:cubicBezTo>
                            <a:pt x="333919" y="472428"/>
                            <a:pt x="334967" y="467094"/>
                            <a:pt x="332300" y="463189"/>
                          </a:cubicBezTo>
                          <a:close/>
                          <a:moveTo>
                            <a:pt x="391355" y="414135"/>
                          </a:moveTo>
                          <a:cubicBezTo>
                            <a:pt x="388116" y="410610"/>
                            <a:pt x="382687" y="410515"/>
                            <a:pt x="379354" y="413754"/>
                          </a:cubicBezTo>
                          <a:cubicBezTo>
                            <a:pt x="373353" y="419469"/>
                            <a:pt x="367066" y="425184"/>
                            <a:pt x="360590" y="430613"/>
                          </a:cubicBezTo>
                          <a:cubicBezTo>
                            <a:pt x="357064" y="433661"/>
                            <a:pt x="356589" y="438995"/>
                            <a:pt x="359636" y="442615"/>
                          </a:cubicBezTo>
                          <a:cubicBezTo>
                            <a:pt x="361351" y="444615"/>
                            <a:pt x="363732" y="445662"/>
                            <a:pt x="366114" y="445662"/>
                          </a:cubicBezTo>
                          <a:cubicBezTo>
                            <a:pt x="368114" y="445662"/>
                            <a:pt x="370115" y="444996"/>
                            <a:pt x="371638" y="443663"/>
                          </a:cubicBezTo>
                          <a:cubicBezTo>
                            <a:pt x="378401" y="437947"/>
                            <a:pt x="384878" y="432042"/>
                            <a:pt x="391069" y="426136"/>
                          </a:cubicBezTo>
                          <a:cubicBezTo>
                            <a:pt x="394498" y="422898"/>
                            <a:pt x="394689" y="417469"/>
                            <a:pt x="391355" y="414135"/>
                          </a:cubicBezTo>
                          <a:close/>
                          <a:moveTo>
                            <a:pt x="441266" y="355652"/>
                          </a:moveTo>
                          <a:cubicBezTo>
                            <a:pt x="437456" y="352794"/>
                            <a:pt x="432121" y="353556"/>
                            <a:pt x="429265" y="357366"/>
                          </a:cubicBezTo>
                          <a:cubicBezTo>
                            <a:pt x="424216" y="364034"/>
                            <a:pt x="418977" y="370605"/>
                            <a:pt x="413643" y="377083"/>
                          </a:cubicBezTo>
                          <a:cubicBezTo>
                            <a:pt x="410596" y="380702"/>
                            <a:pt x="411071" y="386036"/>
                            <a:pt x="414691" y="389084"/>
                          </a:cubicBezTo>
                          <a:cubicBezTo>
                            <a:pt x="416311" y="390418"/>
                            <a:pt x="418215" y="391084"/>
                            <a:pt x="420215" y="391084"/>
                          </a:cubicBezTo>
                          <a:cubicBezTo>
                            <a:pt x="422596" y="391084"/>
                            <a:pt x="425073" y="390037"/>
                            <a:pt x="426693" y="388036"/>
                          </a:cubicBezTo>
                          <a:cubicBezTo>
                            <a:pt x="432312" y="381274"/>
                            <a:pt x="437647" y="374511"/>
                            <a:pt x="442885" y="367653"/>
                          </a:cubicBezTo>
                          <a:cubicBezTo>
                            <a:pt x="445743" y="363843"/>
                            <a:pt x="444981" y="358509"/>
                            <a:pt x="441266" y="355652"/>
                          </a:cubicBezTo>
                          <a:close/>
                          <a:moveTo>
                            <a:pt x="482223" y="290691"/>
                          </a:moveTo>
                          <a:cubicBezTo>
                            <a:pt x="478128" y="288405"/>
                            <a:pt x="472984" y="289834"/>
                            <a:pt x="470603" y="293929"/>
                          </a:cubicBezTo>
                          <a:cubicBezTo>
                            <a:pt x="466508" y="301264"/>
                            <a:pt x="462221" y="308503"/>
                            <a:pt x="457744" y="315647"/>
                          </a:cubicBezTo>
                          <a:cubicBezTo>
                            <a:pt x="455268" y="319647"/>
                            <a:pt x="456506" y="324981"/>
                            <a:pt x="460507" y="327457"/>
                          </a:cubicBezTo>
                          <a:cubicBezTo>
                            <a:pt x="461935" y="328315"/>
                            <a:pt x="463459" y="328696"/>
                            <a:pt x="464983" y="328696"/>
                          </a:cubicBezTo>
                          <a:cubicBezTo>
                            <a:pt x="467840" y="328696"/>
                            <a:pt x="470603" y="327267"/>
                            <a:pt x="472222" y="324695"/>
                          </a:cubicBezTo>
                          <a:cubicBezTo>
                            <a:pt x="476794" y="317361"/>
                            <a:pt x="481271" y="309931"/>
                            <a:pt x="485462" y="302311"/>
                          </a:cubicBezTo>
                          <a:cubicBezTo>
                            <a:pt x="487844" y="298216"/>
                            <a:pt x="486415" y="293072"/>
                            <a:pt x="482223" y="290691"/>
                          </a:cubicBezTo>
                          <a:close/>
                          <a:moveTo>
                            <a:pt x="515371" y="221444"/>
                          </a:moveTo>
                          <a:cubicBezTo>
                            <a:pt x="511084" y="219539"/>
                            <a:pt x="506035" y="221539"/>
                            <a:pt x="504131" y="225921"/>
                          </a:cubicBezTo>
                          <a:cubicBezTo>
                            <a:pt x="500797" y="233636"/>
                            <a:pt x="497369" y="241352"/>
                            <a:pt x="493844" y="248972"/>
                          </a:cubicBezTo>
                          <a:cubicBezTo>
                            <a:pt x="491748" y="253258"/>
                            <a:pt x="493654" y="258306"/>
                            <a:pt x="497939" y="260306"/>
                          </a:cubicBezTo>
                          <a:cubicBezTo>
                            <a:pt x="499082" y="260878"/>
                            <a:pt x="500321" y="261163"/>
                            <a:pt x="501559" y="261163"/>
                          </a:cubicBezTo>
                          <a:cubicBezTo>
                            <a:pt x="504702" y="261163"/>
                            <a:pt x="507846" y="259353"/>
                            <a:pt x="509275" y="256211"/>
                          </a:cubicBezTo>
                          <a:cubicBezTo>
                            <a:pt x="512894" y="248400"/>
                            <a:pt x="516419" y="240589"/>
                            <a:pt x="519847" y="232588"/>
                          </a:cubicBezTo>
                          <a:cubicBezTo>
                            <a:pt x="521752" y="228302"/>
                            <a:pt x="519752" y="223254"/>
                            <a:pt x="515371" y="221444"/>
                          </a:cubicBezTo>
                          <a:close/>
                          <a:moveTo>
                            <a:pt x="541659" y="149244"/>
                          </a:moveTo>
                          <a:cubicBezTo>
                            <a:pt x="537182" y="147721"/>
                            <a:pt x="532325" y="150197"/>
                            <a:pt x="530896" y="154674"/>
                          </a:cubicBezTo>
                          <a:cubicBezTo>
                            <a:pt x="528229" y="162675"/>
                            <a:pt x="525467" y="170771"/>
                            <a:pt x="522704" y="178677"/>
                          </a:cubicBezTo>
                          <a:cubicBezTo>
                            <a:pt x="521086" y="183153"/>
                            <a:pt x="523372" y="188011"/>
                            <a:pt x="527848" y="189630"/>
                          </a:cubicBezTo>
                          <a:cubicBezTo>
                            <a:pt x="528800" y="189916"/>
                            <a:pt x="529753" y="190107"/>
                            <a:pt x="530706" y="190107"/>
                          </a:cubicBezTo>
                          <a:cubicBezTo>
                            <a:pt x="534230" y="190107"/>
                            <a:pt x="537468" y="187916"/>
                            <a:pt x="538707" y="184392"/>
                          </a:cubicBezTo>
                          <a:cubicBezTo>
                            <a:pt x="541659" y="176391"/>
                            <a:pt x="544421" y="168199"/>
                            <a:pt x="547089" y="160008"/>
                          </a:cubicBezTo>
                          <a:cubicBezTo>
                            <a:pt x="548613" y="155531"/>
                            <a:pt x="546136" y="150673"/>
                            <a:pt x="541659" y="149244"/>
                          </a:cubicBezTo>
                          <a:close/>
                          <a:moveTo>
                            <a:pt x="562424" y="75236"/>
                          </a:moveTo>
                          <a:cubicBezTo>
                            <a:pt x="557947" y="74093"/>
                            <a:pt x="553185" y="76855"/>
                            <a:pt x="552042" y="81426"/>
                          </a:cubicBezTo>
                          <a:cubicBezTo>
                            <a:pt x="549946" y="89618"/>
                            <a:pt x="547755" y="97810"/>
                            <a:pt x="545564" y="106001"/>
                          </a:cubicBezTo>
                          <a:cubicBezTo>
                            <a:pt x="544231" y="110573"/>
                            <a:pt x="546898" y="115240"/>
                            <a:pt x="551470" y="116478"/>
                          </a:cubicBezTo>
                          <a:cubicBezTo>
                            <a:pt x="552233" y="116669"/>
                            <a:pt x="552994" y="116764"/>
                            <a:pt x="553756" y="116764"/>
                          </a:cubicBezTo>
                          <a:cubicBezTo>
                            <a:pt x="557471" y="116764"/>
                            <a:pt x="560900" y="114288"/>
                            <a:pt x="561947" y="110573"/>
                          </a:cubicBezTo>
                          <a:cubicBezTo>
                            <a:pt x="564233" y="102191"/>
                            <a:pt x="566425" y="93904"/>
                            <a:pt x="568615" y="85618"/>
                          </a:cubicBezTo>
                          <a:cubicBezTo>
                            <a:pt x="569758" y="81046"/>
                            <a:pt x="566996" y="76379"/>
                            <a:pt x="562424" y="75236"/>
                          </a:cubicBezTo>
                          <a:close/>
                          <a:moveTo>
                            <a:pt x="578997" y="179"/>
                          </a:moveTo>
                          <a:cubicBezTo>
                            <a:pt x="574330" y="-774"/>
                            <a:pt x="569854" y="2178"/>
                            <a:pt x="568901" y="6846"/>
                          </a:cubicBezTo>
                          <a:cubicBezTo>
                            <a:pt x="567282" y="15133"/>
                            <a:pt x="565471" y="23515"/>
                            <a:pt x="563662" y="31802"/>
                          </a:cubicBezTo>
                          <a:cubicBezTo>
                            <a:pt x="562710" y="36373"/>
                            <a:pt x="565662" y="40945"/>
                            <a:pt x="570234" y="41993"/>
                          </a:cubicBezTo>
                          <a:cubicBezTo>
                            <a:pt x="570806" y="42088"/>
                            <a:pt x="571472" y="42184"/>
                            <a:pt x="572044" y="42184"/>
                          </a:cubicBezTo>
                          <a:cubicBezTo>
                            <a:pt x="575950" y="42184"/>
                            <a:pt x="579474" y="39422"/>
                            <a:pt x="580426" y="35421"/>
                          </a:cubicBezTo>
                          <a:cubicBezTo>
                            <a:pt x="582235" y="27039"/>
                            <a:pt x="583950" y="18657"/>
                            <a:pt x="585664" y="10180"/>
                          </a:cubicBezTo>
                          <a:cubicBezTo>
                            <a:pt x="586618" y="5608"/>
                            <a:pt x="583569" y="1035"/>
                            <a:pt x="578997" y="179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51230" y="1130300"/>
            <a:ext cx="6489540" cy="25796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桌面伴侣Agent系统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851230" y="3895837"/>
            <a:ext cx="6489540" cy="87298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基于C#的轻量级网页端设计与实现</a:t>
            </a:r>
            <a:endParaRPr lang="en-US" sz="1100" b="1" dirty="0"/>
          </a:p>
        </p:txBody>
      </p:sp>
      <p:sp>
        <p:nvSpPr>
          <p:cNvPr id="4" name="TextBox 4"/>
          <p:cNvSpPr txBox="1"/>
          <p:nvPr/>
        </p:nvSpPr>
        <p:spPr>
          <a:xfrm>
            <a:off x="2851230" y="4954751"/>
            <a:ext cx="6489540" cy="3583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</a:t>
            </a:r>
            <a:r>
              <a:rPr lang="zh-CN" alt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：郑宜嘉，朱雅轩，乐琳</a:t>
            </a:r>
            <a:endParaRPr lang="en-US" sz="1400" dirty="0"/>
          </a:p>
        </p:txBody>
      </p:sp>
      <p:sp>
        <p:nvSpPr>
          <p:cNvPr id="5" name="TextBox 5"/>
          <p:cNvSpPr txBox="1"/>
          <p:nvPr/>
        </p:nvSpPr>
        <p:spPr>
          <a:xfrm>
            <a:off x="2851230" y="5313112"/>
            <a:ext cx="6489540" cy="3583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en-US" altLang="zh-CN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zh-CN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r>
              <a:rPr 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zh-CN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45078" y="1500188"/>
            <a:ext cx="7773821" cy="46339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4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lang="en-US" sz="1100" b="1" dirty="0"/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sz="24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系统功能设计</a:t>
            </a:r>
            <a:endParaRPr sz="2400" b="1" dirty="0"/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sz="24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关键技术实现</a:t>
            </a:r>
            <a:endParaRPr sz="2400" b="1" dirty="0"/>
          </a:p>
          <a:p>
            <a:pPr algn="l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</a:pPr>
            <a:r>
              <a:rPr sz="24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团队贡献与</a:t>
            </a:r>
            <a:r>
              <a:rPr lang="zh-CN" altLang="en-US" sz="2400" b="1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r>
              <a:rPr sz="24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</a:t>
            </a:r>
            <a:endParaRPr sz="2400" b="1" dirty="0"/>
          </a:p>
        </p:txBody>
      </p:sp>
      <p:sp>
        <p:nvSpPr>
          <p:cNvPr id="3" name="TextBox 3"/>
          <p:cNvSpPr txBox="1"/>
          <p:nvPr/>
        </p:nvSpPr>
        <p:spPr>
          <a:xfrm>
            <a:off x="660400" y="1500187"/>
            <a:ext cx="2836562" cy="91566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7309" y="1577033"/>
            <a:ext cx="6601591" cy="20753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917309" y="3862500"/>
            <a:ext cx="6601591" cy="10772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阐述项目背景、产品定位、核心目标与价值</a:t>
            </a:r>
            <a:r>
              <a:rPr lang="en-US" sz="20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592e89-b1f7-4d52-b6b1-3a66f710108b"/>
          <p:cNvGrpSpPr/>
          <p:nvPr/>
        </p:nvGrpSpPr>
        <p:grpSpPr>
          <a:xfrm>
            <a:off x="660399" y="1243979"/>
            <a:ext cx="10858500" cy="4370041"/>
            <a:chOff x="660399" y="1243979"/>
            <a:chExt cx="10858500" cy="4370041"/>
          </a:xfrm>
        </p:grpSpPr>
        <p:sp>
          <p:nvSpPr>
            <p:cNvPr id="3" name="AutoShape 3"/>
            <p:cNvSpPr/>
            <p:nvPr/>
          </p:nvSpPr>
          <p:spPr>
            <a:xfrm>
              <a:off x="684922" y="2200108"/>
              <a:ext cx="2535241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D05C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399" y="2368961"/>
              <a:ext cx="2501547" cy="2551792"/>
              <a:chOff x="660399" y="2368961"/>
              <a:chExt cx="2501547" cy="2551792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871124" y="2766465"/>
                <a:ext cx="2290822" cy="95628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市场趋势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71123" y="3722746"/>
                <a:ext cx="2290823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传统网页应用正向陪伴型、交互型系统演进，AI</a:t>
                </a:r>
                <a:r>
                  <a:rPr lang="en-US" sz="1600" b="0" i="0" strike="noStrike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en-US" sz="1600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Agent成为新形态</a:t>
                </a:r>
                <a:r>
                  <a:rPr lang="en-US" sz="1600" b="0" i="0" strike="noStrike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399" y="2368961"/>
                <a:ext cx="2290827" cy="572508"/>
              </a:xfrm>
              <a:prstGeom prst="homePlate">
                <a:avLst/>
              </a:prstGeom>
              <a:gradFill>
                <a:gsLst>
                  <a:gs pos="0">
                    <a:srgbClr val="FFD05C">
                      <a:alpha val="100000"/>
                      <a:lumMod val="60000"/>
                      <a:lumOff val="40000"/>
                    </a:srgbClr>
                  </a:gs>
                  <a:gs pos="75000">
                    <a:srgbClr val="FFD05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8" name="AutoShape 8"/>
            <p:cNvSpPr/>
            <p:nvPr/>
          </p:nvSpPr>
          <p:spPr>
            <a:xfrm>
              <a:off x="3489101" y="2200108"/>
              <a:ext cx="2535240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D05C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3389502" y="2368961"/>
              <a:ext cx="2520945" cy="2551792"/>
              <a:chOff x="3389502" y="2368961"/>
              <a:chExt cx="2520945" cy="2551792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619625" y="2913854"/>
                <a:ext cx="2290822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产品空白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611310" y="3722746"/>
                <a:ext cx="2290822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缺乏一个轻量化、兼具陪伴与效率功能的网页端桌面伴侣产品</a:t>
                </a:r>
                <a:r>
                  <a:rPr lang="en-US" sz="1600" b="0" i="0" strike="noStrike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389502" y="2368961"/>
                <a:ext cx="2290825" cy="572508"/>
              </a:xfrm>
              <a:prstGeom prst="homePlate">
                <a:avLst/>
              </a:prstGeom>
              <a:gradFill>
                <a:gsLst>
                  <a:gs pos="0">
                    <a:srgbClr val="FF6000">
                      <a:alpha val="100000"/>
                      <a:lumMod val="60000"/>
                      <a:lumOff val="40000"/>
                    </a:srgbClr>
                  </a:gs>
                  <a:gs pos="75000">
                    <a:srgbClr val="FF6000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6237699" y="2200108"/>
              <a:ext cx="2535240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D05C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138100" y="2368959"/>
              <a:ext cx="2529570" cy="2551794"/>
              <a:chOff x="6138100" y="2368959"/>
              <a:chExt cx="2529570" cy="255179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376848" y="2913854"/>
                <a:ext cx="2290822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核心价值</a:t>
                </a:r>
                <a:endParaRPr lang="en-US" sz="110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359908" y="3722746"/>
                <a:ext cx="2290822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提供“可见、可互动、可持续陪伴”的桌面存在，而非全能型操作系统</a:t>
                </a:r>
                <a:r>
                  <a:rPr lang="en-US" sz="1600" b="0" i="0" strike="noStrike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138100" y="2368959"/>
                <a:ext cx="2290825" cy="572508"/>
              </a:xfrm>
              <a:prstGeom prst="homePlate">
                <a:avLst/>
              </a:prstGeom>
              <a:gradFill>
                <a:gsLst>
                  <a:gs pos="0">
                    <a:srgbClr val="D84C4C">
                      <a:alpha val="100000"/>
                      <a:lumMod val="60000"/>
                      <a:lumOff val="40000"/>
                    </a:srgbClr>
                  </a:gs>
                  <a:gs pos="75000">
                    <a:srgbClr val="D84C4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8" name="AutoShape 18"/>
            <p:cNvSpPr/>
            <p:nvPr/>
          </p:nvSpPr>
          <p:spPr>
            <a:xfrm>
              <a:off x="8983659" y="2200111"/>
              <a:ext cx="2535240" cy="3413909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FD05C">
                  <a:alpha val="100000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886695" y="2368960"/>
              <a:ext cx="2513209" cy="2543325"/>
              <a:chOff x="8886695" y="2368960"/>
              <a:chExt cx="2513209" cy="2543325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9109082" y="2905387"/>
                <a:ext cx="2290822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技术选型</a:t>
                </a:r>
                <a:endParaRPr lang="en-US" sz="110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105868" y="3714279"/>
                <a:ext cx="2290822" cy="1198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采用C#作为主要技术栈</a:t>
                </a:r>
                <a:r>
                  <a:rPr lang="en-US" sz="1200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:r>
                  <a:rPr lang="en-US" sz="1600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全面体现课程所学知识点的综合应用</a:t>
                </a:r>
                <a:r>
                  <a:rPr lang="en-US" sz="1200" b="0" i="0" strike="noStrike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886695" y="2368960"/>
                <a:ext cx="2285556" cy="572507"/>
              </a:xfrm>
              <a:prstGeom prst="homePlate">
                <a:avLst/>
              </a:prstGeom>
              <a:gradFill>
                <a:gsLst>
                  <a:gs pos="0">
                    <a:srgbClr val="53AFA6">
                      <a:alpha val="100000"/>
                      <a:lumMod val="60000"/>
                      <a:lumOff val="40000"/>
                    </a:srgbClr>
                  </a:gs>
                  <a:gs pos="75000">
                    <a:srgbClr val="53AFA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660399" y="1243979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顺应智能体发展趋势，填补网页端轻量陪伴产品的市场空白。</a:t>
              </a:r>
              <a:endParaRPr lang="en-US" sz="11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项目背景与价值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79efca8-87ee-4f49-a227-08e25457077e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465920" y="1966174"/>
              <a:ext cx="2969251" cy="4167926"/>
              <a:chOff x="1465920" y="1966174"/>
              <a:chExt cx="2969251" cy="4167926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1465922" y="2915516"/>
                <a:ext cx="2969249" cy="3218584"/>
              </a:xfrm>
              <a:prstGeom prst="roundRect">
                <a:avLst>
                  <a:gd name="adj" fmla="val 400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2602983" y="1966174"/>
                <a:ext cx="695126" cy="695126"/>
              </a:xfrm>
              <a:prstGeom prst="ellipse">
                <a:avLst/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65921" y="3019418"/>
                <a:ext cx="2969249" cy="73872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产品定位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65920" y="3758141"/>
                <a:ext cx="2969249" cy="18816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网页端轻量桌面伴侣Agent</a:t>
                </a: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Demo，专注于将三件事做好：可看、可聊、可养</a:t>
                </a: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600" dirty="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605023" y="1966174"/>
              <a:ext cx="2969253" cy="4167926"/>
              <a:chOff x="4605023" y="1966174"/>
              <a:chExt cx="2969253" cy="4167926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605027" y="2915516"/>
                <a:ext cx="2969249" cy="3218584"/>
              </a:xfrm>
              <a:prstGeom prst="roundRect">
                <a:avLst>
                  <a:gd name="adj" fmla="val 400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742088" y="1966174"/>
                <a:ext cx="695126" cy="695126"/>
              </a:xfrm>
              <a:prstGeom prst="ellipse">
                <a:avLst/>
              </a:prstGeom>
              <a:solidFill>
                <a:srgbClr val="FFD05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605025" y="3035509"/>
                <a:ext cx="2969249" cy="73872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 dirty="0" err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核心目标</a:t>
                </a:r>
                <a:endParaRPr lang="en-US" sz="11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605023" y="3774232"/>
                <a:ext cx="2969249" cy="18816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实现“桌面展示</a:t>
                </a: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+ 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Agent对话</a:t>
                </a: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+ 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任务提醒</a:t>
                </a: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+ 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养成互动”四大核心闭环</a:t>
                </a:r>
                <a:r>
                  <a:rPr lang="en-US" sz="12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744130" y="1966174"/>
              <a:ext cx="2969250" cy="4167926"/>
              <a:chOff x="7744130" y="1966174"/>
              <a:chExt cx="2969250" cy="4167926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7744131" y="2915516"/>
                <a:ext cx="2969249" cy="3218584"/>
              </a:xfrm>
              <a:prstGeom prst="roundRect">
                <a:avLst>
                  <a:gd name="adj" fmla="val 4000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81193" y="1966174"/>
                <a:ext cx="695126" cy="695126"/>
              </a:xfrm>
              <a:prstGeom prst="ellipse">
                <a:avLst/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44131" y="3035509"/>
                <a:ext cx="2969249" cy="73872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项目边界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744130" y="3774232"/>
                <a:ext cx="2969249" cy="188169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聚焦P0核心功能，避免功能过度扩张，确保项目高完成度</a:t>
                </a:r>
                <a:r>
                  <a:rPr lang="zh-CN" altLang="en-US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:r>
                  <a:rPr lang="zh-CN" alt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经过多轮迭代完善项目。</a:t>
                </a:r>
                <a:endParaRPr lang="en-US" sz="1600" dirty="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产品定位与目标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7309" y="1577033"/>
            <a:ext cx="6601591" cy="20753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系统功能设计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917309" y="3862500"/>
            <a:ext cx="6601591" cy="10772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2e436db-afad-4fb3-8c8f-7236e69cc962"/>
          <p:cNvGrpSpPr/>
          <p:nvPr/>
        </p:nvGrpSpPr>
        <p:grpSpPr>
          <a:xfrm>
            <a:off x="0" y="1130301"/>
            <a:ext cx="12192000" cy="5727699"/>
            <a:chOff x="0" y="1130301"/>
            <a:chExt cx="12192000" cy="5727699"/>
          </a:xfrm>
        </p:grpSpPr>
        <p:sp>
          <p:nvSpPr>
            <p:cNvPr id="3" name="AutoShape 3"/>
            <p:cNvSpPr/>
            <p:nvPr/>
          </p:nvSpPr>
          <p:spPr>
            <a:xfrm>
              <a:off x="0" y="5530849"/>
              <a:ext cx="12192000" cy="1327151"/>
            </a:xfrm>
            <a:custGeom>
              <a:avLst/>
              <a:gdLst/>
              <a:ahLst/>
              <a:cxnLst/>
              <a:rect l="l" t="t" r="r" b="b"/>
              <a:pathLst>
                <a:path w="12192000" h="1327151">
                  <a:moveTo>
                    <a:pt x="0" y="0"/>
                  </a:moveTo>
                  <a:lnTo>
                    <a:pt x="12192000" y="0"/>
                  </a:lnTo>
                  <a:lnTo>
                    <a:pt x="12192000" y="1327151"/>
                  </a:lnTo>
                  <a:lnTo>
                    <a:pt x="0" y="1327151"/>
                  </a:lnTo>
                  <a:close/>
                </a:path>
              </a:pathLst>
            </a:custGeom>
            <a:solidFill>
              <a:srgbClr val="FFD05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采用分层设计，清晰定义各层职责，确保系统的可维护性与扩展性。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1873250"/>
              <a:ext cx="2478026" cy="4260850"/>
              <a:chOff x="777875" y="1873250"/>
              <a:chExt cx="2984500" cy="426085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777875" y="1873250"/>
                <a:ext cx="2984500" cy="426085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77977" y="5032413"/>
                <a:ext cx="1384296" cy="498436"/>
              </a:xfrm>
              <a:prstGeom prst="roundRect">
                <a:avLst/>
              </a:prstGeom>
              <a:solidFill>
                <a:srgbClr val="FFD05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grpSp>
            <p:nvGrpSpPr>
              <p:cNvPr id="8" name="Group 8"/>
              <p:cNvGrpSpPr/>
              <p:nvPr/>
            </p:nvGrpSpPr>
            <p:grpSpPr>
              <a:xfrm>
                <a:off x="949325" y="2206622"/>
                <a:ext cx="2641599" cy="2735767"/>
                <a:chOff x="1511510" y="2830395"/>
                <a:chExt cx="2041899" cy="2063412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1511510" y="2830395"/>
                  <a:ext cx="2041899" cy="623783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表现层</a:t>
                  </a:r>
                  <a:endParaRPr lang="en-US" sz="110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1511510" y="3454179"/>
                  <a:ext cx="2041899" cy="143962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600" b="1" i="0" dirty="0" err="1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负责网页界面展示与用户交互，包括桌面布局、伴侣形象、聊天窗口等</a:t>
                  </a:r>
                  <a:r>
                    <a:rPr lang="en-US" sz="1600" b="1" i="0" dirty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。</a:t>
                  </a:r>
                  <a:endParaRPr lang="en-US" sz="1400" b="1" dirty="0"/>
                </a:p>
              </p:txBody>
            </p:sp>
          </p:grpSp>
        </p:grpSp>
        <p:grpSp>
          <p:nvGrpSpPr>
            <p:cNvPr id="11" name="Group 11"/>
            <p:cNvGrpSpPr/>
            <p:nvPr/>
          </p:nvGrpSpPr>
          <p:grpSpPr>
            <a:xfrm>
              <a:off x="3453892" y="1873250"/>
              <a:ext cx="2478026" cy="4260850"/>
              <a:chOff x="4597400" y="1873250"/>
              <a:chExt cx="2984500" cy="4260850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4597400" y="1873250"/>
                <a:ext cx="2984500" cy="4260850"/>
              </a:xfrm>
              <a:prstGeom prst="roundRect">
                <a:avLst>
                  <a:gd name="adj" fmla="val 8000"/>
                </a:avLst>
              </a:prstGeom>
              <a:solidFill>
                <a:srgbClr val="FFD05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397501" y="5032413"/>
                <a:ext cx="1384296" cy="498436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4768849" y="2206622"/>
                <a:ext cx="2641599" cy="2735767"/>
                <a:chOff x="1511510" y="2830395"/>
                <a:chExt cx="2041899" cy="2063412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1511510" y="2830395"/>
                  <a:ext cx="2041899" cy="623783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业务层</a:t>
                  </a:r>
                  <a:endParaRPr lang="en-US" sz="11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511510" y="3454179"/>
                  <a:ext cx="2041899" cy="143962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600" b="1" i="0" dirty="0" err="1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处理核心业务逻辑，如用户认证、对话服务、任务管理、精灵管理等</a:t>
                  </a:r>
                  <a:r>
                    <a:rPr lang="en-US" sz="1600" b="1" i="0" dirty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。</a:t>
                  </a:r>
                  <a:endParaRPr lang="en-US" sz="1400" b="1" dirty="0"/>
                </a:p>
              </p:txBody>
            </p:sp>
          </p:grpSp>
        </p:grpSp>
        <p:grpSp>
          <p:nvGrpSpPr>
            <p:cNvPr id="17" name="Group 17"/>
            <p:cNvGrpSpPr/>
            <p:nvPr/>
          </p:nvGrpSpPr>
          <p:grpSpPr>
            <a:xfrm>
              <a:off x="6247383" y="1873250"/>
              <a:ext cx="2478026" cy="4260850"/>
              <a:chOff x="8416925" y="1873250"/>
              <a:chExt cx="2984500" cy="4260850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8416925" y="1873250"/>
                <a:ext cx="2984500" cy="426085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217027" y="5032413"/>
                <a:ext cx="1384296" cy="498436"/>
              </a:xfrm>
              <a:prstGeom prst="roundRect">
                <a:avLst/>
              </a:prstGeom>
              <a:solidFill>
                <a:srgbClr val="FFD05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grpSp>
            <p:nvGrpSpPr>
              <p:cNvPr id="20" name="Group 20"/>
              <p:cNvGrpSpPr/>
              <p:nvPr/>
            </p:nvGrpSpPr>
            <p:grpSpPr>
              <a:xfrm>
                <a:off x="8588375" y="2206622"/>
                <a:ext cx="2641599" cy="2735767"/>
                <a:chOff x="1511510" y="2830395"/>
                <a:chExt cx="2041899" cy="2063412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1511510" y="2830395"/>
                  <a:ext cx="2041899" cy="623783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数据层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511510" y="3454179"/>
                  <a:ext cx="2041899" cy="143962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600" b="1" i="0" dirty="0" err="1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持久化存储用户数据、任务数据、对话记录及精灵相关配置</a:t>
                  </a:r>
                  <a:r>
                    <a:rPr lang="en-US" sz="1600" b="1" i="0" dirty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。</a:t>
                  </a:r>
                  <a:endParaRPr lang="en-US" sz="1400" b="1" dirty="0"/>
                </a:p>
              </p:txBody>
            </p:sp>
          </p:grpSp>
        </p:grpSp>
        <p:grpSp>
          <p:nvGrpSpPr>
            <p:cNvPr id="23" name="Group 23"/>
            <p:cNvGrpSpPr/>
            <p:nvPr/>
          </p:nvGrpSpPr>
          <p:grpSpPr>
            <a:xfrm>
              <a:off x="9040874" y="1873250"/>
              <a:ext cx="2478026" cy="4260850"/>
              <a:chOff x="4597400" y="1873250"/>
              <a:chExt cx="2984500" cy="4260850"/>
            </a:xfrm>
          </p:grpSpPr>
          <p:sp>
            <p:nvSpPr>
              <p:cNvPr id="24" name="AutoShape 24"/>
              <p:cNvSpPr/>
              <p:nvPr/>
            </p:nvSpPr>
            <p:spPr>
              <a:xfrm>
                <a:off x="4597400" y="1873250"/>
                <a:ext cx="2984500" cy="4260850"/>
              </a:xfrm>
              <a:prstGeom prst="roundRect">
                <a:avLst>
                  <a:gd name="adj" fmla="val 8000"/>
                </a:avLst>
              </a:prstGeom>
              <a:solidFill>
                <a:srgbClr val="FFD05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97501" y="5032413"/>
                <a:ext cx="1384296" cy="498436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4768849" y="2206622"/>
                <a:ext cx="2641599" cy="2735767"/>
                <a:chOff x="1511510" y="2830395"/>
                <a:chExt cx="2041899" cy="2063412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1511510" y="2830395"/>
                  <a:ext cx="2041899" cy="623783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外部服务层</a:t>
                  </a:r>
                  <a:endParaRPr lang="en-US" sz="1100"/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511510" y="3454179"/>
                  <a:ext cx="2041899" cy="143962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600" b="1" i="0" dirty="0" err="1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封装对第三方大模型API的调用，实现对话能力</a:t>
                  </a:r>
                  <a:r>
                    <a:rPr lang="en-US" sz="1600" b="1" i="0" dirty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。</a:t>
                  </a:r>
                  <a:endParaRPr lang="en-US" sz="1400" b="1" dirty="0"/>
                </a:p>
              </p:txBody>
            </p:sp>
          </p:grpSp>
        </p:grpSp>
      </p:grpSp>
      <p:sp>
        <p:nvSpPr>
          <p:cNvPr id="29" name="TextBox 29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系统总体架构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051b2ee-a3b7-47d1-af19-2d3cedf9fdc5"/>
          <p:cNvGrpSpPr/>
          <p:nvPr/>
        </p:nvGrpSpPr>
        <p:grpSpPr>
          <a:xfrm>
            <a:off x="660399" y="1589603"/>
            <a:ext cx="10858500" cy="4544497"/>
            <a:chOff x="660399" y="1589603"/>
            <a:chExt cx="10858500" cy="4544497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589603"/>
              <a:ext cx="10858500" cy="71636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覆盖从用户管理到互动养成，全面支撑产品核心价值</a:t>
              </a:r>
              <a:r>
                <a:rPr 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438401"/>
              <a:ext cx="1612902" cy="3695699"/>
              <a:chOff x="3483527" y="2438401"/>
              <a:chExt cx="1612902" cy="3695699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3610795" y="2438401"/>
                <a:ext cx="1358366" cy="1358364"/>
              </a:xfrm>
              <a:prstGeom prst="ellipse">
                <a:avLst/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 flipH="1">
                <a:off x="3483527" y="3945267"/>
                <a:ext cx="1612902" cy="716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用户与精灵模块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 flipH="1">
                <a:off x="3483528" y="4661631"/>
                <a:ext cx="1612900" cy="1472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支持用户注册登录及</a:t>
                </a:r>
                <a:r>
                  <a:rPr lang="en-US" sz="16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五个性格各异精灵的选择与切换</a:t>
                </a:r>
                <a:endParaRPr lang="en-US" sz="1400" dirty="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2500361" y="2438401"/>
              <a:ext cx="1622060" cy="3695699"/>
              <a:chOff x="7599251" y="2438401"/>
              <a:chExt cx="1622060" cy="369569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 flipH="1">
                <a:off x="7599251" y="3680401"/>
                <a:ext cx="1612902" cy="716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桌面展示模块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 flipH="1">
                <a:off x="7608411" y="4661631"/>
                <a:ext cx="1612900" cy="1472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构建“伴侣常驻桌面”的视觉体验，</a:t>
                </a:r>
                <a:r>
                  <a:rPr lang="en-US" sz="16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展示当前时间与任务概览</a:t>
                </a:r>
                <a:endParaRPr lang="en-US" sz="1400" b="1" dirty="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358640" y="2438401"/>
              <a:ext cx="1612902" cy="3695699"/>
              <a:chOff x="7608410" y="2438401"/>
              <a:chExt cx="1612902" cy="369569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 flipH="1">
                <a:off x="7608410" y="3945267"/>
                <a:ext cx="1612902" cy="716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Agent对话模块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 flipH="1">
                <a:off x="7608411" y="4661631"/>
                <a:ext cx="1612900" cy="1472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4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提供基础</a:t>
                </a:r>
                <a:r>
                  <a:rPr lang="en-US" sz="14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自然语言交互</a:t>
                </a:r>
                <a:r>
                  <a:rPr lang="en-US" sz="14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:r>
                  <a:rPr lang="en-US" sz="16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回复风格贴合所选精灵性格</a:t>
                </a:r>
                <a:endParaRPr lang="en-US" sz="1200" dirty="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207760" y="2438401"/>
              <a:ext cx="1612902" cy="3695699"/>
              <a:chOff x="7608410" y="2438401"/>
              <a:chExt cx="1612902" cy="369569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 flipH="1">
                <a:off x="7608410" y="3680401"/>
                <a:ext cx="1612902" cy="716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任务管理模块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 flipH="1">
                <a:off x="7608411" y="4661631"/>
                <a:ext cx="1612900" cy="1472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帮助用户</a:t>
                </a:r>
                <a:r>
                  <a:rPr lang="en-US" sz="16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管理日程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，支持新增、提醒及完成反馈</a:t>
                </a:r>
                <a:endParaRPr lang="en-US" sz="1400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056881" y="2438401"/>
              <a:ext cx="1622060" cy="3695699"/>
              <a:chOff x="7608411" y="2438401"/>
              <a:chExt cx="1622060" cy="3695699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 flipH="1">
                <a:off x="7617569" y="3680401"/>
                <a:ext cx="1612902" cy="716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状态养成模块</a:t>
                </a:r>
                <a:endParaRPr lang="en-US" sz="1100" dirty="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 flipH="1">
                <a:off x="7608411" y="4661631"/>
                <a:ext cx="1612900" cy="1472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包含心情值、亲密度、等级，构建</a:t>
                </a:r>
                <a:r>
                  <a:rPr lang="en-US" sz="16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成长反馈系统</a:t>
                </a:r>
                <a:endParaRPr lang="en-US" sz="1400" dirty="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905997" y="2438401"/>
              <a:ext cx="1612902" cy="3695699"/>
              <a:chOff x="7608409" y="2438401"/>
              <a:chExt cx="1612902" cy="369569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 flipH="1">
                <a:off x="7608409" y="3680401"/>
                <a:ext cx="1612902" cy="716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互动游戏模块</a:t>
                </a:r>
                <a:endParaRPr lang="en-US" sz="110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 flipH="1">
                <a:off x="7608411" y="4661631"/>
                <a:ext cx="1612900" cy="1472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通过签到、投喂、小游戏等玩法，</a:t>
                </a:r>
                <a:r>
                  <a:rPr lang="en-US" sz="16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提升用户粘性</a:t>
                </a:r>
                <a:endParaRPr lang="en-US" sz="1400" b="1" dirty="0"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核心功能模块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ced02b2-981d-4641-b566-ab8b60c0fe5f"/>
          <p:cNvGrpSpPr/>
          <p:nvPr/>
        </p:nvGrpSpPr>
        <p:grpSpPr>
          <a:xfrm>
            <a:off x="660399" y="1130300"/>
            <a:ext cx="10858501" cy="4987015"/>
            <a:chOff x="660399" y="1130300"/>
            <a:chExt cx="10858501" cy="4987015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63822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描述用户从注册到日常使用的完整闭环，体现产品的核心使用逻辑。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2159211" y="2554661"/>
              <a:ext cx="675068" cy="90756"/>
            </a:xfrm>
            <a:custGeom>
              <a:avLst/>
              <a:gdLst/>
              <a:ahLst/>
              <a:cxnLst/>
              <a:rect l="l" t="t" r="r" b="b"/>
              <a:pathLst>
                <a:path w="1925320" h="96520">
                  <a:moveTo>
                    <a:pt x="0" y="96520"/>
                  </a:moveTo>
                  <a:lnTo>
                    <a:pt x="1925320" y="96520"/>
                  </a:lnTo>
                  <a:lnTo>
                    <a:pt x="1828800" y="0"/>
                  </a:lnTo>
                </a:path>
              </a:pathLst>
            </a:custGeom>
            <a:ln w="15875">
              <a:gradFill>
                <a:gsLst>
                  <a:gs pos="0">
                    <a:srgbClr val="FFD05C">
                      <a:alpha val="0"/>
                      <a:lumMod val="60000"/>
                      <a:lumOff val="40000"/>
                    </a:srgbClr>
                  </a:gs>
                  <a:gs pos="100000">
                    <a:srgbClr val="FF6000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3945125" y="2554661"/>
              <a:ext cx="675068" cy="90756"/>
            </a:xfrm>
            <a:custGeom>
              <a:avLst/>
              <a:gdLst/>
              <a:ahLst/>
              <a:cxnLst/>
              <a:rect l="l" t="t" r="r" b="b"/>
              <a:pathLst>
                <a:path w="1925320" h="96520">
                  <a:moveTo>
                    <a:pt x="0" y="96520"/>
                  </a:moveTo>
                  <a:lnTo>
                    <a:pt x="1925320" y="96520"/>
                  </a:lnTo>
                  <a:lnTo>
                    <a:pt x="1828800" y="0"/>
                  </a:lnTo>
                </a:path>
              </a:pathLst>
            </a:custGeom>
            <a:ln w="15875">
              <a:gradFill>
                <a:gsLst>
                  <a:gs pos="0">
                    <a:srgbClr val="FFD05C">
                      <a:alpha val="0"/>
                      <a:lumMod val="60000"/>
                      <a:lumOff val="40000"/>
                    </a:srgbClr>
                  </a:gs>
                  <a:gs pos="100000">
                    <a:srgbClr val="FF6000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731039" y="2554661"/>
              <a:ext cx="675068" cy="90756"/>
            </a:xfrm>
            <a:custGeom>
              <a:avLst/>
              <a:gdLst/>
              <a:ahLst/>
              <a:cxnLst/>
              <a:rect l="l" t="t" r="r" b="b"/>
              <a:pathLst>
                <a:path w="1925320" h="96520">
                  <a:moveTo>
                    <a:pt x="0" y="96520"/>
                  </a:moveTo>
                  <a:lnTo>
                    <a:pt x="1925320" y="96520"/>
                  </a:lnTo>
                  <a:lnTo>
                    <a:pt x="1828800" y="0"/>
                  </a:lnTo>
                </a:path>
              </a:pathLst>
            </a:custGeom>
            <a:ln w="15875">
              <a:gradFill>
                <a:gsLst>
                  <a:gs pos="0">
                    <a:srgbClr val="FFD05C">
                      <a:alpha val="0"/>
                      <a:lumMod val="60000"/>
                      <a:lumOff val="40000"/>
                    </a:srgbClr>
                  </a:gs>
                  <a:gs pos="100000">
                    <a:srgbClr val="FF6000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7516953" y="2554661"/>
              <a:ext cx="675068" cy="90756"/>
            </a:xfrm>
            <a:custGeom>
              <a:avLst/>
              <a:gdLst/>
              <a:ahLst/>
              <a:cxnLst/>
              <a:rect l="l" t="t" r="r" b="b"/>
              <a:pathLst>
                <a:path w="1925320" h="96520">
                  <a:moveTo>
                    <a:pt x="0" y="96520"/>
                  </a:moveTo>
                  <a:lnTo>
                    <a:pt x="1925320" y="96520"/>
                  </a:lnTo>
                  <a:lnTo>
                    <a:pt x="1828800" y="0"/>
                  </a:lnTo>
                </a:path>
              </a:pathLst>
            </a:custGeom>
            <a:ln w="15875">
              <a:gradFill>
                <a:gsLst>
                  <a:gs pos="0">
                    <a:srgbClr val="FFD05C">
                      <a:alpha val="0"/>
                      <a:lumMod val="60000"/>
                      <a:lumOff val="40000"/>
                    </a:srgbClr>
                  </a:gs>
                  <a:gs pos="100000">
                    <a:srgbClr val="FF6000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9302867" y="2554661"/>
              <a:ext cx="675068" cy="90756"/>
            </a:xfrm>
            <a:custGeom>
              <a:avLst/>
              <a:gdLst/>
              <a:ahLst/>
              <a:cxnLst/>
              <a:rect l="l" t="t" r="r" b="b"/>
              <a:pathLst>
                <a:path w="1925320" h="96520">
                  <a:moveTo>
                    <a:pt x="0" y="96520"/>
                  </a:moveTo>
                  <a:lnTo>
                    <a:pt x="1925320" y="96520"/>
                  </a:lnTo>
                  <a:lnTo>
                    <a:pt x="1828800" y="0"/>
                  </a:lnTo>
                </a:path>
              </a:pathLst>
            </a:custGeom>
            <a:ln w="15875">
              <a:gradFill>
                <a:gsLst>
                  <a:gs pos="0">
                    <a:srgbClr val="FFD05C">
                      <a:alpha val="0"/>
                      <a:lumMod val="60000"/>
                      <a:lumOff val="40000"/>
                    </a:srgbClr>
                  </a:gs>
                  <a:gs pos="100000">
                    <a:srgbClr val="FF6000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660399" y="2185830"/>
              <a:ext cx="1758423" cy="3931485"/>
              <a:chOff x="660399" y="2185830"/>
              <a:chExt cx="1758423" cy="3931485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660399" y="3431557"/>
                <a:ext cx="1758423" cy="2685758"/>
              </a:xfrm>
              <a:prstGeom prst="roundRect">
                <a:avLst>
                  <a:gd name="adj" fmla="val 6528"/>
                </a:avLst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70156" y="4516053"/>
                <a:ext cx="1538908" cy="1401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用户注册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选择精灵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进入桌面主页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体验核心功能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74063" y="3566529"/>
                <a:ext cx="1531094" cy="814553"/>
              </a:xfrm>
              <a:prstGeom prst="round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首次使用流程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89579" y="2185830"/>
                <a:ext cx="828418" cy="828418"/>
              </a:xfrm>
              <a:prstGeom prst="ellipse">
                <a:avLst/>
              </a:prstGeom>
              <a:gradFill>
                <a:gsLst>
                  <a:gs pos="0">
                    <a:srgbClr val="FFD05C">
                      <a:alpha val="100000"/>
                      <a:lumMod val="60000"/>
                      <a:lumOff val="40000"/>
                    </a:srgbClr>
                  </a:gs>
                  <a:gs pos="50000">
                    <a:srgbClr val="FFD05C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480414" y="2185830"/>
              <a:ext cx="1758423" cy="3931485"/>
              <a:chOff x="2480414" y="2185830"/>
              <a:chExt cx="1758423" cy="3931485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2480414" y="3431557"/>
                <a:ext cx="1758423" cy="2685758"/>
              </a:xfrm>
              <a:prstGeom prst="roundRect">
                <a:avLst>
                  <a:gd name="adj" fmla="val 6528"/>
                </a:avLst>
              </a:prstGeom>
              <a:solidFill>
                <a:srgbClr val="FF600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590171" y="4516053"/>
                <a:ext cx="1538908" cy="1401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用户登录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伴侣问候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执行任务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互动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状态更新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次日回访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594078" y="3566529"/>
                <a:ext cx="1531094" cy="814553"/>
              </a:xfrm>
              <a:prstGeom prst="round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日常使用流程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975493" y="2185830"/>
                <a:ext cx="828418" cy="828418"/>
              </a:xfrm>
              <a:prstGeom prst="ellipse">
                <a:avLst/>
              </a:prstGeom>
              <a:gradFill>
                <a:gsLst>
                  <a:gs pos="0">
                    <a:srgbClr val="FF6000">
                      <a:alpha val="100000"/>
                      <a:lumMod val="60000"/>
                      <a:lumOff val="40000"/>
                    </a:srgbClr>
                  </a:gs>
                  <a:gs pos="50000">
                    <a:srgbClr val="FF6000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300429" y="2185830"/>
              <a:ext cx="1758423" cy="3931485"/>
              <a:chOff x="4300429" y="2185830"/>
              <a:chExt cx="1758423" cy="3931485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4300429" y="3431557"/>
                <a:ext cx="1758423" cy="2685758"/>
              </a:xfrm>
              <a:prstGeom prst="roundRect">
                <a:avLst>
                  <a:gd name="adj" fmla="val 6528"/>
                </a:avLst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10186" y="4516053"/>
                <a:ext cx="1538908" cy="1401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用户输入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组装精灵提示词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调用AI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展示性格化回复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14093" y="3566529"/>
                <a:ext cx="1531094" cy="814553"/>
              </a:xfrm>
              <a:prstGeom prst="round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Agent对话流程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61407" y="2185830"/>
                <a:ext cx="828418" cy="828418"/>
              </a:xfrm>
              <a:prstGeom prst="ellipse">
                <a:avLst/>
              </a:prstGeom>
              <a:gradFill>
                <a:gsLst>
                  <a:gs pos="0">
                    <a:srgbClr val="FFD05C">
                      <a:alpha val="100000"/>
                      <a:lumMod val="60000"/>
                      <a:lumOff val="40000"/>
                    </a:srgbClr>
                  </a:gs>
                  <a:gs pos="50000">
                    <a:srgbClr val="FFD05C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20444" y="2185830"/>
              <a:ext cx="1758423" cy="3931485"/>
              <a:chOff x="6120444" y="2185830"/>
              <a:chExt cx="1758423" cy="3931485"/>
            </a:xfrm>
          </p:grpSpPr>
          <p:sp>
            <p:nvSpPr>
              <p:cNvPr id="25" name="AutoShape 25"/>
              <p:cNvSpPr/>
              <p:nvPr/>
            </p:nvSpPr>
            <p:spPr>
              <a:xfrm>
                <a:off x="6120444" y="3431557"/>
                <a:ext cx="1758423" cy="2685758"/>
              </a:xfrm>
              <a:prstGeom prst="roundRect">
                <a:avLst>
                  <a:gd name="adj" fmla="val 6528"/>
                </a:avLst>
              </a:prstGeom>
              <a:solidFill>
                <a:srgbClr val="FF600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30201" y="4516053"/>
                <a:ext cx="1538908" cy="1401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用户新增任务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到达时间提醒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完成任务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获得奖励</a:t>
                </a: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20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34108" y="3566529"/>
                <a:ext cx="1531094" cy="814553"/>
              </a:xfrm>
              <a:prstGeom prst="round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任务管理流程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47321" y="2185830"/>
                <a:ext cx="828418" cy="828418"/>
              </a:xfrm>
              <a:prstGeom prst="ellipse">
                <a:avLst/>
              </a:prstGeom>
              <a:gradFill>
                <a:gsLst>
                  <a:gs pos="0">
                    <a:srgbClr val="FF6000">
                      <a:alpha val="100000"/>
                      <a:lumMod val="60000"/>
                      <a:lumOff val="40000"/>
                    </a:srgbClr>
                  </a:gs>
                  <a:gs pos="50000">
                    <a:srgbClr val="FF6000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940459" y="2185830"/>
              <a:ext cx="1758423" cy="3931485"/>
              <a:chOff x="7940459" y="2185830"/>
              <a:chExt cx="1758423" cy="3931485"/>
            </a:xfrm>
          </p:grpSpPr>
          <p:sp>
            <p:nvSpPr>
              <p:cNvPr id="30" name="AutoShape 30"/>
              <p:cNvSpPr/>
              <p:nvPr/>
            </p:nvSpPr>
            <p:spPr>
              <a:xfrm>
                <a:off x="7940459" y="3431557"/>
                <a:ext cx="1758423" cy="2685758"/>
              </a:xfrm>
              <a:prstGeom prst="roundRect">
                <a:avLst>
                  <a:gd name="adj" fmla="val 6528"/>
                </a:avLst>
              </a:prstGeom>
              <a:solidFill>
                <a:srgbClr val="FFD05C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050216" y="4516053"/>
                <a:ext cx="1538908" cy="1401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用户进行签到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投喂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系统发放奖励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更新心情与亲密度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54123" y="3566529"/>
                <a:ext cx="1531094" cy="814553"/>
              </a:xfrm>
              <a:prstGeom prst="round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互动养成流程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33235" y="2185830"/>
                <a:ext cx="828418" cy="828418"/>
              </a:xfrm>
              <a:prstGeom prst="ellipse">
                <a:avLst/>
              </a:prstGeom>
              <a:gradFill>
                <a:gsLst>
                  <a:gs pos="0">
                    <a:srgbClr val="FFD05C">
                      <a:alpha val="100000"/>
                      <a:lumMod val="60000"/>
                      <a:lumOff val="40000"/>
                    </a:srgbClr>
                  </a:gs>
                  <a:gs pos="50000">
                    <a:srgbClr val="FFD05C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760476" y="2185830"/>
              <a:ext cx="1758423" cy="3931485"/>
              <a:chOff x="9760476" y="2185830"/>
              <a:chExt cx="1758423" cy="3931485"/>
            </a:xfrm>
          </p:grpSpPr>
          <p:sp>
            <p:nvSpPr>
              <p:cNvPr id="35" name="AutoShape 35"/>
              <p:cNvSpPr/>
              <p:nvPr/>
            </p:nvSpPr>
            <p:spPr>
              <a:xfrm>
                <a:off x="9760476" y="3431557"/>
                <a:ext cx="1758423" cy="2685758"/>
              </a:xfrm>
              <a:prstGeom prst="roundRect">
                <a:avLst>
                  <a:gd name="adj" fmla="val 6528"/>
                </a:avLst>
              </a:prstGeom>
              <a:solidFill>
                <a:srgbClr val="FF6000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870233" y="4516053"/>
                <a:ext cx="1538908" cy="140160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用户选择出拳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系统随机出拳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判定输赢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-&gt; </a:t>
                </a: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发放奖励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874140" y="3566529"/>
                <a:ext cx="1531094" cy="814553"/>
              </a:xfrm>
              <a:prstGeom prst="round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小游戏流程</a:t>
                </a:r>
                <a:endParaRPr lang="en-US" sz="110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119152" y="2185830"/>
                <a:ext cx="828418" cy="828418"/>
              </a:xfrm>
              <a:prstGeom prst="ellipse">
                <a:avLst/>
              </a:prstGeom>
              <a:gradFill>
                <a:gsLst>
                  <a:gs pos="0">
                    <a:srgbClr val="FF6000">
                      <a:alpha val="100000"/>
                      <a:lumMod val="60000"/>
                      <a:lumOff val="40000"/>
                    </a:srgbClr>
                  </a:gs>
                  <a:gs pos="50000">
                    <a:srgbClr val="FF6000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</a:t>
                </a:r>
                <a:endParaRPr lang="en-US" sz="1100"/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关键业务流程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7309" y="1577033"/>
            <a:ext cx="6601591" cy="20753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关键技术实现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917309" y="3862500"/>
            <a:ext cx="6601591" cy="10772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7c8f417-c5a1-4e02-b75b-e4e03b986986"/>
          <p:cNvGrpSpPr/>
          <p:nvPr/>
        </p:nvGrpSpPr>
        <p:grpSpPr>
          <a:xfrm>
            <a:off x="660400" y="0"/>
            <a:ext cx="11531600" cy="5667588"/>
            <a:chOff x="660400" y="0"/>
            <a:chExt cx="11531600" cy="5667588"/>
          </a:xfrm>
        </p:grpSpPr>
        <p:sp>
          <p:nvSpPr>
            <p:cNvPr id="3" name="AutoShape 3"/>
            <p:cNvSpPr/>
            <p:nvPr/>
          </p:nvSpPr>
          <p:spPr>
            <a:xfrm>
              <a:off x="9098280" y="0"/>
              <a:ext cx="3093720" cy="3108960"/>
            </a:xfrm>
            <a:custGeom>
              <a:avLst/>
              <a:gdLst/>
              <a:ahLst/>
              <a:cxnLst/>
              <a:rect l="l" t="t" r="r" b="b"/>
              <a:pathLst>
                <a:path w="3093720" h="3108960">
                  <a:moveTo>
                    <a:pt x="122419" y="0"/>
                  </a:moveTo>
                  <a:lnTo>
                    <a:pt x="1054926" y="0"/>
                  </a:lnTo>
                  <a:lnTo>
                    <a:pt x="1037511" y="28665"/>
                  </a:lnTo>
                  <a:cubicBezTo>
                    <a:pt x="921551" y="242128"/>
                    <a:pt x="855683" y="486752"/>
                    <a:pt x="855683" y="746760"/>
                  </a:cubicBezTo>
                  <a:cubicBezTo>
                    <a:pt x="855683" y="1578786"/>
                    <a:pt x="1530174" y="2253277"/>
                    <a:pt x="2362200" y="2253277"/>
                  </a:cubicBezTo>
                  <a:cubicBezTo>
                    <a:pt x="2622208" y="2253277"/>
                    <a:pt x="2866832" y="2187409"/>
                    <a:pt x="3080295" y="2071449"/>
                  </a:cubicBezTo>
                  <a:lnTo>
                    <a:pt x="3093720" y="2063293"/>
                  </a:lnTo>
                  <a:lnTo>
                    <a:pt x="3093720" y="2992119"/>
                  </a:lnTo>
                  <a:lnTo>
                    <a:pt x="3064646" y="3002760"/>
                  </a:lnTo>
                  <a:cubicBezTo>
                    <a:pt x="2842744" y="3071779"/>
                    <a:pt x="2606814" y="3108960"/>
                    <a:pt x="2362200" y="3108960"/>
                  </a:cubicBezTo>
                  <a:cubicBezTo>
                    <a:pt x="1057593" y="3108960"/>
                    <a:pt x="0" y="2051367"/>
                    <a:pt x="0" y="746760"/>
                  </a:cubicBezTo>
                  <a:cubicBezTo>
                    <a:pt x="0" y="502146"/>
                    <a:pt x="37181" y="266217"/>
                    <a:pt x="106200" y="44314"/>
                  </a:cubicBezTo>
                  <a:close/>
                </a:path>
              </a:pathLst>
            </a:custGeom>
            <a:solidFill>
              <a:srgbClr val="FFD05C">
                <a:alpha val="100000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8326120" cy="90011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采用成熟稳定的技术栈，构建高效可靠的后端服务。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462107"/>
              <a:ext cx="4012129" cy="3205481"/>
              <a:chOff x="804449" y="2462107"/>
              <a:chExt cx="2964975" cy="3205481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804449" y="2462107"/>
                <a:ext cx="2420620" cy="3205481"/>
              </a:xfrm>
              <a:prstGeom prst="roundRect">
                <a:avLst>
                  <a:gd name="adj" fmla="val 9042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58290" y="3010236"/>
                <a:ext cx="2211134" cy="6572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技术栈选择</a:t>
                </a:r>
                <a:endParaRPr lang="en-US" sz="11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29944" y="3901252"/>
                <a:ext cx="2211134" cy="10763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后端主要采用.NET </a:t>
                </a:r>
                <a:r>
                  <a:rPr lang="en-US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Core框架，数据库使用EF</a:t>
                </a:r>
                <a:r>
                  <a:rPr lang="en-US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en-US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Core进行对象关系映射</a:t>
                </a:r>
                <a:r>
                  <a:rPr lang="en-US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6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59039" y="2592753"/>
                <a:ext cx="1111442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FFD05C">
                        <a:alpha val="100000"/>
                        <a:lumMod val="5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451889" y="2453640"/>
              <a:ext cx="4098466" cy="3205481"/>
              <a:chOff x="804449" y="2453640"/>
              <a:chExt cx="3028778" cy="3205481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804449" y="2453640"/>
                <a:ext cx="2420620" cy="3205481"/>
              </a:xfrm>
              <a:prstGeom prst="roundRect">
                <a:avLst>
                  <a:gd name="adj" fmla="val 9042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22093" y="2981118"/>
                <a:ext cx="2211134" cy="6572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API封装</a:t>
                </a:r>
                <a:endParaRPr lang="en-US" sz="11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67503" y="3881452"/>
                <a:ext cx="2211134" cy="10763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统一封装大模型API调用服务，并实现本地兜底回复机制</a:t>
                </a: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6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59039" y="2592753"/>
                <a:ext cx="1111442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FFD05C">
                        <a:alpha val="100000"/>
                        <a:lumMod val="5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243377" y="2453640"/>
              <a:ext cx="3948622" cy="3205481"/>
              <a:chOff x="804449" y="2453640"/>
              <a:chExt cx="2918043" cy="3205481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04449" y="2453640"/>
                <a:ext cx="2420620" cy="3205481"/>
              </a:xfrm>
              <a:prstGeom prst="roundRect">
                <a:avLst>
                  <a:gd name="adj" fmla="val 9042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11358" y="2981118"/>
                <a:ext cx="2211134" cy="6572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业务服务层</a:t>
                </a:r>
                <a:endParaRPr lang="en-US" sz="1100" dirty="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91678" y="3845865"/>
                <a:ext cx="2211134" cy="10763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设计独立的业务服务层，处理对话组装、任务逻辑、奖励计算等</a:t>
                </a: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2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59039" y="2592753"/>
                <a:ext cx="1111442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FFD05C">
                        <a:alpha val="100000"/>
                        <a:lumMod val="5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后端技术选型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8b83f3a-23a7-42eb-b924-8eeaf4f9b57a"/>
          <p:cNvGrpSpPr/>
          <p:nvPr/>
        </p:nvGrpSpPr>
        <p:grpSpPr>
          <a:xfrm>
            <a:off x="990600" y="1143000"/>
            <a:ext cx="10858500" cy="4173220"/>
            <a:chOff x="660400" y="1130300"/>
            <a:chExt cx="10858500" cy="4173220"/>
          </a:xfrm>
        </p:grpSpPr>
        <p:grpSp>
          <p:nvGrpSpPr>
            <p:cNvPr id="3" name="Group 3"/>
            <p:cNvGrpSpPr/>
            <p:nvPr/>
          </p:nvGrpSpPr>
          <p:grpSpPr>
            <a:xfrm>
              <a:off x="660401" y="2322732"/>
              <a:ext cx="3510074" cy="2961943"/>
              <a:chOff x="660400" y="1130300"/>
              <a:chExt cx="4320540" cy="2961943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60400" y="1206499"/>
                <a:ext cx="4320540" cy="2885744"/>
              </a:xfrm>
              <a:prstGeom prst="roundRect">
                <a:avLst/>
              </a:prstGeom>
              <a:solidFill>
                <a:srgbClr val="FFD05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AutoShape 5"/>
              <p:cNvSpPr/>
              <p:nvPr/>
            </p:nvSpPr>
            <p:spPr>
              <a:xfrm>
                <a:off x="660400" y="1130300"/>
                <a:ext cx="4320540" cy="2885744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74800" y="1457405"/>
                <a:ext cx="3271520" cy="5682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核心数据表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74800" y="2025618"/>
                <a:ext cx="3271518" cy="16761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包含用户表、任务表、对话记录表、精灵表等</a:t>
                </a:r>
                <a:endParaRPr lang="en-US" sz="16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42551" y="1476250"/>
                <a:ext cx="832246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334613" y="2341577"/>
              <a:ext cx="3510074" cy="2961943"/>
              <a:chOff x="660400" y="2875281"/>
              <a:chExt cx="4320540" cy="2961943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660400" y="2951480"/>
                <a:ext cx="4320540" cy="2885744"/>
              </a:xfrm>
              <a:prstGeom prst="roundRect">
                <a:avLst/>
              </a:prstGeom>
              <a:solidFill>
                <a:srgbClr val="FFD05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660400" y="2875281"/>
                <a:ext cx="4320540" cy="2885744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74800" y="3202386"/>
                <a:ext cx="3271520" cy="5682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精灵表结构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4800" y="3770599"/>
                <a:ext cx="3271518" cy="16761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设计精灵表存储性格类型、称号、对话风格提示词模板等</a:t>
                </a:r>
                <a:endParaRPr lang="en-US" sz="16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42551" y="3221231"/>
                <a:ext cx="832246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8008826" y="2341577"/>
              <a:ext cx="3510074" cy="2961943"/>
              <a:chOff x="660400" y="2875281"/>
              <a:chExt cx="4320540" cy="2961943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60400" y="2951480"/>
                <a:ext cx="4320540" cy="2885744"/>
              </a:xfrm>
              <a:prstGeom prst="roundRect">
                <a:avLst/>
              </a:prstGeom>
              <a:solidFill>
                <a:srgbClr val="FFD05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660400" y="2875281"/>
                <a:ext cx="4320540" cy="2885744"/>
              </a:xfrm>
              <a:prstGeom prst="round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74800" y="3202386"/>
                <a:ext cx="3271520" cy="56821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用户-精灵关联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74800" y="3770599"/>
                <a:ext cx="3271518" cy="167615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用户表中增加字段记录当前精灵ID，并可扩展历史精灵记录</a:t>
                </a:r>
                <a:endParaRPr lang="en-US" sz="1200" dirty="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42551" y="3221231"/>
                <a:ext cx="832246" cy="9003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4000" b="1" i="0">
                    <a:solidFill>
                      <a:srgbClr val="FFD05C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660400" y="1130300"/>
              <a:ext cx="10858500" cy="110743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合理规划数据模型，支撑系统各项功能的正常运行与数据存储。</a:t>
              </a:r>
              <a:endParaRPr lang="en-US" sz="1100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6f6acaf-5112-47eb-ba7c-37b46903c442"/>
          <p:cNvGrpSpPr/>
          <p:nvPr/>
        </p:nvGrpSpPr>
        <p:grpSpPr>
          <a:xfrm>
            <a:off x="660400" y="1130301"/>
            <a:ext cx="10858501" cy="5003799"/>
            <a:chOff x="660400" y="1130301"/>
            <a:chExt cx="10858501" cy="5003799"/>
          </a:xfrm>
        </p:grpSpPr>
        <p:grpSp>
          <p:nvGrpSpPr>
            <p:cNvPr id="3" name="Group 3"/>
            <p:cNvGrpSpPr/>
            <p:nvPr/>
          </p:nvGrpSpPr>
          <p:grpSpPr>
            <a:xfrm>
              <a:off x="660400" y="1896999"/>
              <a:ext cx="10858501" cy="931926"/>
              <a:chOff x="1555707" y="2860038"/>
              <a:chExt cx="10858501" cy="931926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6513788" y="2860038"/>
                <a:ext cx="5900420" cy="9319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新用户在首次登录后被引导至选择界面，确认选择后锁定</a:t>
                </a:r>
                <a:endParaRPr lang="en-US" dirty="0"/>
              </a:p>
            </p:txBody>
          </p:sp>
          <p:sp>
            <p:nvSpPr>
              <p:cNvPr id="5" name="AutoShape 5"/>
              <p:cNvSpPr/>
              <p:nvPr/>
            </p:nvSpPr>
            <p:spPr>
              <a:xfrm>
                <a:off x="1555707" y="3011945"/>
                <a:ext cx="4958080" cy="612506"/>
              </a:xfrm>
              <a:prstGeom prst="roundRect">
                <a:avLst>
                  <a:gd name="adj" fmla="val 50000"/>
                </a:avLst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631409" y="3112445"/>
                <a:ext cx="411508" cy="411505"/>
              </a:xfrm>
              <a:prstGeom prst="ellipse">
                <a:avLst/>
              </a:prstGeom>
              <a:gradFill>
                <a:gsLst>
                  <a:gs pos="15999">
                    <a:srgbClr val="FFB6A5">
                      <a:alpha val="100000"/>
                    </a:srgbClr>
                  </a:gs>
                  <a:gs pos="87000">
                    <a:srgbClr val="6F4CE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2159080" y="3112446"/>
                <a:ext cx="4070227" cy="4115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精灵选择机制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60400" y="2998724"/>
              <a:ext cx="10858501" cy="931926"/>
              <a:chOff x="1555707" y="4537046"/>
              <a:chExt cx="10858501" cy="931926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513788" y="4537046"/>
                <a:ext cx="5900420" cy="9319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精灵表以JSON格式存储性格描述、对话模板、奖励加成规则</a:t>
                </a:r>
                <a:endParaRPr lang="en-US" dirty="0"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1555707" y="4704561"/>
                <a:ext cx="4958080" cy="612506"/>
              </a:xfrm>
              <a:prstGeom prst="roundRect">
                <a:avLst>
                  <a:gd name="adj" fmla="val 50000"/>
                </a:avLst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31409" y="4805062"/>
                <a:ext cx="411508" cy="411505"/>
              </a:xfrm>
              <a:prstGeom prst="ellipse">
                <a:avLst/>
              </a:prstGeom>
              <a:gradFill>
                <a:gsLst>
                  <a:gs pos="0">
                    <a:srgbClr val="FFD05C">
                      <a:alpha val="100000"/>
                      <a:lumMod val="60000"/>
                      <a:lumOff val="40000"/>
                    </a:srgbClr>
                  </a:gs>
                  <a:gs pos="60000">
                    <a:srgbClr val="FFD05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159080" y="4805062"/>
                <a:ext cx="4070227" cy="4115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精灵数据模型</a:t>
                </a:r>
                <a:endParaRPr lang="en-US" sz="11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60400" y="1130301"/>
              <a:ext cx="10858500" cy="59689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详细阐述精灵性格差异化与特殊机制的技术落地方案。</a:t>
              </a:r>
              <a:endParaRPr lang="en-US" sz="1100"/>
            </a:p>
          </p:txBody>
        </p:sp>
        <p:grpSp>
          <p:nvGrpSpPr>
            <p:cNvPr id="14" name="Group 14"/>
            <p:cNvGrpSpPr/>
            <p:nvPr/>
          </p:nvGrpSpPr>
          <p:grpSpPr>
            <a:xfrm flipH="1">
              <a:off x="660400" y="4100449"/>
              <a:ext cx="10858501" cy="931926"/>
              <a:chOff x="1555707" y="3655896"/>
              <a:chExt cx="10858501" cy="93192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513788" y="3655896"/>
                <a:ext cx="5900420" cy="9319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业务层根据用户当前精灵，动态组装System</a:t>
                </a:r>
                <a:r>
                  <a:rPr lang="en-US" b="0" i="0" strike="noStrike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en-US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Prompt发送给AI</a:t>
                </a:r>
                <a:endParaRPr lang="en-US" dirty="0"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1555707" y="3807803"/>
                <a:ext cx="4958080" cy="612506"/>
              </a:xfrm>
              <a:prstGeom prst="roundRect">
                <a:avLst>
                  <a:gd name="adj" fmla="val 50000"/>
                </a:avLst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631409" y="3908303"/>
                <a:ext cx="411508" cy="411505"/>
              </a:xfrm>
              <a:prstGeom prst="ellipse">
                <a:avLst/>
              </a:prstGeom>
              <a:gradFill>
                <a:gsLst>
                  <a:gs pos="15999">
                    <a:srgbClr val="FFB6A5">
                      <a:alpha val="100000"/>
                    </a:srgbClr>
                  </a:gs>
                  <a:gs pos="87000">
                    <a:srgbClr val="6F4CE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159080" y="3908304"/>
                <a:ext cx="4070227" cy="4115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对话风格差异化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flipH="1">
              <a:off x="660400" y="5202174"/>
              <a:ext cx="10858501" cy="931926"/>
              <a:chOff x="1555707" y="5332905"/>
              <a:chExt cx="10858501" cy="931926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513788" y="5332905"/>
                <a:ext cx="5900420" cy="93192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0" i="0" strike="noStrike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在奖励计算服务中，根据精灵类型应用不同的加成规则</a:t>
                </a:r>
                <a:endParaRPr lang="en-US" dirty="0"/>
              </a:p>
            </p:txBody>
          </p:sp>
          <p:sp>
            <p:nvSpPr>
              <p:cNvPr id="21" name="AutoShape 21"/>
              <p:cNvSpPr/>
              <p:nvPr/>
            </p:nvSpPr>
            <p:spPr>
              <a:xfrm>
                <a:off x="1555707" y="5500420"/>
                <a:ext cx="4958080" cy="612506"/>
              </a:xfrm>
              <a:prstGeom prst="roundRect">
                <a:avLst>
                  <a:gd name="adj" fmla="val 50000"/>
                </a:avLst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631409" y="5600921"/>
                <a:ext cx="411508" cy="411505"/>
              </a:xfrm>
              <a:prstGeom prst="ellipse">
                <a:avLst/>
              </a:prstGeom>
              <a:gradFill>
                <a:gsLst>
                  <a:gs pos="0">
                    <a:srgbClr val="FFD05C">
                      <a:alpha val="100000"/>
                      <a:lumMod val="60000"/>
                      <a:lumOff val="40000"/>
                    </a:srgbClr>
                  </a:gs>
                  <a:gs pos="60000">
                    <a:srgbClr val="FFD05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159080" y="5600921"/>
                <a:ext cx="4070227" cy="4115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特殊机制联动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精灵模块实现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17309" y="1577033"/>
            <a:ext cx="6601591" cy="207534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团队贡献与展示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917309" y="3862500"/>
            <a:ext cx="6601591" cy="10772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团队成员分工、协作原则、验收标准</a:t>
            </a:r>
            <a:r>
              <a:rPr lang="en-US" sz="20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25190b3-c688-4448-a14a-b7d6f0d5e3be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4906797"/>
            <a:chOff x="660400" y="1130300"/>
            <a:chExt cx="10858500" cy="4906797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zh-CN" alt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采用分模块全员全栈开发模式，共同讨论需求</a:t>
              </a: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，明确职责，确保团队高效协作。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566904" y="2268197"/>
              <a:ext cx="3949696" cy="1804239"/>
              <a:chOff x="1566904" y="2268197"/>
              <a:chExt cx="3949696" cy="1804239"/>
            </a:xfrm>
          </p:grpSpPr>
          <p:sp>
            <p:nvSpPr>
              <p:cNvPr id="5" name="TextBox 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183306" y="2268197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566904" y="3361507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需求规划、架构开发、部署上线、优化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、修正细节问题</a:t>
                </a:r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566904" y="2959837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sz="1800" b="1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郑宜嘉：产品需求规划</a:t>
                </a:r>
                <a:r>
                  <a:rPr lang="en-US" altLang="zh-CN" sz="1800" b="1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+</a:t>
                </a:r>
                <a:r>
                  <a:rPr lang="zh-CN" altLang="en-US" sz="1800" b="1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全栈开发</a:t>
                </a:r>
                <a:endParaRPr lang="en-US" sz="1100" dirty="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878139" y="2266263"/>
              <a:ext cx="3949696" cy="1803919"/>
              <a:chOff x="6878139" y="2266263"/>
              <a:chExt cx="3949696" cy="1803919"/>
            </a:xfrm>
          </p:grpSpPr>
          <p:sp>
            <p:nvSpPr>
              <p:cNvPr id="9" name="TextBox 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494541" y="2266263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gradFill>
                      <a:gsLst>
                        <a:gs pos="0">
                          <a:srgbClr val="D84C4C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D84C4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02.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878139" y="3359253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负责</a:t>
                </a:r>
                <a:r>
                  <a:rPr lang="zh-CN" alt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界面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设计、</a:t>
                </a:r>
                <a:r>
                  <a:rPr lang="zh-CN" alt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登陆注册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API封装、</a:t>
                </a:r>
                <a:r>
                  <a:rPr lang="zh-CN" alt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五精灵性格设计</a:t>
                </a:r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878139" y="2957583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朱雅轩：界面设计</a:t>
                </a:r>
                <a:r>
                  <a:rPr lang="en-US" altLang="zh-CN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+</a:t>
                </a:r>
                <a:r>
                  <a:rPr lang="zh-CN" alt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全栈开发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566904" y="4109342"/>
              <a:ext cx="3949696" cy="1927755"/>
              <a:chOff x="1566904" y="4109342"/>
              <a:chExt cx="3949696" cy="1927755"/>
            </a:xfrm>
          </p:grpSpPr>
          <p:sp>
            <p:nvSpPr>
              <p:cNvPr id="13" name="TextBox 1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183306" y="4109342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gradFill>
                      <a:gsLst>
                        <a:gs pos="0">
                          <a:srgbClr val="2BA2C9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2BA2C9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03.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566904" y="5185815"/>
                <a:ext cx="3949696" cy="8512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负责</a:t>
                </a:r>
                <a:r>
                  <a:rPr lang="zh-CN" alt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各功能模块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开发</a:t>
                </a: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zh-CN" altLang="en-US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桌面悬浮球功能</a:t>
                </a: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文档</a:t>
                </a:r>
                <a:r>
                  <a:rPr lang="zh-CN" alt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与交付</a:t>
                </a:r>
                <a:r>
                  <a:rPr lang="en-US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整理</a:t>
                </a:r>
                <a:endParaRPr lang="en-US" sz="1200" dirty="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566904" y="4717240"/>
                <a:ext cx="3949696" cy="3925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乐琳：功能模块开发</a:t>
                </a:r>
                <a:r>
                  <a:rPr lang="en-US" altLang="zh-CN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+</a:t>
                </a:r>
                <a:r>
                  <a:rPr lang="zh-CN" altLang="en-US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桌面悬浮球</a:t>
                </a:r>
                <a:endParaRPr lang="en-US" sz="1100" dirty="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871789" y="4070182"/>
              <a:ext cx="3949696" cy="1966915"/>
              <a:chOff x="6871789" y="4070182"/>
              <a:chExt cx="3949696" cy="1966915"/>
            </a:xfrm>
          </p:grpSpPr>
          <p:sp>
            <p:nvSpPr>
              <p:cNvPr id="17" name="TextBox 1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8488191" y="4070182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>
                    <a:gradFill>
                      <a:gsLst>
                        <a:gs pos="0">
                          <a:srgbClr val="C06D51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C06D51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04.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871789" y="5185815"/>
                <a:ext cx="3949696" cy="8512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先定接口与数据结构，统一规范，每周验收，聚焦P0任务。</a:t>
                </a:r>
                <a:endParaRPr lang="en-US" sz="1600" dirty="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871789" y="4717240"/>
                <a:ext cx="3949696" cy="3925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协作原则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人员分工协作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25190b3-c688-4448-a14a-b7d6f0d5e3be"/>
          <p:cNvGrpSpPr/>
          <p:nvPr/>
        </p:nvGrpSpPr>
        <p:grpSpPr>
          <a:xfrm>
            <a:off x="660400" y="1098216"/>
            <a:ext cx="10858500" cy="2974220"/>
            <a:chOff x="660400" y="1098216"/>
            <a:chExt cx="10858500" cy="297422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566904" y="1098216"/>
              <a:ext cx="6726192" cy="2974220"/>
              <a:chOff x="1566904" y="1098216"/>
              <a:chExt cx="6726192" cy="2974220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845429" y="1098216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66904" y="3361507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343400" y="1256123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登录界面</a:t>
                </a:r>
                <a:endParaRPr lang="en-US" sz="1400" dirty="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运行效果展示</a:t>
            </a:r>
            <a:endParaRPr lang="en-US" sz="11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795031"/>
            <a:ext cx="7922724" cy="45963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25190b3-c688-4448-a14a-b7d6f0d5e3be"/>
          <p:cNvGrpSpPr/>
          <p:nvPr/>
        </p:nvGrpSpPr>
        <p:grpSpPr>
          <a:xfrm>
            <a:off x="660400" y="1130300"/>
            <a:ext cx="10858500" cy="2942136"/>
            <a:chOff x="660400" y="1130300"/>
            <a:chExt cx="10858500" cy="2942136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566904" y="1174346"/>
              <a:ext cx="6878592" cy="2898090"/>
              <a:chOff x="1566904" y="1174346"/>
              <a:chExt cx="6878592" cy="2898090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372759" y="1174346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</a:t>
                </a:r>
                <a:r>
                  <a:rPr lang="en-US" altLang="zh-CN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.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66904" y="3361507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95800" y="1365724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首页</a:t>
                </a:r>
                <a:endParaRPr lang="en-US" sz="1400" dirty="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运行效果展示</a:t>
            </a:r>
            <a:endParaRPr lang="en-US" sz="11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717" y="1908916"/>
            <a:ext cx="8042565" cy="46968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25190b3-c688-4448-a14a-b7d6f0d5e3be"/>
          <p:cNvGrpSpPr/>
          <p:nvPr/>
        </p:nvGrpSpPr>
        <p:grpSpPr>
          <a:xfrm>
            <a:off x="660400" y="1130300"/>
            <a:ext cx="10858500" cy="2942136"/>
            <a:chOff x="660400" y="1130300"/>
            <a:chExt cx="10858500" cy="2942136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566904" y="1143638"/>
              <a:ext cx="6555407" cy="2928798"/>
              <a:chOff x="1566904" y="1143638"/>
              <a:chExt cx="6555407" cy="292879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814490" y="1143638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</a:t>
                </a:r>
                <a:r>
                  <a:rPr lang="en-US" altLang="zh-CN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.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66904" y="3361507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172615" y="1304955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聊天界面</a:t>
                </a:r>
                <a:endParaRPr lang="en-US" sz="1400" dirty="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运行效果展示</a:t>
            </a:r>
            <a:endParaRPr lang="en-US" sz="11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543" y="1727968"/>
            <a:ext cx="8156214" cy="49180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25190b3-c688-4448-a14a-b7d6f0d5e3be"/>
          <p:cNvGrpSpPr/>
          <p:nvPr/>
        </p:nvGrpSpPr>
        <p:grpSpPr>
          <a:xfrm>
            <a:off x="660400" y="1130300"/>
            <a:ext cx="10858500" cy="2942136"/>
            <a:chOff x="660400" y="1130300"/>
            <a:chExt cx="10858500" cy="2942136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566904" y="1214462"/>
              <a:ext cx="6835660" cy="2857974"/>
              <a:chOff x="1566904" y="1214462"/>
              <a:chExt cx="6835660" cy="2857974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029200" y="1214462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</a:t>
                </a:r>
                <a:r>
                  <a:rPr lang="en-US" altLang="zh-CN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.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66904" y="3361507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452868" y="1381604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任务界面</a:t>
                </a:r>
                <a:endParaRPr lang="en-US" sz="1400" dirty="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运行效果展示</a:t>
            </a:r>
            <a:endParaRPr lang="en-US" sz="11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6470"/>
            <a:ext cx="8266061" cy="45917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25190b3-c688-4448-a14a-b7d6f0d5e3be"/>
          <p:cNvGrpSpPr/>
          <p:nvPr/>
        </p:nvGrpSpPr>
        <p:grpSpPr>
          <a:xfrm>
            <a:off x="660400" y="1130300"/>
            <a:ext cx="10858500" cy="2942136"/>
            <a:chOff x="660400" y="1130300"/>
            <a:chExt cx="10858500" cy="2942136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566904" y="1226161"/>
              <a:ext cx="6649992" cy="2846275"/>
              <a:chOff x="1566904" y="1226161"/>
              <a:chExt cx="6649992" cy="2846275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825109" y="1226161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</a:t>
                </a:r>
                <a:r>
                  <a:rPr lang="en-US" altLang="zh-CN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.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66904" y="3361507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267200" y="1381603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设置界面</a:t>
                </a:r>
                <a:endParaRPr lang="en-US" sz="1400" dirty="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运行效果展示</a:t>
            </a:r>
            <a:endParaRPr lang="en-US" sz="1100" dirty="0"/>
          </a:p>
        </p:txBody>
      </p:sp>
      <p:pic>
        <p:nvPicPr>
          <p:cNvPr id="12" name="图片 11" descr="图形用户界面, 应用程序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818" y="1848967"/>
            <a:ext cx="9921663" cy="49033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25190b3-c688-4448-a14a-b7d6f0d5e3be"/>
          <p:cNvGrpSpPr/>
          <p:nvPr/>
        </p:nvGrpSpPr>
        <p:grpSpPr>
          <a:xfrm>
            <a:off x="660400" y="1042372"/>
            <a:ext cx="10858500" cy="3030064"/>
            <a:chOff x="660400" y="1042372"/>
            <a:chExt cx="10858500" cy="3030064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6612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sz="1100" dirty="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1566904" y="1042372"/>
              <a:ext cx="6726192" cy="3030064"/>
              <a:chOff x="1566904" y="1042372"/>
              <a:chExt cx="6726192" cy="3030064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799709" y="1042372"/>
                <a:ext cx="716891" cy="5709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</a:t>
                </a:r>
                <a:r>
                  <a:rPr lang="en-US" altLang="zh-CN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r>
                  <a:rPr lang="en-US" sz="3200" b="1" i="1" dirty="0">
                    <a:gradFill>
                      <a:gsLst>
                        <a:gs pos="0">
                          <a:srgbClr val="FF6000">
                            <a:alpha val="100000"/>
                            <a:lumMod val="60000"/>
                            <a:lumOff val="40000"/>
                          </a:srgbClr>
                        </a:gs>
                        <a:gs pos="60000">
                          <a:srgbClr val="FF6000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.</a:t>
                </a:r>
                <a:endParaRPr lang="en-US" sz="1100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566904" y="3361507"/>
                <a:ext cx="3949696" cy="7109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343400" y="1182431"/>
                <a:ext cx="3949696" cy="3637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设置界面</a:t>
                </a:r>
                <a:endParaRPr lang="en-US" sz="1400" dirty="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运行效果展示</a:t>
            </a:r>
            <a:endParaRPr lang="en-US" sz="11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14965"/>
            <a:ext cx="7898832" cy="48728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0103a7d-edbf-45ad-97cc-696bfbf98ce2"/>
          <p:cNvGrpSpPr/>
          <p:nvPr/>
        </p:nvGrpSpPr>
        <p:grpSpPr>
          <a:xfrm>
            <a:off x="660400" y="1130300"/>
            <a:ext cx="10872788" cy="5003800"/>
            <a:chOff x="660400" y="1130300"/>
            <a:chExt cx="10872788" cy="5003800"/>
          </a:xfrm>
        </p:grpSpPr>
        <p:sp>
          <p:nvSpPr>
            <p:cNvPr id="3" name="AutoShape 3"/>
            <p:cNvSpPr/>
            <p:nvPr/>
          </p:nvSpPr>
          <p:spPr>
            <a:xfrm>
              <a:off x="660400" y="4201260"/>
              <a:ext cx="10845800" cy="0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203982" y="2550538"/>
              <a:ext cx="0" cy="3565733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72788" cy="9424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定义清晰的验收标准，提前识别并应对项目风险，保障项目质量。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840283" y="2204812"/>
              <a:ext cx="4828996" cy="1916013"/>
              <a:chOff x="840283" y="2204812"/>
              <a:chExt cx="4828996" cy="1916013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2715846" y="2204812"/>
                <a:ext cx="1077872" cy="5210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40283" y="3421340"/>
                <a:ext cx="4828996" cy="6994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覆盖注册登录、精灵选择、核心闭环、数据持久化等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40283" y="2942073"/>
                <a:ext cx="4828996" cy="4355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  <a:lumMod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功能验收标准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661580" y="2204812"/>
              <a:ext cx="4551282" cy="1916013"/>
              <a:chOff x="6661580" y="2204812"/>
              <a:chExt cx="4551282" cy="191601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8398285" y="2204812"/>
                <a:ext cx="1077872" cy="52106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661580" y="3421340"/>
                <a:ext cx="4551282" cy="69948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代码规范、模块清晰、数据库设计合理、前后端交互流畅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661580" y="2942073"/>
                <a:ext cx="4551282" cy="43552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  <a:lumMod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技术验收标准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40283" y="4260656"/>
              <a:ext cx="4828996" cy="1873443"/>
              <a:chOff x="840283" y="4260656"/>
              <a:chExt cx="4828996" cy="1873443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2715845" y="4260656"/>
                <a:ext cx="1077872" cy="5190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40283" y="5431463"/>
                <a:ext cx="4828996" cy="70263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流程完整、风格统一、逻辑连贯、能支撑答辩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40283" y="4952196"/>
                <a:ext cx="4828996" cy="4501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  <a:lumMod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展示验收标准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661583" y="4366396"/>
              <a:ext cx="4551278" cy="1767704"/>
              <a:chOff x="6661583" y="4366396"/>
              <a:chExt cx="4551278" cy="1767704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8398286" y="4366396"/>
                <a:ext cx="1077872" cy="5157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1583" y="5431464"/>
                <a:ext cx="4551278" cy="70263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 dirty="0" err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对功能蔓延、AI不稳定、前后端联调等问题制定预案</a:t>
                </a:r>
                <a:r>
                  <a:rPr lang="en-US" sz="1600" b="0" i="0" dirty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40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61583" y="4952196"/>
                <a:ext cx="4551278" cy="4501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  <a:lumMod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核心风险应对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验收标准与风险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73167" y="1309698"/>
            <a:ext cx="6045666" cy="24499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073167" y="4297757"/>
            <a:ext cx="6045666" cy="4030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b="0" i="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</a:t>
            </a:r>
            <a:r>
              <a:rPr lang="zh-CN" altLang="en-US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：郑宜嘉，朱雅轩，乐琳</a:t>
            </a:r>
            <a:endParaRPr lang="en-US" sz="1600" dirty="0"/>
          </a:p>
        </p:txBody>
      </p:sp>
      <p:sp>
        <p:nvSpPr>
          <p:cNvPr id="4" name="TextBox 4"/>
          <p:cNvSpPr txBox="1"/>
          <p:nvPr/>
        </p:nvSpPr>
        <p:spPr>
          <a:xfrm>
            <a:off x="3073167" y="4700840"/>
            <a:ext cx="6045666" cy="4030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en-US" altLang="zh-CN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zh-CN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r>
              <a:rPr lang="en-US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zh-CN" sz="1600" b="0" i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lang="en-US" sz="1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6196850393696,&quot;left&quot;:52,&quot;top&quot;:89,&quot;width&quot;:855}"/>
</p:tagLst>
</file>

<file path=ppt/theme/theme1.xml><?xml version="1.0" encoding="utf-8"?>
<a:theme xmlns:a="http://schemas.openxmlformats.org/drawingml/2006/main" name="954b6888-e95d-4ff3-9023-c5b4099b81a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615</Words>
  <Application>Microsoft Office PowerPoint</Application>
  <PresentationFormat>宽屏</PresentationFormat>
  <Paragraphs>193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微软雅黑</vt:lpstr>
      <vt:lpstr>Arial</vt:lpstr>
      <vt:lpstr>Calibri</vt:lpstr>
      <vt:lpstr>954b6888-e95d-4ff3-9023-c5b4099b81a4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宜嘉 郑</cp:lastModifiedBy>
  <cp:revision>13</cp:revision>
  <dcterms:created xsi:type="dcterms:W3CDTF">2006-08-16T00:00:00Z</dcterms:created>
  <dcterms:modified xsi:type="dcterms:W3CDTF">2026-05-19T15:11:55Z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2BA3C81E6028439B807718286A3FA768_12</vt:lpwstr>
  </property>
  <property fmtid="{D5CDD505-2E9C-101B-9397-08002B2CF9AE}" pid="3" name="KSOProductBuildVer">
    <vt:lpwstr>2052-12.1.0.23542</vt:lpwstr>
  </property>
</Properties>
</file>